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8"/>
  </p:notesMasterIdLst>
  <p:sldIdLst>
    <p:sldId id="394" r:id="rId2"/>
    <p:sldId id="429" r:id="rId3"/>
    <p:sldId id="433" r:id="rId4"/>
    <p:sldId id="434" r:id="rId5"/>
    <p:sldId id="435" r:id="rId6"/>
    <p:sldId id="436" r:id="rId7"/>
  </p:sldIdLst>
  <p:sldSz cx="10080625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00CC00"/>
    <a:srgbClr val="CC00CC"/>
    <a:srgbClr val="9966FF"/>
    <a:srgbClr val="00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93" autoAdjust="0"/>
  </p:normalViewPr>
  <p:slideViewPr>
    <p:cSldViewPr>
      <p:cViewPr>
        <p:scale>
          <a:sx n="73" d="100"/>
          <a:sy n="73" d="100"/>
        </p:scale>
        <p:origin x="-1498" y="-595"/>
      </p:cViewPr>
      <p:guideLst>
        <p:guide orient="horz" pos="1800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0T16:06:57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9263 446 1399,'0'0'102,"0"-2"19,-2 0 14,0-1 30,2 2 34,0-4 25,-3 2 31,3-2 16,0-1 28,-1-1-35,0 1-13,-1 1-6,1 0-8,-2-1-29,-1 3-33,1-1-27,-2 3-31,-1-1-19,-2 2-28,-5 0-35,2 0-18,0 0-14,0 0-6,0 3-1,-2 1-1,2-1 3,-1 3-3,0 1 3,-3-1 0,3 2-2,-2 1-1,3-2-1,1 4 2,-1 0-3,0-1 2,3 4 0,1-2 1,-3 1 1,2 1-3,1-1-2,1 1 3,-1-4 2,2 2-3,1 2 2,-2 0 1,2 1-2,-1-3 1,2 2-1,-3-3 5,2 1 2,-2 1-1,1 0-1,2 1 4,-1 0-1,1 1-1,-1 0-1,0 1 4,1-4-2,-1 3-3,3 0 2,-1-1-4,-1 0 1,2 1-3,1 0 3,0 0 1,0 1-1,0-1-5,0 0 2,0 1 0,0 1 1,0-2 5,0 0-4,1 2 2,2-1-3,0 0-2,1 0 3,0-1 4,2-2-1,-1 0-2,1 1-1,2-1-2,0 0 2,2 3 0,0-3 2,-3 0 2,5 0-3,-6-1-1,5 0 7,-3-1 3,2 1-3,1-2 4,2 0-1,-4 0-2,4-1 3,-2-1 1,2 1 2,0-2-1,-1 0-7,0 1 1,3-3 1,-5 0-1,5 0 2,-3 1 0,5-1-5,-3-2 2,2 1-2,0-1-2,3 1 2,-2-2-9,4 3-1,-5-3-13,4 0-3,-2 0-1,-2 0-3,3-2-8,0 2-7,-3 0-7,4 0 2,-2 0 5,0-1 2,1 2 9,1-3 4,-1 0 2,3 3 3,-1-3 1,1 1 7,-2 0 7,0 0-4,0 2 1,-2-2 2,3 1 0,-2 0 0,2-1-3,-2-1 3,1 1 3,-1-1 4,1 2 0,-2-1 0,3 1 1,-3-2-1,-3 3 1,3-2 0,0-1 1,-3 0-3,5 0 2,-4 0-3,4 0 2,-2 0 2,0 0 0,-3 0-4,2 1 1,1-1 1,-2 0 2,1 0 1,5 0-3,-4 1 2,1-1 0,5-1 1,-3 1-2,2 0 3,2 0 1,-1 0-2,0 0-1,-2 1 0,1-1 4,0 1-2,-1 0-1,-3 0 1,2 0 1,1 1 0,-1-1-2,1-1 1,3 1-1,-3-1 0,5 1 0,-4-1 0,0 1-1,0 2-1,-3-1 1,-1-1-1,0 1 2,-1 0 0,2-2-1,-4 0-1,1 3 1,0-1 1,-2-2 1,0 4-1,2-4 0,2 2 2,2-2 1,0 0 3,-2 0 4,2 0 2,0 0 0,1 0 0,0 0 2,0 0 1,-1 2 0,-1-2-1,-5 2-1,-1-1-1,1-1-2,-3 0-3,1 3-2,-1-3 2,1 0 0,0 2 0,-1-2-1,1 0-2,3 0 1,2 0-2,-1 0-2,2 0 0,-1 0 5,3 0-4,-3 0-1,1 0 2,1 0-4,-1 0 0,1 0 1,-2 0-1,0 0 1,3 0 1,-5 2-1,4-2 0,-1 0-1,0 0-1,1 0 4,1 0 0,-5 0 0,5 0-1,-2 0 0,1 0 2,-2 0-6,0 0 3,-1 0 2,-1 1-2,1-1-1,-3 0-1,1 0-1,0 0 3,-2 0-1,3 0 0,-2 0 2,5 0-2,0 0 0,-1 0-1,4 0 1,-1 0 1,0 1-2,2-1 1,-2 0-1,0 1 0,-1-1 1,-2 0 0,-1 2 0,0-2 1,0 0 2,-4 0-3,3 0 2,-1 0 2,0 0 0,-1 0-4,0 0 3,0 0-3,1 0 1,-1 0 0,2 0-2,3 0 4,-3 0 0,2 0-2,0 0 2,-1 0 1,-3 0-2,0 0 3,0 0 1,1 0 7,-3 0 4,4 0 2,-1 0 1,0 0 1,2 0 0,-1 0 3,2-2 0,2 2 0,-1 0-2,0 0-7,0 0-4,2 0-3,-5 0-2,2 0 2,-4 0-2,0 0-2,-3 0 4,7-1 4,-6 1 4,4 0 7,0 0-1,1-1 5,2 1 0,-5-1-3,4-1-1,-4 2 1,0 0-4,0-2-3,-2 2-4,1 0-5,-3 0 1,2 0-2,1 0-3,-1 0 3,2 0-1,1 0-1,3 0-1,-3 0 1,7 0-2,-5 0-1,4 0 1,-3 0-3,-3 0 3,2 0 0,-3 0 1,1 0 1,-1 0-1,-1 0-1,3 0 0,-1 0 3,5 0-4,-2 0 4,4 0-3,-3 0-2,1 0 3,-1 0-2,1 0 2,-2 0 2,0 0 0,0 0-2,1 0 2,-1 0-1,-1 0 2,1 0 1,-3 0-4,3 0 4,-3 0-1,2 0-2,1 0-1,-1 0 0,-1 0-2,4-3 0,2 3 0,-1 0-1,4 0 1,0 0 0,1 0 2,-2 0-4,-2 0 2,3 0 1,-4 0 2,-2 0-2,3 0-3,0 0 4,2 0-2,1 0 0,-1 0-2,1 0 5,1-1-4,-1 1 3,4-2-4,-3 0 5,5 2 0,-3-2-4,3 2 2,-3-4 1,3 4 0,1 0-5,-5-2 4,4 2-1,-2 0 0,-1 0-3,-1 0 0,3 0-1,-3 0-3,0 0 0,-2 0-4,-1 0 2,-1 0-2,-1 0-1,-1 0-2,1 0-5,2 0-3,-1 0-6,-1 0-4,3 0-6,0 0-1,5 0-2,1 0-2,1 0 0,1 0 1,1 0 8,-5 0 3,4 0 10,-6 0 6,3 0 11,-1 0 3,-1 0 2,1 0 3,-3 0 2,2 0-2,1 0-1,0 0 0,0 0 0,-2 0-1,1 0-5,-1 0 1,-2 0 1,2 0-1,-1 0 0,-2 0 2,-1 0-1,2 0 2,0 0 2,4 0 4,2 0-1,2 0 3,-3 0-1,2 0 5,-1 0-1,1 0 1,-2 0 2,-1 0-1,2 0-5,1 0-4,0 0 0,0 0 1,1 0-1,3 0-4,-5 0 2,3 0-3,-6 0 1,4 0-1,-3 0 1,1 0 3,1 0-3,-2 0 2,-3 0 3,0 0 0,-1 0 4,0 0 4,-1-1 0,-2 1 2,2-2 4,-1 2-4,0-2 2,-1 2-1,3 0-1,0 0 4,4 0-3,-1-2 3,2 1 3,-1 1 4,-3-2 5,-2 2 0,1 0 4,-5 0-2,3 0-3,-4 0-3,-3 0-3,1 0-3,0 0-1,-1 0-4,1 0-8,-1 0 2,5 0 1,-2 0 0,5 0 3,-2 0 1,3 2 5,0-2-1,-4 0-2,2 1-1,-3 1 5,2-2 5,-5 2 0,-1-2 3,2-2 0,-2 4 7,0-4-7,1 2 8,4 0-4,-3 0 0,4-2 5,-3 1-8,2-4-3,-3 2-4,-1-1-4,1 0-8,-1-1 1,-1 0-3,-3 1 2,2-1 2,0 1-9,2-3 2,-5-1-9,3 2 2,-2-5-3,0 2 4,0 0-2,-1-1-5,0 0-2,-1 1 8,0-1-16,-1-2 0,2 0-6,-1 1-2,-4 1 3,0-4-6,-1 3-2,-2-4-7,0 2 3,4 0-15,-2-2 19,1 0-10,-2-1 17,1 0 1,0 0 2,-1 0-1,1 1 2,-2 3 9,3-2 0,-1 1 1,0 0-3,1 3 9,-1-3-4,-1 1-1,2 0 0,-4 0-2,3 2 4,-2-3-6,1 0-2,-2-2 5,4 0-1,-4 1 0,-3-2-2,3 2-1,1-2-4,-4 0 0,2-2-6,0 1 0,-1 0-4,-2-1-2,2 2-3,-1 0-17,-1 3-5,-3-1-8,-3 2-1,-3-2 5,-1-1 2,1-1 7,-2-1 4,3 1 4,0-1 1,2 1 20,-2 2 4,0 2 11,0-1 5,2 2 2,-2 1 1,-1 0-4,1 2 1,0 1 0,-2-1 1,-3 1-3,-1 2 3,2-1 0,-3 1 1,-2 0-6,-2-1 4,0 0-1,-1 0 0,-3 2-1,5-1 0,-3 0 3,1 0 0,2 1 1,-4-1-1,4 1-1,-4-1 1,0-1 0,1 2 1,-1-2 0,-4 0 1,5 3 0,-5-2-2,-1-2 1,1 1-2,-2 2 4,-1-3 0,1 2 0,0 1-2,2-1 1,0 0 1,-1 3-4,5-2 1,-2 2 1,2-1 0,3 1-1,-2 2-2,-1-2 4,1 1-2,-1-1-1,2 1 0,-2-1 2,3 1 0,-5-1-3,-1-1 2,-2 1-2,0 0 3,-5-1-5,4 1 2,-3 0 0,1 0-2,2 0 0,3 1-1,0 0 1,2 1 0,0 0 2,1 0-5,-1-1 5,5 1-2,-2 0 1,-1 0 1,3 0 0,-1 0 1,0 0 1,0 0-1,-2 0-1,2 0 4,-2 0-3,1 0 3,-1 0 1,1 0-2,0 0 0,1 0 1,-1 0-2,0 0 0,2 0 2,-5 0-3,2 0 0,0 0 0,0 0-1,-2 0 0,5 0 3,-1 0-4,-2 0 1,-3 0-2,-2 0 1,1 0 3,1 0-3,1 0-1,-1 0-1,-3 0 2,3 0-5,0 0 6,0 0 0,0 0 2,1 0-5,-2 0 1,-1 0 3,1 0-2,-5 0 0,2 0 2,-1 0 2,-4 0-5,-2 0 1,-1 0 0,-3 0 0,0 0-1,1-1 0,0 1 4,3 0-3,5 0 0,1 0-1,-1 0 0,1 0 0,3 0 0,1 0 0,-1 0 2,-3 0-6,3 0 3,0 0 2,0 0-2,2 0 2,0 0 1,1 0 0,-2 0 0,2 0-2,-3 0-1,3 0 5,-1 0-3,0 0-1,-3 0 1,6 1-1,-3-1 0,0 0 1,-3 0-3,6 1 5,-6-1-2,2 1-1,2 0 1,-1 1-1,-1-4 0,1 4 1,0-4-1,0 2-2,0 0 6,0 0-6,-5 0 4,4 0-2,0 2 0,0-2 2,-2 0 0,2 3-2,-3-2 0,1-1 2,3 0-2,-4 1 1,4-1-2,-1 1 1,2 0 3,1-1-4,0 0 1,4 0-1,-2 2 0,2-1 1,2 0-1,-1 0 0,0 2 3,0-2 0,0 0-5,-3 0 4,3 2 0,-3-3 0,-1 1-1,0-1 0,1 2 0,-1-1 2,-2-1-3,1 2 0,2 0 1,-1-2 0,-1 0-2,-1 0 1,4 2 1,-5-2 3,1 1-1,1-1-1,1 2 0,0-2 0,-3 2 2,1-2-2,-1 2 0,-1-2 0,2 0 0,-1 2 0,2-1-1,0-1-1,0 0 1,5 0 1,-3 0-2,-1 0 2,3 2 0,-1-2 0,-3 0-1,3 2-3,-2-1 2,0 0 0,-2 2 0,2-2 2,1 1-2,0-1-1,-4 0 3,2 1-3,-1-2 5,-1 0-4,-1 2 1,2-2 1,0 2 1,1-1-3,4 0 0,-4-1 4,4 0-5,1 0 2,-1 1-2,-1 1 3,1-2 2,1 1-3,0-1-2,3 0 3,-4 0 1,2 0-3,-2 0 2,-2 0-2,-2 0 3,1 1 0,-1 0-6,-1-1 5,-4 2-2,0-2 0,2 2-1,-2-2 1,6 1 1,-6-1-1,3 2 0,2-2 3,-2 2 0,0-2-2,-3 2 1,3-2 0,0 0-1,0 3 0,1-3 1,4 0-2,-4 2 2,3-1-3,1-2 3,-1 1-2,0 0 1,-2 0-1,0 0 2,-3 0 1,4 0-2,-6 0 3,0 0-3,0 0 2,2 0-2,-3 0 1,1 0 0,1 0 1,-4 0-1,3 0-1,-1 0 0,-1 0-1,2 0 1,3 0-1,0-2 0,2 2-1,0 0 1,1-3-2,-2 1 4,-2 2-2,0-3 1,-2 1-1,-5 0 1,-2 0 1,2 0 1,-2-2-2,6 2 0,1-2 0,4 1-1,1 2 3,8 0-1,-3 0-1,4 0-1,0 1-2,3 0 1,-4 0 2,2 0-4,-2-2 6,-2 2-2,-2-1-2,-5 1 2,-1 0-2,0 0 4,-1 0-1,0-1-2,-1 0 3,5-1-1,0 0 0,1 1-1,3-3-1,3 2 1,1 0 0,0 2-1,3-1-1,0 1 3,-4-2-2,2 2 3,-2-2-6,-3 0 2,0 2 0,-6-3 2,2 2 4,-4 1-4,0-2 1,-2 2-1,0 0 0,-4 0 1,4 0 3,2 0-2,5 0 1,0 0-1,2 0-3,4 0 4,2 0 2,2 0-1,3 0-1,-2 0-1,0 0-3,-2 0 3,2 0 1,-5 0-3,5 2 1,-5-2-3,2 1 2,1 1-1,-1-1 2,4 3 1,-5-4 0,1 3-1,2-3-2,-1 2 1,-1 0 1,5 0 0,-2-2-1,3 2 0,0-2 0,-2 3-1,-1-1 2,2 0-3,-2 2 3,-1-2-1,0 2-1,4-2 1,0 1 0,0 1-2,-3-2 0,2-1 1,2 1-1,1 0 2,-1-1-1,1 1 1,-2 0 0,0 3 0,4-3 0,-5 1 0,5 0 0,-2 0-2,3 0 0,1-3 1,1 2-1,-3-2 1,3 0-1,0 0 0,0 0 1,-2 4-1,1-4 1,0 1 1,-2 1 0,3-1 0,0 1 0,-3-1-3,3 0 3,0 0-3,0 1 0,-2 0-1,2 0-13,-2 1-25,-2 1-68,2 2-118,2 2-185,-2-10-581,2 7 0,-3-5 0,6-5 0</inkml:trace>
  <inkml:trace contextRef="#ctx0" brushRef="#br0" timeOffset="9977.6466">1663 2719 589,'0'0'50,"1"0"7,-1 0 9,0-3 41,2 3 39,-2 0 33,0 0 12,0 0 18,3 0 33,-2 0-2,-1 0-14,2 0 5,-2 0 2,1 0-33,-1 0-37,2 0-32,-2 0-12,0 0-16,0 0-31,0 0-21,2 0-11,-2 0-13,0 0-12,1 0-7,-1 0-2,0 0-1,0 0-1,3 0 0,0 0-1,0 0 1,4 0-2,-1 0 2,3 0-1,2 0 1,3 0-1,-2 0 0,1 0-1,1 0 0,1 0 0,-3 0 0,2 0 0,-3 0-3,2 0 1,-1 0 3,1 0-2,-2 0 1,0 0 1,1 0 0,1 0 0,-3 0-2,4 0 1,-2 0 0,3 0-1,-1 0-1,-2 0 1,1 0 0,-2 0-2,-1 0 1,1 0 0,-1 0 0,-2 0 0,0 0 0,1 0 1,-1 0-1,3 0 1,-1 0-1,0 0 1,3 0 1,-1 0-2,1 0 0,-2-1 2,-2 1-3,2 0 0,0 0 1,-3 0-1,5 0 0,-1 0-2,3 0 2,1 0 0,-1 0 0,-3 0 2,4 0 0,-1 0-1,1 0 0,-4 0 2,7 0-2,-5 0 3,3 0-2,-2 0-1,2 0 2,-5 0-4,3 0 2,0 0 2,-2 0-1,2 0-2,0 0 2,-1 0-1,2 0-2,-1 0 3,1 0-2,-2 0 1,-1 0 0,3 0-1,-1 0 1,1 0 2,-1 0-2,-1 0 2,0 0 1,1 0-3,3 0 1,-2 0-1,3 0 2,0 0 0,-1 0-2,4 0-1,-5-1 1,1 0-1,-1 1 1,-1-3 0,0 3 1,2-2-1,-3 2 1,-1 0-3,4-1 1,0-1 1,1 2 1,1-1-1,2 0 0,2 0 1,-5-1 0,2 2-1,1 0 0,-3-1 1,1-1 1,-2 1-1,1-1-1,1 1 0,-1-2 1,5 1-1,1 1 1,0-1 0,0-1 0,4 2 0,-2-2-1,-3 0-1,1 2 0,0-4 2,0 5-1,-3-3 0,-1 0 0,-1 1 0,-1 0 1,-2 0 0,-2 0 0,-3 1 7,-1-1 4,-5 2 6,0-3 18,-4 3 15,1-2 9,0-1 6,1 2 2,-4 0 2,5-1 0,-2 1-3,0 0-3,-1 0-9,0-1-18,-2 0-11,0 2-7,0 0 3,0 0 4,0 0 5,0 0 4,0-2 2,0 2 5,0 0 1,0 0 3,0 0-4,0 0-2,0 0-9,0 0-9,0 0-5,0 0-13,0 0-20,0-3-32,0 3-48,0 0-50,0 0-159,3-4-150,-6-4-324,1 7 0,-4-2 0,-1-2 0</inkml:trace>
  <inkml:trace contextRef="#ctx0" brushRef="#br0" timeOffset="14688.1032">1524 11045 428,'0'0'64,"-2"-1"12,2 1 10,0-1 6,0 1 1,-2 0 2,2 0-1,-1 0 1,0 0-3,-1-1-44,-2 1-19,2 0-9,0 0-12,-1 0-6,3 0 0,0 0-2,-3 0-2,0 0 1,3 0 3,-1 0 1,-3 0-2,4 0 0,-3 0 4,3 0 7,0 0 17,0 0 18,0 0 16,0 0 20,0 0 22,0 0 17,0 0 8,0 0 4,0 0-1,0 0-3,0 0-11,0 0-4,0 0-4,0 0-7,0 0-15,0 0-12,0 0 9,0 0 7,0 0 7,0 0 3,0 0-1,0 0-9,0 0-8,0 0-9,0 0-1,0 0-14,0 0-22,0 0-13,0 0-3,0 0-4,3 0 1,2 0-3,1 0 5,1 0 3,3 0-2,1 0 11,-3 0 7,5 1 3,-2 1-5,-3 0-2,2 0-7,2 0 1,-5 0-7,5-1-4,-3-1-2,5 1-2,-3-1 3,1 2-3,1-2 0,1 1 1,1-1-1,-3 2-1,5-1-1,-2 2 0,-1-2-3,1 1-1,-1 0 0,4 0-4,-2 0 0,-4 0 0,3 1 1,-2-2-1,-3 0-2,-1 1-3,-2-1 4,0 1-1,1-2-2,1 2 3,-3-2-1,3 3 0,-1-3-2,2 0 1,-2 0 1,1 1 1,2-1-1,-3 0-2,2 0-1,-1 0 2,1 0-3,0 3 0,1-3 1,-1 1 0,-2-1 3,3 0-1,-1 2-1,1-2 3,0 1-1,2-1-3,0 0 4,1 0 1,0 0 2,0 0-5,-2 0-1,1 0 2,-3 0-2,1 0-2,0 0 3,0 0 1,0 0-4,-1 0 0,1 0 1,0 0 0,0 0 1,0 0-1,3 0 1,1 0 0,-2 0 0,5 0 2,-3 0 1,-4 0-4,6 0 3,-5 0-1,1 0-2,-4 0 2,5 0-3,-6 0 0,1 0 1,1 0-1,-2 0-1,-1 0 2,2 0-4,3 0 3,-4 0 3,3 0-4,3 0 2,-4 0 0,1 0-1,1 0 0,3 0 2,-2-1 1,0 1 2,-1 0-4,1-2 1,0 1-1,1-2 0,0 2 2,1 1-6,-2-3 3,2 1-1,-1 2-2,0 0 0,1 0-1,-1 0 0,4-2 0,-3 2 1,2-1 0,1 0 3,-1 0-4,-1-1 0,-1 0-1,1 0 0,-4 1 1,-2-1 0,5 1 0,-5 0 4,2-2-2,1 1 1,-3-1 0,0 0 1,2 0 1,0 1-1,1 0 2,1 0-3,-1-1 2,3 1-1,-1 1 0,1 0 1,1-3-1,0 2 0,1 1 0,0-2 0,-4 1 0,1-2 2,0 3-1,2 0-2,-2-1 2,3 1-3,2-1 0,-1 1 1,4-2 0,0 0 1,0 1 0,-2 1 0,1-1 1,0-1-1,-2 3-2,3-2 2,0-1 3,-1 1 0,-4 0-3,3 1 3,1-2-1,1 2-1,1-1 2,0 0 0,1 1 2,1-1-2,2 0 0,-2-2 2,3 0 1,-2 3-4,0-2 2,2 0-1,-1 1-1,0 0 0,-2 1-1,1 0 1,-4 1-1,5 0-2,-3 0 2,1 0 0,2 0 2,-2 0 0,3 0-1,-2 0-2,-2 0 0,1-2 3,2 2-2,0-1 2,2 1-4,-1-1 1,-4 1-1,4 0 2,-2 0-1,0-1 2,1 1 0,3-1-3,-3 1 4,0-2-5,-1 2 2,-1-1 0,-2 1 0,1 0-1,0 0 1,-2 0 3,1 0-3,-1 0 2,5 0-4,-2 0 4,1 0 5,-2 0-3,0 0-1,-4 0 1,-2 0-3,-1 0-3,-6 0 2,-2 0 2,-1 0 4,-7 0 9,-2 0-4,0 0 20,0 0 12,0 0 9,0 0 7,0 0 1,0 0-1,0 0-21,0 0-45,0 0-69,0 0-84,0 0-183,-1-8-564,0 5 0,-5-2 0</inkml:trace>
  <inkml:trace contextRef="#ctx0" brushRef="#br0" timeOffset="22887.7251">4131 2107 422,'0'0'76,"0"0"28,0 0 13,0 0 10,0 0 11,0 0 23,0 0 45,0 0 30,0 0 18,0 0-31,0 0 6,-2 0-4,2 0 5,0 0 8,-1 0-3,1 0-17,-2 0-41,1 0-26,0 0-16,-1 0-23,2 0-28,-3 0-21,2 0-21,1 0-17,0 0-9,-2-1-6,0 1-1,0-1-4,0 1-2,-1-1 0,-1 1-1,-2-3-6,2 1 6,0 2 0,0-2-4,-2 1 4,2 1-6,1-1 0,-1 1-1,-1 0 0,2-1-1,-2 1 5,3 0-6,-1 0 1,3 0 2,-6 0-3,2 0 4,1 0 1,-2 1 1,1 0 0,-2 0-1,4 1 1,-4 0 3,2 1-1,-1-1 4,0 0-4,2 0-1,1 0 0,0 1 0,-4-2-2,4 1-1,-1 2 0,-1-2 0,1 1 2,2 0-4,-3 3 4,2-3-1,-3 0 0,3 0 1,-2 0 2,4 0 0,-2 0 0,0-2 1,-1 2-2,3-3 0,-1 3 0,-1-3 0,2 2 0,0-2-3,0 1-1,-1 1 1,0 0 0,-1-1 0,2 0 1,-4 1-1,3 1 0,1-2 0,0 0 0,-3 1 3,3 0 2,0-1-2,-3 1 0,3-1 0,0 1 0,-1 0 0,1 1 0,-3 1 0,0-2 1,3 1 0,-3 0 0,3 1 0,0-2-1,-1 2 6,1-1-1,0 0 0,0 1 0,0-2 0,0 1 2,0 0-2,0 1 0,0 0 2,0-1 1,0 1-4,-1-1 0,1 2 0,-2-2 1,2 3 1,0 0-5,0 0 1,0-1 0,0 4 0,0-3 1,0 3-2,0-2 2,0 0 0,0-1-3,0 0-1,0 0 4,0 0 0,0 0 0,0 0-1,0-1 1,0 2-1,0-1-2,0 2 0,0 0 1,-3 0 6,1 0-2,2 0 3,0-1-2,-2 0 0,2-2 0,-1 2 1,1 0 0,-3-2-1,3-1 1,0 2-4,0-1-2,0 0-2,0 1 4,0-1 0,0 0-4,0 2 4,0-3-1,0 1 1,0 0 0,0 0-3,0 0 1,0-1 1,0 1-3,0-2-3,0 2 3,0-1-3,0 0 2,0 1 1,0 0 1,0 2 0,0-3 2,0 1-1,0 1-2,0-3 2,0 2-6,0-2 1,0 0-1,0-2 2,0 3 1,0 1 0,2-2-2,0 1 6,0 2 0,5-3 2,-5 2 4,4-1-5,-2 0 3,-1 1-3,0-3 1,2 1-3,1 1 5,-2-3-4,0 3-2,0-2 0,-2-2 0,3 3 9,-1-1-3,2-2 3,-2 1 2,3 1 4,-3-2-4,2 0 2,-2 1 3,0-1 0,1 0 1,1 1-3,-4-1-1,3 0-2,-2 0-3,1 0-2,1 0 0,1 2-2,-2-2 0,2 2 0,2-2 0,-1 2-3,1-1 4,1-1-2,-1 3 0,-1-3 1,3 0 1,-2 0 1,0 0-2,-1 0 0,3 0 0,1 0-2,-1 3-1,0-3 1,0 0-2,2 2-3,-4-2-2,-1 0-1,5 1-1,-2-1 2,0 0-4,2 3 4,-3-3-2,3 1 0,-2-1-1,-1 0 5,1 1-2,3-1 1,-4 1 0,1-1-4,1 0-3,-4 0-1,0 1-1,4-1 0,-7 2 0,3-2-1,0 1 1,0-1-1,-3 1 2,4-1 3,1 1 6,-1 0-1,-1-1-1,0 1 2,1 0 2,-2 1-3,1-2 4,1 1-2,-1 0 2,0-1-2,0 0-3,0 1 3,1 0 0,-1 0 0,3 1 0,4-2 2,1 0-2,-3 1 0,2-1 0,-1 0-1,-1 2 2,1-1-1,-4 0 0,4-1 3,-6 1-3,4-1 2,0 2 0,-3-1-1,1 0 0,3 0 1,-6 0 0,5-1 1,-1 0 0,-1 0-2,1 2 3,0-1-2,1 0-2,-4 0 0,0-1 0,-1 3 0,0-2 3,-3 0-2,0 2 1,1-2-1,0 2 1,0-3-2,0 3 1,2-3 2,-2 1-3,2 0 1,-1 1 0,2 0-1,0-2 0,1 3 2,1-2-2,2 0 2,-7 1 2,4-1-2,-1 1 4,1-1 0,-2 0-2,1 1 1,0-1-2,0 0 1,3-1-3,-2 3 1,1-3-1,-1 2 1,2 1 1,-3-2-2,1 1 0,0 1-1,0-1 1,-1 1-1,0-2 3,0 1-1,0 1-1,0-2 3,2 1 0,0 0-3,2-1 3,1 2-3,-2-3 4,4 1-1,0 1 0,-2-2 0,1 0 1,-1 1-3,1-1 2,-5 0 1,5 0-3,-1 0 3,-2 0-2,4 0 0,0 0-1,1 0-1,0 0-5,-1 0 4,1 0-1,3 0 1,-5 0 1,3 0 1,-2 0-1,-3 0 1,2 0 0,-5 0 0,0 0 6,1 0-4,-1 0 1,-2 0-2,2 0 2,-1 0-2,-2 0 0,5 0 0,-3 0 1,0 0-3,1 0 7,2-1-5,-3 1-1,-1-2 1,2 1 0,-1 1 0,1-3 2,-1 2 2,0 1-3,-1-2 2,1 2-5,-1 0 4,0-2 5,-1 2-1,2-2 1,-1 0 0,1 0-3,-2 1-1,-1-1 4,2 0 0,0 1 0,-1-2 0,1 1-5,-1 1 4,1 1-4,-2-3 3,2 1-1,-1 0 1,-1 0 1,2-1 5,-2 1 2,0 0 10,0-1 8,-1 1 10,0-3 5,-2 1 0,3-3 6,-2 2 0,4-1-1,-4 0-2,2-1-4,-1 2-10,0 0-8,0 1-7,-1-1-7,0 2-1,4-1-7,-6-1 0,2 2 4,2-2 1,-2-1 2,0 0 3,3 0 1,-3-2-1,1 1 5,2-1 4,0 0 6,-4 3 4,-1-2 1,0 0-2,0 0 2,0-1-3,0-1 0,0 0-3,0 2-3,2-2-3,-1 1-4,0-1-4,1 1-6,3-1-2,-2 0-3,0-1 1,-1 1-1,0-3 1,-2 2 0,0-2-7,3 2 1,-3-5-1,0 2 2,1-3 2,2 2-2,-3 2-1,3 0 2,-1-1-1,-2 1-1,3 2 7,0-1-2,-2 1-2,1 0-1,-1-1-3,-1 1 3,0-2 1,3 2-4,-3 0 2,0-1-2,0 2 0,0 0-1,0-1 1,0-1-3,0 3 1,0-2-3,0 2-9,0 2-5,0 0 0,0 2 0,0-2 0,0 0-4,-3 3 2,2-3 0,-2 0 2,0 0-1,-2 1 10,-1 2 5,2-4-1,-3 2-3,-1 2-3,2-1-2,2-1-1,-3 3-1,-1 0-4,2 0-4,-8 2 2,5-3-2,-5 3-1,1 0 0,1-2 0,1 1 4,-2 1 2,3 0 2,-3 0 5,-1 0 0,3 0 1,-3 0 0,1 0 2,2 0 3,3 0 2,-4 0-1,-1 0 0,3 0 1,0 0-6,-2 0 4,-1 0-4,2 0 1,-1 0 1,-1 0 0,1 0 0,-2 0 2,-1 0 1,1 1-1,0 1 2,-4 0 1,3-1 1,-2-1 0,2 2 2,0-2 1,-1 0-1,1 0-1,0 0-1,-2 0 1,1 0 1,-4 0 2,1 0-1,-2 0 1,3 0-4,3 0 2,1 0 1,3 0 3,-3 0-1,3 0-1,1 0 0,1 0-2,-1 0 1,0 0-1,-4 0 0,2 0-3,-2 0 3,-3 0-5,0 0 5,2 0-1,1 0 1,1 0-1,1 0 2,0 0-4,5 0 3,-5 0 2,3 0 0,-2 0-1,-1 0-2,-1 0 1,-4 0-1,3 0 1,1 0-1,0 0 2,1 0-1,-1 0-2,2 0 1,-4 0 2,1 0 2,3 0 0,-5 0-4,3 0 2,1 0 0,-1 0 2,-1 0-3,1 0 2,1 0 1,-3 0-3,1-2-1,-1 2 2,-2-1 1,-2-1-1,2 0 0,-3 0-1,1 1 3,-2-1-2,2 2 0,0-1-2,1 1 2,-3-1-1,5 1 2,1 0-1,0-1 1,-2 1-1,6 0 2,-8 0 0,1 0 1,4-1-1,-8 1 1,4-1-1,1 0 1,-1-2 1,3 2-2,1 0 1,3 0-2,2 1-1,4 0 1,-2 0-1,3 0 0,0 0-1,-2 0 0,2 0-2,1 0 4,3 0 0,-3 0-1,3 0 1,0 0 3,0 0 10,0 0 5,0 0 4,0 0 5,0 0 0,0 0-4,0 0 2,0 0-4,0 0-8,0 0-21,0 0-38,0 0-35,0 0-58,3 0-100,1-1-200,2-8-398,-1 7 0,-3-1 0,3-1 0</inkml:trace>
  <inkml:trace contextRef="#ctx0" brushRef="#br0" timeOffset="31734.3347">12831 2166 556,'0'0'98,"0"0"43,1 0 40,0 0 38,0 0 26,-1 0 28,3 0 25,-1 0 25,-2-2 18,0 1-39,1-1-24,-1-1-27,0 0-31,0 1-30,0-2-12,0 3-19,0-2-14,0-2-17,0 4-8,0-2-14,0-1-15,0 0-7,0 2-6,0-2-5,0 2-15,0 0-6,-3 0-12,-3 1-8,-1-1-10,-2 2-2,1-1-3,0 1-8,0 0-5,-3 0-1,3 0 0,0 1-2,-3 3 0,1 1 0,-1 0 0,4 1-1,-5 3 3,3 0 0,1 0 3,2 1-2,2 1-1,-2-1 3,4 2 0,-1-1-2,3 1 2,0-2 0,0 0-3,0-3 2,1 1-2,1-2 2,0-1 4,3 0-3,0-3 3,5-1 4,0-1-4,2 0-8,1-1-12,2-1-21,-4-2-22,3-2-19,-3 0-23,0-4-8,0 1-6,-4-1-7,0 2 3,0-1 7,-5 2 13,0 0 20,2 0 20,-2 2 20,-1 0 21,-1 0 9,0 1 3,0 1 1,0 2-3,0 1-2,0 0-5,0 0 0,0 0 0,0 0 3,0 0 3,0 0 7,0 2 9,0 2 13,0 1 22,-1 2 19,-1 4 24,2-1 15,0 1 9,2 2 5,2 0 0,7-2-8,-1 0-8,5-2-25,5-2-113,7-2-378,-10-4-558,1 0 0,-4-5 0</inkml:trace>
  <inkml:trace contextRef="#ctx0" brushRef="#br0" timeOffset="33346.5386">13704 2076 403,'0'0'81,"2"-2"24,-2 2 28,0 0 17,2 0 24,-2 0 31,0 0 26,3 0 29,-3 0 30,2 0-27,-1 0-6,0 0-5,2 0-12,-3 0 0,1-1-9,1 1-24,-2 0-21,0 0-30,0-2-30,0 2-28,1 0-20,-1 0-5,0 0 2,0 3 1,0 3-1,0 3 5,0 6-4,0 1 3,0 3 4,0 0 5,0-2 0,0-3-12,0-2-17,0-3-19,0-2-10,0-2-8,0-2-3,0-2 1,0 2-3,0-3-1,0 0 0,0 0-9,0 0-8,1 0-8,1-3-18,2 3-22,2-4-12,2 1-9,-1-2-19,4 1-10,-4-1 1,3 1 7,-1 4 6,0-1 6,0 1 21,-2 0 25,0 0 15,0 1 14,-1 2 24,-1 3 12,2 1 4,1 2 3,-2 3 3,0 0 6,-2-1-2,0-2 1,-4 0 0,0 0 4,0-4 0,0 0 2,-4 2 1,-3-5 2,-2 0 0,-6 1-2,-3-1-3,-2-2-3,3 0-7,0 2-17,2-4-20,8 2-44,1 0-114,6 0-267,0-20-558,6 16 0,-1-3 0</inkml:trace>
  <inkml:trace contextRef="#ctx0" brushRef="#br0" timeOffset="34578.6631">14544 2105 391,'0'0'110,"0"-1"47,0 1 46,0 0 43,0 0 30,0 0 35,0 0 27,0 0 25,0 0 25,0-3-33,0 3-34,0-2-29,0-2-30,0 1-29,0 0-18,0 3-29,0-4-25,0 4-23,0 0-23,-2-2-24,-5 2-21,0 0-20,-4 0-13,1 0-15,-1 2-10,0-2-3,1 4-2,-1-1-1,3 4 2,1-2 5,-1 1 8,-1 2 9,0 2 5,2 1 9,1-1 2,2 4 4,4-4 5,0 4 5,4-1-1,3 0-2,2 0-4,6 1-10,1-3-6,2 0-10,-4-2-10,4-2-26,-3-1-90,7-2-273,-9-34-736,2 27 0,0-5 0</inkml:trace>
  <inkml:trace contextRef="#ctx0" brushRef="#br0" timeOffset="36358.6291">15264 1981 466,'0'0'40,"0"0"12,0 0 17,0 1 32,0 3 31,0 0 25,0 1 34,0 0 35,0-1 26,0 1 0,0 1 24,0 0 8,0 0 2,0-1-14,-1 3 5,0 3 2,-2 0-18,0 3-30,-1-1-21,0 2-21,1 1-32,-1 0-10,2-1-4,0 0-14,2-2-32,-3 0-24,3-2-15,0-1-5,0-2-5,0 0-5,0-1-2,0-2-9,0-3-14,0 2-5,0-4-2,0 2-2,0-1 2,0-1 3,0 0 4,0 0-2,0 0-1,0 0 2,0 0-4,0 0-2,0-1-3,0 1-5,0-2-7,0 0-20,0-2-12,-3-1-13,0 0-3,-4-2-8,-1 0-3,1-2 0,-2 2-1,0 2 2,-2 0 4,-3 1 15,3 1 9,-3-2 12,-3 3 3,1 1 8,3 0 5,-1 1 7,3 2 7,-1 0 12,4 3 8,1 0 9,4 2 15,0 2 7,3 0 7,0-1 3,3 1 7,1 0 1,7-2 1,0-1-7,6 2-7,5-4-18,-3-2-65,2 1-147,8-2-369,-12-1-477,0-1 0,-6-2 0,-3-6 0</inkml:trace>
  <inkml:trace contextRef="#ctx0" brushRef="#br0" timeOffset="40434.9258">15653 1795 680,'0'0'23,"0"0"10,0 0 29,0 1 40,0 1 28,0 3 36,0 1 27,-2 2 14,2-1 17,-1-1 6,-2 0 25,3 0 8,0-2-12,-3 3-28,3 1-18,0 0-28,-1 2-19,0 2-5,1 0-8,0 1-17,0 3-25,0 0-13,0 0-13,0 0-4,0 1-1,0 1 2,0-3 1,0 0-1,0 1-5,0-3-2,0 2 3,0 0-2,0-1-1,0 1-6,-3 0-6,3 1-9,-3 1-11,-1-2-3,4-1-3,0 2-4,0 1-3,0-2 0,0 3 0,0-1 2,-2-1-1,2 1 4,-2 1 3,2-1-1,0 2 6,-3-1-1,3 2 3,-3-3-2,1 3 3,1-3-3,0 2 1,-2-2-1,2 2-1,1-2 2,-1 1-6,0-1-2,0-1-1,1 1-1,0-3-3,-1 2-2,1-3 1,0 1-3,0 2-1,0-1 0,0 1-4,0-1 1,0 1-4,0 1 5,0-2-5,0 0-3,0 1 5,0-2-4,-3 0-1,3-2-1,-2 1 3,1 0-2,0-1 3,-1-1-8,1 0 9,1 0-4,-3-2-6,2 0 3,1 2-2,-1-4 2,1 0-6,0 0 6,-2 2-8,2 1 14,0-3-8,0 3 8,0-3 2,0 2-1,0 1 1,0 0 0,0-1 1,0 0-5,0 1 12,0-3-11,0-2 0,2 1-1,-2-3-3,0 1 7,0-2 2,0-1 12,0-1 13,0 0 23,0 0 7,0 0 17,0 0 15,0 0 12,0 0 5,0 0 4,0 0 7,1-2-5,-1 0 0,1-1-8,-1 0-10,3-3-17,-3 3-16,0-1-10,0 3-7,1-3-9,-1 3-9,0-1-10,0 0-12,2 0-12,-2 1-5,0 0 0,0-2 0,0 3 0,0-3 0,0 3 0,0-2 0,0-1 0,0 1 0,1-1 0,-1 1 0,1 0 0,-1 0 0,0 1 0,0-1 0,0 2 0,0-3 0,0 3 0,0 0 0,0 0 0,0 0 0,0 0 0,0 0 0,0 0 0,0 0 0,2 0 0,-2 0 0,0 0 0,0 0 0,0 0 0,0 0 0,3 0 0,-3 0 0,0 0 0,0 0 0,0 0 0,0 0 0,0 0 0,0 0 0,0 0 0,0 0 0,0 0 0,0 0 0,0 0 0,0 0 0,0 0 0,0 0 0,0 1 0,0 1 0,0 1 0,0 1 0,0 1 0,0 0 0,0 0 0,0 2 0,0-2 0,0-1 0,0 1 0,0-2 0,0 3 0,0-3 0,0 2 0,0-1 0,0 1 0,0 0 0,0 1 0,0-1 0,0 0 0,0 1 0,0 0 0,0-1 0,0 2 0,0 0 0,0 0 0,0 3 0,0-1 0,0 2 0,0-2 0,0 3 0,0 1 0,0 1 0,1 0 0,-1 0 0,1 3 0,0-1 0,-1 0 0,1 2 0,-1 0 0,0 2 0,0-2 0,1 6 0,-1-3 0,0 2 0,3 1 0,-1 0 0,0 2 0,1-2 0,0 3 0,1-2 0,3 1 0,-4-1 0,-1-1 0,1 0 0,0-2 0,-2 3 0,1-3 0,-1 1 0,2-1 0,-3-1 0,0 0 0,4 1 0,-1-1 0,-3 2 0,2-1 0,1-1 0,3 1 0,-3 1 0,0 0 0,1 1 0,-3-1 0,0 1 0,1 0 0,-2 0 0,4 0 0,-3 0 0,2 0 0,-1-2 0,0 2 0,1 0 0,-1-3 0,-1 5 0,0-5 0,-1 3 0,0-2 0,1 0 0,-1 2 0,0 1 0,0-2 0,0 4 0,0-2 0,0 1 0,0 2 0,0 1 0,0 1 0,0-2 0,0 3 0,0-2 0,0 1 0,0 0 0,0-1 0,0 3 0,0-4 0,0 2 0,0-2 0,0 1 0,0-1 0,-1 1 0,0 1 0,-2-3 0,3-1 0,-3 3 0,2 1 0,-2-4 0,3 3 0,0-1 0,0 0 0,-3 0 0,3 2 0,-1-3 0,1 1 0,-4-1 0,4 0 0,-2 0 0,2-1 0,-1-2 0,1 3 0,-1-2 0,-2-2 0,2 3 0,-1-1 0,-2 1 0,4-1 0,-6 3 0,3 0 0,1-1 0,-5 3 0,3 0 0,-2 1 0,3 0 0,-2 2 0,-2-2 0,3 2 0,1-2 0,-1 0 0,2 2 0,-3-3 0,2 3 0,-3 0 0,2 0 0,0-1 0,0 3 0,0-2 0,1 1 0,-1 2 0,1-1 0,0 4 0,3-2 0,-5 0 0,2-1 0,0 1 0,2-1 0,-2-1 0,-1-2 0,0 0 0,0-1 0,1-2 0,0 2 0,-1 1 0,2-3 0,0 3 0,-1-4 0,-1 3 0,2 1 0,1 0 0,-2-1 0,1 1 0,0-1 0,2-3 0,0 1 0,0 0 0,0 0 0,-4-2 0,2-1 0,2 2 0,-3-1 0,3-2 0,-2 3 0,2-4 0,0 1 0,0 1 0,0-3 0,0 1 0,0-3 0,0 3 0,0-6 0,0 2 0,0-3 0,0-4 0,0-3 0,0-4-36,0-2-166,0-3-194,2-14-1115,-2 3 0,0-11 0,0-8 0</inkml:trace>
  <inkml:trace contextRef="#ctx0" brushRef="#br0" timeOffset="42080.6621">16308 2171 1764,'6'0'132,"0"-1"36,-1 0 38,6 0 26,-2-3 7,-2 1 14,4 0 19,-4-2 11,-2 1 6,-2 3-81,1-2-39,-4 3-24,0-3-27,2 3-15,0 0 6,1 0-3,3-2-14,-1 2-4,2-1 0,0 1-1,0 0 3,1 0-9,1 0-11,2 3-7,-3 3-9,6 2-8,-2 3-5,-1 1-5,2-2-5,-3 2-8,-2-3-20,-3 0-26,-2-2-47,0 1-96,0-2-130,4-3-251,-3-1-370,1-1 0,1-2 0,3-1 0</inkml:trace>
  <inkml:trace contextRef="#ctx0" brushRef="#br0" timeOffset="42624.4425">16660 2140 1749,'1'0'146,"-1"0"8,1 0 0,-1 2 1,0-4 4,0 2 5,0 0 7,0 0 9,0 0 16,0 0-114,0 2-7,0 1 5,0-2 21,0 1 23,-1 3 17,-3 2 13,1 2 8,-1 3-5,-2 3-11,2 2-6,1 6-10,-2 3-11,2 3-17,-1-1-25,2 5-11,2-2-14,-1 0-18,1-5 0,0-3-5,-1-4-6,1-6 2,-3-3-6,3-3 5,-6-2 3,-2-3-5,-3-1-2,-7-1 2,-4-1-1,-3-1-1,-7-2 0,7 1-19,0-1-72,8 1-298,2-38-638,8 34 0,3-1 0,2-4 0</inkml:trace>
  <inkml:trace contextRef="#ctx0" brushRef="#br0" timeOffset="45730.0078">12578 2564 179,'3'-1'18,"-3"0"9,1-1 10,2 2 15,0 0 22,-3 0 23,2 0 25,-2 0 29,3 0 25,-3 2 12,0-1 11,0 0 1,0 0-4,0 0-12,0-1-14,0 2-5,0-2-6,0 0-8,0 0-2,0-2 1,0 2 0,0 0 3,0 0-2,2 0-5,-2 0-8,2 0-14,2 0-20,2 0-18,1 0-22,7 0-24,3 0-17,2 0-10,5 0-2,1 0 2,4 0 1,-3 0-1,0 0-1,2 0-1,-4 0 1,1 0-2,-3 0 0,0 0-1,3 0-4,-1 0 3,3 0-2,2 0-2,-1 0 2,3 0 0,0 0-3,3 0 3,-4 0-2,5 0 0,-9 0 1,1 0-3,-2 0 0,-2 0 2,-1 0-2,1 0 0,-1 0 0,0 0 0,0 0 2,3 0-4,-1 0 4,3 0-3,1 0 1,-2 0-2,0 0 4,0 0 0,3 0-1,-3 0-1,2 0-4,-3 0 3,1 0-3,-2 2 3,1-1 1,-2-1-1,2 0-2,0 0-1,-1 0 2,2 2 0,-1-2 2,2 0-1,0 0 1,1 0-1,-3 0-1,0 0 1,0 0-1,0 0 3,-2 0-3,-3 0 2,5 0-2,-3 0-1,0 1 1,3 1 0,-1-1 6,1 0-7,0 0 1,0 1-1,-2-2 1,1 1 0,-3-1 3,2 0 0,1 1 0,-2-1-4,2 0-2,1 2 5,1-2-3,3 0 3,-2 0 1,4 0-2,-3 0 0,5 0-2,-4 0 0,5 0 3,-5 0-3,-3 0 2,3 0 3,-2 0-4,-5 0-1,2 0-1,-2 0 0,3 0 3,2 0 0,-2 0 2,0 0-2,0 0 0,0 0 0,2 0 0,-3 0 1,3 0 0,-2 0 2,-3 0-2,-1 0-1,2 0 2,4 0-3,-5 0 3,0 0-3,0 0 0,2 0 1,-2 1 2,0 0-5,3-1 2,0 1 0,7-1-2,-4 1 2,0 1-1,-1-1 1,0-1 0,0 0 0,0 0-2,-1 0 4,-1 0-1,-4 0 0,1 0-2,0 0 1,-2 0-1,3 0-1,2 0 3,0 0 1,2 0-1,3 0 0,-1 0-2,0 0 0,-1 0 2,-2 0 2,-2 0-2,-3 0-1,0 0-1,-3 0 0,0 0 0,-2 0-2,6 0 4,-1 0 1,6 0-4,-2 0 0,2 0 3,0 0 1,2 0-2,-3 0-1,-1 0 3,-5 0 1,2 0-4,-3 0-1,1 0 4,-1 0-1,2 0-1,0 0 0,0 0 1,2 0-1,2 0-1,1-1-1,3 1 3,5-2 1,3 1 1,2-1 0,1 1 1,-4-1 0,2 2 3,-7-1 1,-4 1-1,-2-1 0,-4 1 0,-6 0 3,-3-1 7,-3 1 20,-5-1 14,0 0 21,-2 0 11,-2 0 10,0-1 5,0 1-2,0 1 4,0-2-7,0 2-8,0 0-16,0 0-18,0-1-25,0 1-31,0 0-38,0 0-87,0 0-164,-6-12-678,-2 9 0,-5-3 0,-5-5 0</inkml:trace>
  <inkml:trace contextRef="#ctx0" brushRef="#br0" timeOffset="51294.4547">6230 2773 464,'-3'0'95,"2"0"38,1 0 17,-3 0 29,3 0 20,0 0 29,0 0 27,-3 0 19,2 0 21,1 0-36,-2 0-41,2 0-35,0 0-15,-2 0-30,-2 0-18,2 0-30,-2 0-26,-3 2-17,-1 1-23,1 0-9,-1 4-3,-2 2 4,-3 3 4,1 2 2,-3 1 0,2-2 5,1 3 4,2-4 2,6-1 3,-2-3 1,5-3 2,0-2 14,2-1-1,-1-2-2,0 0-22,1-3-21,1 0-31,3-2-30,1-2-20,1-2-18,1 0-12,3 2-21,-3-2-6,1 2 2,-2 2 18,0-2 17,1 0 29,-4 2 25,2 3 18,-2-1 15,-3 1 7,1 1 1,-1 1-1,0 0 2,2-2 3,-1 2 8,2 0 7,0 0 16,4 2 23,-1 1 25,-1 1 18,6 1 29,0 4 14,1-1 1,-1 0 2,3 3-5,-3-3-7,-2 1-18,-1-3-23,-4-1-52,-4 0-82,3-4-188,26-5-607,-25 3 0,-3 0 0,0-1 0</inkml:trace>
  <inkml:trace contextRef="#ctx0" brushRef="#br0" timeOffset="52521.7225">6234 2832 678,'0'0'94,"0"0"31,0 0 27,0 0 21,1 0 16,-1 0 17,1 1 9,-1 0 5,0-1 7,1 1-56,-1-1-25,0 0-28,0 2-24,0-2-15,0 1-9,0 2-12,0-3-7,0 3-3,0-1-6,0 1-2,0-2-5,0 2 1,0 0-1,0 2-2,0-1-4,0 3 3,0 0 6,0 0 4,-1-1 6,1 1 4,-1 2 6,0-2 4,-1 5 0,2-1 2,-2 1-2,2-4-9,0 5-3,0-2 1,0 1-4,0 1-5,0 1-4,-3-2-5,6 4-2,-3-1 0,0 1 0,0 0 5,0 0-4,0 2-5,0-2-5,0-2 11,0 2-2,0-3 5,0-4 0,0 0 2,0 0-1,0-3-2,0 0 1,0 0 0,0-3-1,0 0-9,0-1 0,0 0-8,0-2 2,0 2-3,0-2 1,0 0-1,0 0-3,0 0 5,0 0-1,0 0 1,0 0 1,0 0 4,0 0 2,0 0-1,0 0 7,0 0-2,0 0 1,0 0-5,0 0 1,0 0-1,0-2-4,0 2-4,0 0-7,0-2-14,0 1-43,0 0-123,4-4-302,-5 1-449,-2-2 0,-2-3 0,0-2 0</inkml:trace>
  <inkml:trace contextRef="#ctx0" brushRef="#br0" timeOffset="56237.8764">6591 2714 814,'0'0'102,"0"0"39,0 0 37,0 1 28,0-2 23,0 1 23,0 0 22,0 0 19,0 0 11,0 0-65,0 0-31,0 0-38,0 0-37,0 0-29,0 0-21,0 0-22,0 2-16,0 3-13,0 5-5,0 0-1,0 3 7,0 2 11,0-3 8,0 0 6,0-2 2,0-2 0,0-2 2,0-3 2,0 0 12,0-2 8,0-1-7,0 0-10,0 0-5,4 0-4,-4-1-4,1-1-3,-1 1-7,3-1-14,0 1-23,-3-1-13,3 1-2,-2 1-2,0 0-3,1-1-1,3 1-1,-2 0 4,4 0 0,-1 0 5,0 0 5,0 0 1,1 0-1,-3 0-3,2 0-3,-1 0-3,1 0 3,1 0-4,2 0 0,0 0-2,0 0 0,1 0-5,-3 0-8,0 0-1,0 0 1,-1 0-1,-2 0-3,2 0 1,0 0 0,3 0-3,-1 0-5,0 0 3,5 0 7,-1 0 6,2 0-3,0 0-3,1 0-5,-1 0-3,-3 0-3,0 0 3,-4 0 4,-3 0 2,-4 0 2,4 0 0,-1 0 2,0-1 8,2 1 5,3 0 4,0-2 2,4 1 1,2 0 0,1-1 3,2 2-3,-2 0 2,-5 0 0,1 0-1,-1 0-3,-5 0 4,-1 0-1,2 0 1,-2 0 1,4 0-1,1 0 0,-2 0-1,4 0 2,3 0 0,0 0 2,2 0 0,2 0-1,0 0 0,-1 0 0,0 0-1,-5 0 3,1 0-1,-3 0 1,-1 0 0,-3 0 1,2 0-1,-1 0 1,-2-1 0,2 1 1,3-2-1,1 1-2,3-1 1,-2 1-1,1 1-1,-2 0-3,1 0 0,-1 0-7,-2 0-6,-1 0 2,0 0-2,0 0 0,-3 0 0,-1 0 1,-1 0 1,3 0 0,-1 0 2,2 0 6,0 0 6,3 0-1,1 0 2,0 0-2,4 0 1,-3 0 1,3 0-2,-3 0 0,-1 0 1,1 0-2,-2 0 0,1 0 0,-5 0 1,1 0 1,0 0-3,0 0 1,0 0 2,1 0 0,0 0-1,0 0 0,5 0 3,-1 0-1,1-2 0,2 1 0,-1-1 1,4 2 0,-5 0-1,2-1 0,0-1 3,-4 2-1,-1-1-3,-2 1 1,-1 0 1,1-2-1,-1 2 3,2-1-2,2 1 1,1 0 0,3-3-4,1 3 5,-1-1 0,-1 1 1,1-2-2,0 4 0,-5-4-2,5 2 3,-2 0-2,-2 0 1,0 0 0,-1 0-1,-1 0 0,1 0-1,0-2 1,1 2 1,-2 0-1,1 0 0,-1 0-2,-1 0 1,-2 0 2,1 0-1,-2 0-2,2 0 2,0 0-2,1 0 1,0 0 0,1 0 2,2 0-1,-1 0 0,1 0-2,0 0 0,-1 0 3,-1 0-2,0 0 1,3 0 0,-2 0 0,-1 0-3,0 0 3,2 0-2,-5 0 2,2 2-1,0-2-1,2 0 3,-2 2-3,2-2 2,-2 0-1,1 0 1,-3 0-1,1 0 1,-1 0 0,0 1-1,-1-1 2,-2 0-2,4 0 8,-5 3 6,4-3 5,-4 0 4,0 0 7,1 0 7,1 0 8,-1 0 4,2-3-2,1 3 2,-3-1-3,3-1-8,-4 0-6,1 0 1,-3 0 2,3 0-2,-3 1-5,0-2-3,0 1 0,0-1 0,0 0-5,0-2 2,0 1-1,0-2-5,0 1-7,0 1-6,0-1-3,0 2-4,0-1-5,0 3-2,0-2-3,0 1-3,0-1-2,0 2-1,0-1 0,0 0 1,0 1 0,0-1 2,0-1 7,0 2 3,0 1 2,0-2 8,0 2 3,0-2-4,0 2 0,0 0 0,0 0 0,0 0-1,0 0 1,0 0-2,0 0 0,0 0-6,0 0-1,0 0 3,0 0-2,0 0 1,0 0-1,0 0 1,0 0-1,0 0-2,0 0-22,-3 0-60,1 3-183,-1-10-521,-9 10 0,-3-2 0,-3 3 0</inkml:trace>
  <inkml:trace contextRef="#ctx0" brushRef="#br0" timeOffset="58111.9617">7434 3004 477,'0'0'77,"0"0"56,0 2 46,0-1 46,0 0 30,0 2 21,0-2 20,0-1 14,0 0 8,0 0-39,0 0-32,0 0-56,0 0-47,0 0-45,-4 0-29,1 1-22,-2 2-20,-1-2-14,-1 3-4,2 2-1,-3-2 0,3 2-1,1-1 6,-2 0 5,4 0 3,-3-1 5,3 2 1,0 0 6,1 1-2,-2-2-2,1 0 0,0 1-2,2 0-2,0 0-4,0 2-2,0-1-3,0-2 1,0 2-2,0-1 1,2 0 2,0-4-1,2 3 11,0-1 13,5-2 6,-4-1 4,3-1 0,0 0 7,0 0 4,1 0 2,0 0-1,2-1 4,1-1-11,-2 0-15,0-3-5,-2 1-6,-1-2-2,-1 3-7,-2 0-5,-4 1-6,2 1-1,-2 0-3,0 0 1,0-2 1,0 1 0,2-1-1,-1-1 1,-1 2-2,0 0-1,3-1 0,-3 2-2,0 0-2,0 0 0,0 1 1,0 0-2,0 0 3,0-2 1,0 2-1,0 0 1,0-2-1,0 2 2,0 0-1,0 0-5,0 0 0,0 0-3,0 0-11,0 0-14,0 0-19,0 0-22,0 0-41,0 0-71,0 0-76,0-2-163,0-6-364,0 4 0,-3 2 0,3-1 0</inkml:trace>
  <inkml:trace contextRef="#ctx0" brushRef="#br0" timeOffset="58611.9711">7446 3012 1689,'0'0'99,"0"0"13,0 0 8,0 0 3,0 0 7,0 0 13,0 0 25,0 0 30,0 2 22,0 1-48,-1 3 30,-3 2 24,2 4 36,-2 4 14,-1 8 4,2 3-6,0 5-20,1-2-27,1-1-22,1-3-30,0-6-46,0-6-29,0-8-40,0-1-12,0-3-8,0-2-8,0 0-10,0 0-15,0 0-45,0 0-116,0 0-287,-5-31-631,1 25 0,-2-3 0</inkml:trace>
  <inkml:trace contextRef="#ctx0" brushRef="#br0" timeOffset="59926.5193">7575 3142 1637,'2'0'82,"-2"0"24,3 0 33,0 0 29,2 0 23,-2 0 28,4-3 21,0 1 28,-5 1 14,1-2-50,3 0-25,-1 3-19,-2 0-35,2 0-28,1-2-18,-2 4-29,-1 4-19,1 0-23,0 3-12,-2 3-4,-2 4 3,2-3 0,-2 2 5,-2 1-2,4-2-3,-2-3 4,0-2 4,0-3 1,0-2 6,0-2 10,0-2 8,0 0-3,0 0-22,0-2-18,0-2-26,0-4-29,0-5-27,2-2-12,2-1-21,3 3-20,0 1-15,5 2-2,-2 2 17,4 0 23,1 1 34,-2 0 43,2 3 26,1-2 12,-7 3 19,0 0 20,-2 3 19,-2 2 19,-4 2 10,0 2 0,-1 5-1,0 5-12,-1 2-4,0 2 0,-2-2-7,1-2-12,1-4-12,1-2-32,-1-1-44,1-3-101,0 0-153,15-7-655,-15 2 0,3-1 0,0-4 0</inkml:trace>
  <inkml:trace contextRef="#ctx0" brushRef="#br0" timeOffset="60523.1597">7950 3116 2284,'0'0'14,"0"1"22,0 2 46,0 3 48,3 4 29,-6 6 14,6 6 13,-3 0 8,0 4 13,0-1-2,0-5 9,0 1-16,0-5-42,0-6-42,0-2-23,0-2 0,0-4-4,0-1-5,0-2-12,0-3-15,0-2-19,0-7-14,0-6-13,0-6-7,0-2-9,0-2-13,0 3-9,0 3-4,0 2-9,1 6 2,1 2 9,2 2 5,0 4 9,4-1 1,-1 5 6,1 1-2,-1 0 0,2 2 5,0 4 11,-3 1 10,-3 6 1,-2 3 3,1 4 0,-5 2 4,0 0-3,-3-2 0,-1-3-11,-1-2-62,1-1-113,1-6-222,4-37-435,-1 30 0,3-7 0,0-3 0</inkml:trace>
  <inkml:trace contextRef="#ctx0" brushRef="#br0" timeOffset="60987.3096">8091 3128 2146,'1'0'90,"4"0"32,-3 0 36,0 0 38,-1 2 46,2 1 17,-3 1 10,0 3 13,0 1 15,3 0-65,-3-3-1,3 1-21,0-3-24,1-1-30,7-2-40,1 0-17,2-2-9,4-2-12,-3-3-13,1-1-13,-7-1-9,1-1-11,-5 4-13,-3-1-13,-2 4-12,0 2 1,0 1 4,0 3 3,0 5 4,-2 1 2,2 6 0,-2 3 2,-1 1 0,3-5 6,0-2 2,0-3-19,0-4-35,0-2-96,3-2-275,-1-9-626,0 3 0,-1-4 0,5-3 0</inkml:trace>
  <inkml:trace contextRef="#ctx0" brushRef="#br0" timeOffset="61280.6801">8303 3013 2335,'2'-9'249,"2"-3"45,-2 1 24,3-3 6,-5 5-2,0 6 5,0 2 11,0 4 9,0 4 3,0 8-167,0 7-68,0 7-44,0 4-21,0 2-2,0-3 1,0-4-1,0-2-14,0-6-7,0-4-28,0-2-74,0-2-132,0-5-146,0-5-206,0 0-367,-6-2 0,1-4 0,-2-2 0</inkml:trace>
  <inkml:trace contextRef="#ctx0" brushRef="#br0" timeOffset="61455.5588">8283 3191 2856,'2'-7'190,"4"-1"10,2-4 19,6 0 12,7 2 8,-3 0-1,2 0-4,3 3-37,-4 1-130,4-4-475,-8 3-444,-3 4 0,-5-3 0,0 1 0</inkml:trace>
  <inkml:trace contextRef="#ctx0" brushRef="#br0" timeOffset="61715.7619">8518 3051 2536,'0'0'125,"0"-1"4,0 0 2,0 1 2,-2 1 1,-2 3 2,-2 4 4,2 5-2,-2 4 3,3 2-120,1 3 32,7 0 35,1-1 21,2 1 26,-2-4 16,5 1 7,-5-3 3,-4 0 5,0-6-3,-4-1-27,-6-1-168,-10-7-978,-9 4 0,-8-4 0,-11-2 0</inkml:trace>
  <inkml:trace contextRef="#ctx0" brushRef="#br0" timeOffset="64194.2679">6036 3415 157,'0'0'31,"0"-4"7,0 3 8,0-1 11,0 0 16,0 2 6,0 0 6,0 0 3,0 0 6,0 0-21,0 0 2,0 0 6,0 0 12,0 0 15,0 2 8,0-1 9,0 0 4,0 0 2,0-1 2,0 2 8,0-4 2,0 2 3,0 0-6,0 0-14,0 0-12,0 0-10,0 0 1,0 0 5,0 0 1,0 0-5,0 0-6,0 0-10,0 0-6,0 0-4,0 0-4,0 0 1,0 0-2,0 0-2,0 0 4,0 0 3,0 0 4,0 0-2,0 0-3,0 0-7,0 0-8,-3 0-7,2 0-6,-2 0-10,-1 0-11,0 0-12,-2 0-8,-1 2-3,3 0-4,-2 1 0,0 0 2,0 1 1,1 0-1,-1 1 1,2-1 2,1 0 4,-1 0-1,-3 2 2,4-2 2,-1 1 2,0 0-1,2 0-1,0 1 1,-1-2-1,0 0 1,0-2-2,2 5 5,-2-6 3,2 2-4,-1 0 0,2 2-3,-1-1 2,1 0 2,0 1 1,0 0-3,0 1 0,0-1-3,0 3-5,0-1 3,0-1-1,0 1 0,0 0-1,0-2-4,0 1-4,1-1 2,1 0-5,-1-2 5,2 1 2,2-2 2,0-2 4,3 2 3,-2-4 1,2 2 2,-1 0 9,1 0-5,0 0 7,2 0-3,-3-1 1,0-2-5,0 0-3,0-1-5,0-1 2,-3 0-2,1 0-3,0-3 2,-2 2-4,3-1-2,-4-3-3,3 1 2,-2-1-2,0 1 2,0 1-2,-3 2 0,0-1 0,0 3-2,2-2-1,-2 1-4,0 0 0,1 0-4,-1 1-5,-1-1 0,-1 1-4,-4 1-10,-2 0-43,0-1-76,-2 2-118,3-3-210,-4-16-399,1 17 0,-1-1 0,5 0 0</inkml:trace>
  <inkml:trace contextRef="#ctx0" brushRef="#br0" timeOffset="66198.1288">6252 3328 748,'0'0'61,"0"0"24,0 0 30,0 0 45,0 0 43,0 1 27,0 0 18,0 0 6,0 2 6,0-2-34,0 0-16,-4 1-11,0 3-6,0 1-37,-4 1-27,-1 3-12,3 2 15,-2 4 17,4 5 11,-3 5-1,1 4 0,0 2-8,3 5-17,2-5-5,-2-2-13,1-5-10,1-5-29,1-8-21,0-2-13,0-4 2,0-2-1,0-3-12,0 0-40,0-1-72,0-2-172,14-9-737,-10 4 0,0-2 0,0-10 0</inkml:trace>
  <inkml:trace contextRef="#ctx0" brushRef="#br0" timeOffset="66855.5887">6359 3420 1741,'0'0'19,"2"1"57,-2 2 40,0 2 48,0 4 40,0 3 26,0 6 19,0 4 9,0 2 12,0 2-5,0-3 1,0 0-49,0-5-34,2-6-47,-2-2-38,0-3-24,3-2-12,-3-3-4,3 0-8,-3-2-4,0 0-8,0-3-10,0 1-8,0-2-4,0-7-3,0-1-2,0-7-8,0-3-8,0-3-7,0-1-10,0-1-11,0 1-2,0 0-3,4 5-10,1 2-4,3 5 2,-3 2-1,5 4 2,-2 0-1,-1 6 12,0-2 6,5 3 4,1 1 7,-2 0 12,3 5 5,-3 1 2,-1 3 0,1 2-1,-7 5 4,2-2-2,-6 1 0,1-1 1,-2 1 1,-7-2-2,-4-2-65,1-3-227,-13-26-500,1 20 0,2-4 0,3-4 0</inkml:trace>
  <inkml:trace contextRef="#ctx0" brushRef="#br0" timeOffset="71063.6243">1476 3440 590,'0'0'59,"1"0"21,1 0 40,-1 1 49,2-1 45,-1 3 31,0-2 18,-2-1 15,3 1 11,-2-2-32,-1 1 9,0 0-2,0 0-26,3 0-30,-3-1-39,0-1-24,0 1-13,0 0-16,0 0-9,4 1-17,-4 0-20,1 0-13,5 0-15,-1 0-18,1 0-8,-2 0-7,3 0-4,0 0 1,3 0 0,1 0 2,0 0-2,3 0-5,1 0 2,-2 0 0,2 0-1,6 0 7,-2 0-3,-1 0-1,4 0-1,-1 0 3,-7 0-1,4 0 1,-3 0 0,2 0-2,-3 0 0,5 0-2,-7 0 2,1 0 1,1 0 0,0 0-4,0 0 2,0 0-2,1 0-1,0 0 4,-1 0 0,3 0 1,-1 0 0,4 0-2,-5 0 1,3 0 1,-6 0-3,5 0 3,-4 0 1,1 0-3,3 0 1,1 0-2,2 0-1,-5 0 1,5 0-1,-2 0 1,-2 0 0,2 0-3,-1 0 1,1 0 1,-1 0 1,2 0 0,-1 0 0,4 0-4,-2 0 4,-1 0-2,2 0 2,0 0 2,-2 0-1,-1 0 0,-4 0-1,1 0 0,-1 0-3,-3 0 6,3 0-1,-4 0 0,1 0 2,-6 0-2,2 0 2,-3 0 4,-1 0 0,2 0 4,-3 0 2,2 0-2,-2 0-2,-2 0 0,0 0-3,0 0-12,0 0-46,0 0-108,0 0-156,4-5-179,-4 3-287,-1 2 0,1-3 0,-3 1 0</inkml:trace>
  <inkml:trace contextRef="#ctx0" brushRef="#br0" timeOffset="74582.5715">3129 3409 583,'0'0'21,"0"0"17,0 0 19,2 0 15,0 0 12,1 0 12,-3 0 19,3 0 29,-2 0 29,-1 1 16,0-1 6,0 1-10,0 1-15,0-2-13,0 0-11,1 0-8,1 0-18,2 0-25,0 0-30,3 0-26,0 0-13,2 0-8,-1 0-4,6 0 0,-6 0 0,2 0-3,1 0-3,1 0-2,1 0 0,-1 0 1,3 0-1,1 0 1,0 0 0,2 0 1,3 0-2,0 0 1,1 0-2,-4 0 2,2 0 1,-5-2-2,0 2 1,-2 0-2,1 0 1,-5 0-3,2 0 1,-1 0 1,-3 0 1,1 0-2,2 0-2,-3 0-1,1-1 0,3 1 0,-2 0 0,-5 0-2,1 0-1,-2 0-5,-1 0 0,-1 0-1,-1 0 0,0 0 8,0 0 3,0 0 1,0 0 0,0 0-7,0 0-25,0 0-90,0-2-69,0-3-61,4-1-254,-4 3 0,1 1 0,1 0 0</inkml:trace>
  <inkml:trace contextRef="#ctx0" brushRef="#br0" timeOffset="75574.4256">3657 3411 149,'2'-1'33,"-1"0"10,2 0 16,-1-2 8,0 3 5,1 0 10,-2 0 17,2-1 13,-2 1 7,1 0-4,2 0-6,-2 0-5,-1 0-9,4 0 5,1 0 16,-5 1 9,5 0-4,1 1-8,-1-2-7,3 1 6,-1 0-5,5 0-2,-3 2-4,2-2-13,2-1-19,-2 3-18,-1-3-13,1 0-2,-2 0 0,-2 1-19,1 0-3,1 2 7,3-2 4,2-1 1,1 1 1,0-1-1,-1 0 3,2 0-2,-5 0-3,3 0 2,-2 0 0,-2 0-11,0 0-5,0 0-3,-1 0-1,0 0-2,2 0 0,1 0-2,3 0 2,-1 0 1,3 0-2,1 0 1,-1 0-1,-1 0-1,1 0 0,-1 0 2,0 0-2,-2 0 1,-3 0-3,-2 0 0,-1 0 0,-3 0 0,0 0-1,-2 0 2,-1 0 1,1 0 4,-1 0 12,-3 0 17,1 0 12,-1 0 8,0 0 7,0 0 4,0 0 1,0 0-1,0 0-18,2 0-47,-2 0-122,0-2-156,8-3-348,-7 5 0,1-3 0</inkml:trace>
  <inkml:trace contextRef="#ctx0" brushRef="#br0" timeOffset="76472.9377">4261 3457 246,'0'-1'35,"1"0"16,2 1 12,0-1 10,2 1 26,-1 0 18,2 0 9,1 0 6,4 0 21,0 1 26,3-1-5,3 1-14,-1 0-7,2-1-10,-1 0-23,-2 0-17,0-1-7,1 1-3,-8 0-11,3 0-33,1 0-4,-2 0 7,3 0 1,-1 0 2,1 0 2,2 0 2,-1 0 1,1 0 1,0-1-10,2 0-9,1 1-7,0-2-9,-3 0-5,2 0-3,-3 2-4,1-2 0,-1 2-6,-3 0-2,2 0 0,-4-1-3,-2 1 1,1-1-1,1 1-1,-5 0-1,-1 0-1,-2 0-1,1 0 4,-2 0 10,0 0 14,0-2 10,0 2 8,0 0 0,0 0-6,0 0-24,0 0-82,0-4-162,0-2-58,0-1-269,0 3 0,0 1 0,0 0 0</inkml:trace>
  <inkml:trace contextRef="#ctx0" brushRef="#br0" timeOffset="79455.4489">5154 3227 1099,'0'1'119,"0"0"39,0 1 36,0-2 28,0 0 34,0 0 22,1 0 23,1 0 24,-1 0 22,-1 0-78,1 0-11,1 0-28,-2 0-24,0 0-25,0 0-34,0 0-23,0 0-22,0 0-22,1 0-25,2 0-16,0 0-13,1 0-12,0 1-12,2 3-4,-2 1 1,3 1 3,-1-2-1,-4 2 0,4 0 0,-4-2 2,0-2 0,2 1 0,-3-2 1,1-1 0,-2 1 4,0 1-2,0-2 2,0 0 1,1 0 2,3 0-1,-3 0 0,2-2 4,0 1-3,0-3 0,3-1-4,-1-4-1,5 0-10,-1-6-4,4 1-5,-1 1 0,-2 0-3,4-1-2,-3 4 2,-5 1-2,3 2 0,0 0 0,-5 5 7,4-3 6,-5 4 0,1-2 1,0 2 2,-1-1-5,1 2-1,-3 0 0,1 0-8,-2 0-11,0 0-16,0 0-30,0 0-25,0 0-49,0 0-106,0 0-181,0-10-341,-3 8 0,-2 1 0,-1 0 0</inkml:trace>
  <inkml:trace contextRef="#ctx0" brushRef="#br0" timeOffset="80041.564">5189 3133 1173,'0'0'86,"0"0"3,0 0 1,0 0 4,0 0 6,0 0 0,0 0 3,0 0 4,0 3 14,0-3-58,1 1 20,0 1 27,-1-2 45,2 0 29,4 0 13,2 0 10,2 0 1,6-3 1,-1-3-13,6-2-22,0-3-23,-2-3-26,0 0-46,-4 2-27,-7 3-13,-4 3-15,0 0-15,-4 3-37,0 2-13,0 1-2,0-1-6,0 1-10,0 1-27,0-1-50,0 0-94,0 0-120,0-2-71,0 2-156,0-1 0,0 0 0</inkml:trace>
  <inkml:trace contextRef="#ctx0" brushRef="#br0" timeOffset="83916.1711">1499 4152 592,'0'0'58,"0"0"23,0 0 24,0 0 16,0 0 20,0 0 22,3 0 12,-3 0 11,0 1 16,0-1-16,0 0 0,0 1-16,0-1-22,0 0-13,0 1-20,0 0-24,0-1-10,0 0-12,0 0-16,0 0-23,0 2-19,3-2-10,-3 0 1,3 0 5,1 0 2,0 0 1,4 0 0,-2 0 5,5 0-6,0 0-17,-1 0-24,0 0 15,2 0 10,2 0 5,1 0 2,1 0 5,1 0-4,1 2 3,2-2 4,-4 3 21,3-3 32,0 0-6,-1 0-9,0 0-7,0 0-1,-1 0-2,1 0 7,0 0-8,-3 0-1,-1 0-1,0 0-7,-2 0-10,2 0-4,0 0-5,0 0-5,1 0-3,-1 0-3,-1 0-9,3 0 4,-2 0-1,0 0 2,4 0 3,-3 0-3,2 0 1,-2 0 1,-2 0 0,0 0-1,-1 0 7,0 0-1,2 0-5,-2 0-9,1 0-11,2 0-2,0 0-12,1 2-2,-1-2-3,1 0-8,-3 0 1,4 2-8,-1-4-2,-4 4-3,1-2 9,1 1-2,0 0 12,0 0-1,2-1 7,2 1 6,2-1-2,-1 1-6,-1-1-12,-1 0-4,-1 2-6,-1-1-5,0-1-3,0 1 5,-4 0-7,3-1 4,-3 0 1,3 0 14,0 2 19,1-1 12,3 0 9,3-1 8,1 2-13,0-2-14,2 0-24,-2 0-5,0 0-10,-1 0-16,1 0-28,-1-2-9,0 2 0,-2-1 0,1 1 1,-5-3 18,0 2 29,-2-1 6,-1 0 13,-2 1 15,-3-1 31,-4 0 7,-1 0 0,-2 2 3,0-1 15,0 1-2,3 0 0,-3 0 11,2 0 9,0 0 4,1 0 1,0 0-2,1 0 1,0 0-2,-3 0 2,0 0-1,0 0-5,0 0-10,-1 0-4,0 0 16,0 1 30,3-1 27,-3 3 5,0-2 7,0 0 5,0 0 4,0 2 1,0-3 2,0 1-6,0-1-18,0 0-32,2 0-27,-1-1-17,-1 1-26,1 0-39,0-2-41,-1-1-42,3-3-41,-1-2-140,-1 6 0,0 0 0,-1 0 0</inkml:trace>
  <inkml:trace contextRef="#ctx0" brushRef="#br0" timeOffset="90373.6407">3287 4285 543,'0'0'82,"0"0"14,0 0 19,0 0 25,0 0 12,0 0 19,0 0 21,0 0 11,0 0 13,0 0-48,0 0-10,0 0-6,0 0-7,0 0-11,0 0-5,0 0-16,0 0-17,0 0-10,0 0-7,0 0-12,0 0-4,0 0-2,0 0-10,0 0-8,0 0-8,0 0 1,0 0 8,0 0 9,0 0 5,0 0 6,0 0 1,3 0-9,-3 0-13,0-1-6,4 0 20,3 1 0,1 0 0,3-2-2,3 1-7,3 1-5,-1 0-4,5-2 8,-3 2 9,5-1 0,-3 0-38,2-1-6,-5 2-29,0-2-15,-3 2-6,-4-1-5,-2-1 2,-4 2-6,-3 0-6,-1 0-3,0-2 16,0 4-12,0-4-17,3 2-70,-3 0-84,0 0-97,0-6-67,-3-11-199,2 16 0,-10-3 0,2 2 0</inkml:trace>
  <inkml:trace contextRef="#ctx0" brushRef="#br0" timeOffset="90831.885">3275 4290 1690,'0'0'82,"0"3"16,0-3 27,0 0 22,0 0 10,2 0 16,4 0 28,1 0 22,5 0 19,4 0-50,6 0 4,-2 0-8,4 0-21,1 0-24,0 0-27,-3 0-58,-1 0-54,-7 0-57,-3 0-56,-7 0-64,1 0-76,-4-5-137,0-2-60,-1 6-111,0-1 0,0-2 0,-4 6 0</inkml:trace>
  <inkml:trace contextRef="#ctx0" brushRef="#br0" timeOffset="91081.4366">3272 4296 516,'11'-1'6,"17"-1"-110,-7-1 0,1 3 0,0-4 0</inkml:trace>
  <inkml:trace contextRef="#ctx0" brushRef="#br0" timeOffset="93716.9088">3903 4002 359,'0'0'65,"0"0"23,0-1 42,0 2 34,0 0 25,0 0 20,0 1 19,0-2 22,0 1 24,0 0-19,0 0 4,0-1-9,0 1-28,0-1-27,0 0-19,0 0-15,0 0-12,0 0-11,0 0-21,0 0-24,0 0-19,0 0-15,0 0-11,0 0-7,0 0-6,0 0-7,3 0-12,-3 0-9,1 0-4,-1 0-2,3 0-2,0 2 0,4 0-2,-2-2-1,2 3 0,-1-1 6,-1 2 3,-1-3 0,0 2 0,0-2-2,-2 1 0,2-2 4,-2 0-1,-2 0-2,2 3 2,1-3-5,-1 0-3,0 0-2,1 0 8,0 0 11,1 0 5,3 0-1,-1 0 2,2-3 4,2 0-4,-1-3 4,1-1 2,1 1 3,-4 0-6,0 1-13,-1 2-6,-1 1-4,-4-1-5,2 2-5,-3 1-23,0 0-37,3 0-68,-3 0-89,4-3-155,2-3-359,-4 5 0,0-1 0,-2-1 0</inkml:trace>
  <inkml:trace contextRef="#ctx0" brushRef="#br0" timeOffset="94257.6349">3953 3955 834,'0'0'31,"0"0"7,0 0 20,2 0 16,-4 0 9,4 0 12,-2 0 10,0 0 12,0 1 33,0 1 38,0-2 58,2 3 22,2-3-6,3 0-13,5-3-6,3-2-17,4-1-25,-1-1-33,0-4-52,-4 2-126,-3-1-124,-1-2-230,-6 2-284,0 6 0,-6 3 0,0 1 0</inkml:trace>
  <inkml:trace contextRef="#ctx0" brushRef="#br0" timeOffset="101235.9922">1547 4953 662,'0'-1'13,"0"1"7,0 0 24,0 0 43,0-1 24,0 2 13,0 0 8,0-1 4,0 3 6,0-2-5,0 0 2,0-1-6,0 0-22,0 0-42,1 0-21,-1 3-5,0-3 4,0 0 24,0 1 16,0-1 13,0 0 11,0 2 2,1-2-4,-1 0-14,3 0-17,-3 0-18,3 0-25,-2 0-43,2 0-35,0 0-16,1 0-8,1 0 8,3 0 0,0 0 15,2 0 19,-1 0 16,4 0 9,-8 0 17,6 0 10,-2 0-7,-1 0-12,-1 0-14,-2 0-7,1 1 31,2-1 13,3 0 1,3 0 14,3 0 2,1 0 7,-3 0-4,-1 0 3,1 0 0,-8 0 15,4 0-41,-4 0-12,0 0-6,0 0-11,-1 0-6,6 2 1,-2-2 21,1 0 14,2 0 8,2 0-6,-1 0 6,-2 0-3,-1 0 1,-2 0 1,-1 0 3,-4 0-5,4 0-15,-2 0-9,2 0-5,-1 0 8,4 0 1,-1 0 1,5 0 0,-1 0-4,0 0 3,1 0 3,0 0-2,-1 0-1,-1 0-2,-2 0-8,0 0 0,-1 0 4,0 0-3,-1 0 1,-1 0-1,1 0 1,2 0 2,1 0-1,1 0 0,6 0 5,2 0-6,0 0-2,1 0 1,2 0 2,-1 0-5,-2 0 4,1 0-6,2 0 4,-5 0-2,1 0-4,-1-2 7,2 2-5,-4-1 1,1-1-1,1 1 2,0-2-3,2 2 5,4 0-5,0-2-3,0 2 2,3-2-6,1 1-3,-4-2 1,0 3-2,-3 0 1,-5-2 1,-2 3-1,-7-1 4,-2 0 6,-6 1 15,3-1 14,-3 0 12,0 1-5,0-1 1,0 1 2,0 0 6,0 0 1,0 0-1,0-2 1,0 2-11,0 0-12,0 0-4,0-1 4,0 1-2,0 0-4,0 0-14,0 0-12,0 0-20,0 0-30,0 0-60,0-1-128,1-4-512,-2-2 0,-4 5 0</inkml:trace>
  <inkml:trace contextRef="#ctx0" brushRef="#br0" timeOffset="106764.546">1518 10305 316,'0'0'17,"1"-2"4,-1 2 8,1-1 16,-1-1 21,0 2 28,0 0 18,0 0 15,0 0 16,0 0 4,0 2 23,0-1 19,0-1 17,0 2-1,0 1-10,0-2-13,2-1-10,-2 1-10,0-1-20,2 0-23,-2 0-23,2 0-20,-2 0-24,0 0-16,1 0-12,-1 0-19,2 0-10,-2 0-8,0 0 4,1 0 3,-1 0 1,4 0-1,-1 2 5,2-2 3,2 1 1,0 0 7,3-1 8,1 1 8,1-1 4,-2 1 2,4-1-1,-3 0-2,4-1-3,-1 2-3,-1-1 3,2 0-2,-2 0-7,2 2-3,-4-2-4,3 0-2,0 1 0,1-1 0,-7 0-1,4 0-1,1 0 0,-3 0-2,-3 0 1,1 0 0,2 0-1,-2 0 0,1 0-1,0 0-1,1 0 1,0 0 0,1 0-1,-2 0 0,3 0-1,-4 0-1,2 2 2,-1-2 0,1 0-3,-2 0 1,2 0 2,1 0 0,0 0-1,3 0 2,-3 0-1,3 0 0,0 0-2,-3 0 1,2 0 4,-1 0-3,1 0 0,-1 0-2,-1 0 1,1 0-2,-2 0 2,3 0 0,-2 0-1,0 0 2,3 0-3,0 0-1,-1 0 2,0 0 1,2 0-2,-2 0 2,2 0 1,-4 0 0,5 0-2,-1 0 1,-5 0 0,3 0 3,-2 0-3,3 0 0,-4-2 2,5 2-2,-1 0-1,0 0 1,0 0 0,1 0-1,-1 0 1,1 0-2,-1 0 2,0 0-1,0 0 1,0 0-1,-1 0 0,3 0 1,-1 0 0,-1 0 1,1 0-3,-1 0 0,-1 0 2,-1 0 0,1 0-3,-1 0 3,2 0 4,0 0-5,-2-1 0,2 1 0,-3-2 1,6 1 1,-6 0-2,5 0 0,-1 0 1,1-1 1,-1 1-4,-2 0 2,5-2 0,1 2 0,-2 0 1,-1 0 1,0-1 0,0 2-1,0-2 0,-4 2-1,6-3-1,0 2 2,-3 0 1,2-1-1,2-1 0,1 2-2,-2 0 1,4-2 0,-3 2 2,1-2-3,-1 1 2,1 1-2,-2-3 1,0 4-2,0-2 3,0 1 1,-3 1-1,2 0-2,-3-3 1,1 2 4,2-2-2,-1 3 0,3-2 1,1-1 0,-1 2-1,1 0-1,-2 0 2,1 0-1,2 0 0,-4 1-2,-2-2 2,0 2 0,-1 0-2,1 0 2,-2 0-3,2 0 2,0 0-1,-2 0-2,1 0 3,-2 0-1,-2 0-1,1 0 3,-3-1-1,1 1 0,-2 0 3,-3-3-2,4 2-1,-1 0 1,4 1-1,-1-1-2,1 1 1,3 0-1,-5-2 1,4 2-2,-1-1 1,3 0 0,-5 0 1,5 1-1,-2 0 2,-3-2 1,0 2-1,-3 0 1,-2 0 6,-2-2 16,-1 1 13,-2-1 14,0 2 15,0-4 12,2 2 5,-2 1 5,3-1-2,-2-1-1,1 2-6,0 0-14,0-3-16,-2 4-13,2-2-16,0 1-11,-2 1-8,0 0-4,1 0-3,-1 0-4,0 0-15,0 0-22,0 0-15,0 0-25,0 0-53,0-3-99,1 0-140,-1-7-317,0 6 0,0 0 0,0-3 0</inkml:trace>
  <inkml:trace contextRef="#ctx0" brushRef="#br0" timeOffset="120225.6808">12782 2920 969,'0'0'106,"0"1"63,0 0 47,0 1 51,0-2 34,0 0 16,0 0 20,0 0 26,0-2 22,0 1-46,0 0-16,0-1-56,0-2-45,0 3-52,-2 0-35,1-1-16,-3 2-20,-3 0-24,-4 0-24,-2 3-27,-2 3-20,-1 3-7,-1 5-3,3 6 2,0-2 2,3 3 2,3-1 0,4-2 2,4-1 2,0-2 3,0-4-4,2-2 8,4-4 9,6 0 2,5-5-5,8 0-10,-3-3-6,2-3-7,-2-1-10,-4-3-7,-5-3-7,-5 2-18,-7-2-4,-2 2-6,-9 0 4,-8 1 8,-2 1 6,-3 0 2,-1 4-36,5 3-140,12-8-713,2 6 0,5-1 0,8-2 0</inkml:trace>
  <inkml:trace contextRef="#ctx0" brushRef="#br0" timeOffset="121827.8502">13760 2954 618,'0'0'73,"0"0"32,0 1 26,0-1 26,-3 0 18,1 2 11,1-1 9,-3-1 9,0 4 6,1-4-31,-3 2-28,-2-2-23,2 3-2,-3-1-5,1 2 0,-5 2 6,1 5 6,-1-1 3,-2 4 3,0 2 8,4-1 6,2-1 3,5 2-15,4-4-10,-1-2-8,3-1-9,1 0-7,4-4-5,4-2-5,6 1-11,-2-4-9,0 1-8,5-1-10,-1 0-7,-2-3-11,4-2-8,-3 0-8,-3-4-4,-3 1-3,-2 1-2,-6-1-4,-1 1-7,-3 2-5,0-2-5,-3 2 2,-4 2-12,-1-2-22,-6 0-44,-1 1-61,1 0-102,3-1-209,-2-1-391,5 2 0,1 0 0</inkml:trace>
  <inkml:trace contextRef="#ctx0" brushRef="#br0" timeOffset="123027.2421">14438 3031 959,'0'2'111,"0"-2"37,1 0 34,-1 0 24,0 0 11,0 0 3,0 1 3,0-1 1,0 1 6,0-1-76,-7 3-24,-1 2-34,-2 2-23,-5 1-1,0 5 4,4 1 15,-3 0 17,7 3 17,4-3 12,2-2 10,-1 0 11,8-3 7,-2-2 0,6-2-16,2-1-13,8-2-16,-1 1-18,3-3-17,-1-3-16,-2-1-17,-6-2-18,-2-2-21,-7-2-19,-1-1-23,-3-1-13,-4 1-6,-9-1-1,-3 3-2,-3 3-7,-4 3-16,4 1-52,3 2-73,11 0-157,13-5-471,-5 3 0,5 0 0,2 0 0</inkml:trace>
  <inkml:trace contextRef="#ctx0" brushRef="#br0" timeOffset="123639.9339">14979 3087 1329,'0'0'103,"0"0"16,0 2 20,-2-2 21,0 2 30,-6 1 24,-5 4 26,3 3 9,-5 2 6,1 2-87,7 1 2,4 0-3,0-3 12,6-2 7,0-1-12,8-2-18,4-2-19,9-2-4,6-3-5,5 1-3,-4-4-8,-5-1-9,-4-5-28,-11 0-27,-7-4-14,-5-3-8,-13 0-9,-11 0-9,-8 4-28,-6 1-97,-1 7-240,1 4-589,8 0 0,5 0 0</inkml:trace>
  <inkml:trace contextRef="#ctx0" brushRef="#br0" timeOffset="125007.3481">12704 3862 1417,'0'0'58,"0"1"16,0 0 23,0 2 30,0-1 22,-3 0 19,2 3 43,-6 1 25,0 1 29,-4 3-4,1 5-4,2 2-5,1 1-10,4 0-23,2-3-1,2 0-5,7-4-26,5-3-17,6-5-22,7-1-31,5-6-22,0-4-14,-6-3-16,-3 0-15,-7-5-23,-9 1-30,-6-4-18,-6 1-17,-13-2-10,-8 4-2,-3 2-1,-6 6-9,4 5-106,14 3-269,8-8-471,13 13 0,9-5 0,18 0 0</inkml:trace>
  <inkml:trace contextRef="#ctx0" brushRef="#br0" timeOffset="125613.4045">13549 3987 2355,'-3'0'17,"-5"0"4,4 1 23,-6 2 24,-1 2 28,1 5 26,-1 1 19,1 2 17,3 2 17,3-1 10,3-2 27,4-5 38,6-2 3,4-2-17,6-2-22,6-2-23,7-5-17,-2-1-14,-6-1-16,-7-3-31,-9-4-20,-5-1-41,-6 1-25,-5-4-6,-4 1-5,-3 5-7,-4 2-24,0 6-68,4 3-114,10 3-157,16-2-625,3 2 0,11 0 0,7 0 0</inkml:trace>
  <inkml:trace contextRef="#ctx0" brushRef="#br0" timeOffset="126136.4677">14192 3992 1024,'-3'0'60,"-5"4"36,0 2 48,-6 4 34,3 2 37,-2 6 22,0 0 28,4 0 24,4-1 30,0-1 4,7-5 19,5-3-11,5-2-36,9-5-31,4-1-33,7-5-16,-4-5-29,-2 0-21,-8-2-22,-7-2-41,-7-2-37,-2 0-26,-13-3-14,-3 3-3,-3 3-7,-4 1-17,-2 6-37,6 4-98,8 2-126,11 2-187,12-7-489,13 8 0,13 0 0,10 2 0</inkml:trace>
  <inkml:trace contextRef="#ctx0" brushRef="#br0" timeOffset="126621.6236">14936 3936 1102,'5'0'144,"-2"0"48,3 0 62,-2-1 41,1-1 36,-3-1 21,0 2 4,0-2-5,-2 1 0,-2 2-91,4 2-18,-5 2-18,-5 7-42,-2 6-29,-5 11-28,-3 9-21,5 5 1,5 4 10,8-2-10,5-1-68,15-6-388,-1-5-654,-3-11 0,-1-13 0,-7-5 0</inkml:trace>
  <inkml:trace contextRef="#ctx0" brushRef="#br0" timeOffset="127704.3863">13706 4751 1510,'2'4'89,"-2"1"37,0-1 40,0 2 34,0-3 25,0-2 20,0 3 16,0-4 22,0 2 19,0 3-57,0-3-13,0 3-25,0 2-34,0-1-31,0 4-23,0 1-17,0 3-13,0 1-27,3 0-50,-3 3-87,3-1-143,4-1-214,-3-2-381,-1 0 0,-2-1 0</inkml:trace>
  <inkml:trace contextRef="#ctx0" brushRef="#br0" timeOffset="128040.1489">13693 5172 1804,'0'4'145,"0"1"27,0-1 13,1 2 8,-2 0 4,1-2 5,0 2 0,0-1 1,0 1-4,0 0-133,0 0-94,0 0-116,0-3-138,0-2-340,-7 5 0,7 1 0,-4 3 0</inkml:trace>
  <inkml:trace contextRef="#ctx0" brushRef="#br0" timeOffset="128308.0122">13639 5431 1192,'0'4'226,"3"5"36,-3-4 18,0 4 7,0-6 7,0-1 4,0 0 2,2 2 1,0-1-8,-2-1-196,4 1-82,-1-1-156,1-1-185,-3-7-349,2 11 0,-3 0 0,2 1 0</inkml:trace>
  <inkml:trace contextRef="#ctx0" brushRef="#br0" timeOffset="128528.2759">13639 5627 1097,'3'8'193,"-3"0"54,0 2 27,0 1 13,0-4 7,0 1 14,0-2 5,0 1 0,0 1-21,0-1-174,0-1-226,8-3-617,-8 4 0,0 0 0,0-4 0</inkml:trace>
  <inkml:trace contextRef="#ctx0" brushRef="#br0" timeOffset="128741.4914">13614 5896 1051,'0'9'75,"0"3"2,0 3-2,-1 5-7,1-5-64,0-5-21,1 1-56,17-4-179,-14 3 0,-1-1 0</inkml:trace>
  <inkml:trace contextRef="#ctx0" brushRef="#br0" timeOffset="128970.4909">13601 6142 1644,'0'4'178,"1"1"22,-1 1 11,1 2 3,-2-5 3,1-1-1,1 2-30,-1-2-112,1-2-165,13 1-518,-13 2 0,4-2 0,-2 4 0</inkml:trace>
  <inkml:trace contextRef="#ctx0" brushRef="#br0" timeOffset="129232.0616">13593 6332 798,'0'10'180,"0"0"48,0 3 50,0 0 34,0-7 17,0 0 5,3-1 3,-3-1-1,3-1-19,-1 0-135,0 3-115,-1-2-168,-1-1-116,3-9-459,-3 13 0,0 2 0</inkml:trace>
  <inkml:trace contextRef="#ctx0" brushRef="#br0" timeOffset="129461.4688">13582 6700 1985,'-3'4'157,"2"4"3,0-2 2,0 4-2,1-5-18,0-1-53,2-2-162,-2-8-483,0 10 0,0-2 0,1 3 0</inkml:trace>
  <inkml:trace contextRef="#ctx0" brushRef="#br0" timeOffset="129678.4961">13563 6980 3030,'0'1'-69,"0"1"-42,2-1-63,0 0-112,-2 2-192,1 1 0,-1 3 0</inkml:trace>
  <inkml:trace contextRef="#ctx0" brushRef="#br0" timeOffset="129925.3047">13565 7257 2871,'0'6'30,"0"0"-3,0 0-3,0 0-24,0-3-74,4-4-162,-2-28-292,-2 23 0,3-1 0,-2-1 0</inkml:trace>
  <inkml:trace contextRef="#ctx0" brushRef="#br0" timeOffset="132351.6724">12680 7416 555,'0'0'25,"2"0"16,-2 0 40,0 0 29,3 0 28,-3 3 28,0 0 29,0-1 23,1 1 16,-1-1-4,0-1 6,0 0-1,0 0-23,0-1-8,0 1-15,0-1-10,0 0-19,0 0-6,0 1 5,0 2 18,0 0 22,0 2 1,0 4 6,0 5-4,0 5-6,0 4-9,0 7-5,0 0-15,0 1-18,0-2-31,0-3-32,0-5-12,0-6-26,0-4-14,0-4-4,0-5-8,0-1-9,1-1-26,-1-1-64,1-2-145,4-3-292,-2-3-523,1-4 0,-4-1 0</inkml:trace>
  <inkml:trace contextRef="#ctx0" brushRef="#br0" timeOffset="133199.5655">13349 7484 1617,'0'3'49,"0"0"41,0 1 37,0 2 30,0 0 29,0 0 25,0 2 28,0 1 39,0 0 38,0 3-2,0 0 5,-3 3-22,0 2-17,3 2-24,-1-1-24,1 4-19,0-1-27,0 0-34,1 0-41,-1-4-30,0-1-16,0-4-17,0-1-20,0-5-7,0 2-11,0-5-23,0-2-79,0-1-193,0-8-813,0 0 0,3 0 0,-3-3 0</inkml:trace>
  <inkml:trace contextRef="#ctx0" brushRef="#br0" timeOffset="133915.981">14162 7496 2252,'0'3'102,"2"-2"5,0 2 13,-2 0 19,0-3 25,0 4 22,0 1 47,0 0 34,0 3 28,0 2-65,0 5 6,0 0 11,0 4-7,0 3-14,0 2-22,0 0-21,0-1-46,0-3-34,0-1-30,0-5-18,0-3-26,0-4-37,0 0-53,0-4-197,1-9-842,-1 5 0,3-6 0,-3-1 0</inkml:trace>
  <inkml:trace contextRef="#ctx0" brushRef="#br0" timeOffset="134607.6489">14865 7517 941,'0'3'134,"0"-3"20,0 1 43,0 3 46,0-4 44,0 4 45,0 1 43,0 2 60,0 2 33,0 3-84,0 9-12,-4 3-15,4 4-38,-3 5-47,2 0-41,-1-1-44,4-4-42,-2-2-64,0-8-53,0-2-94,0-4-174,41-8-887,-38-2 0,-3-2 0,0-2 0</inkml:trace>
  <inkml:trace contextRef="#ctx0" brushRef="#br0" timeOffset="138576.3308">11853 2910 1598,'-3'0'79,"3"3"20,0-1 25,0 1 29,0-1 16,0-1 7,0 2 2,0-5 2,0 4 7,0-2-56,0 0-19,0-2-19,0 2-18,0 2-19,4 0-9,-1 1 0,6-1 1,3 1 0,4 0-4,8-1 2,-2 0-2,5 0-1,-4 0-20,-6-2-31,-2 2-48,-11 1-81,2-3-164,-5-23-358,-2 23 0,-5-1 0,-2-3 0</inkml:trace>
  <inkml:trace contextRef="#ctx0" brushRef="#br0" timeOffset="139068.587">11737 2991 772,'0'0'6,"2"0"1,-2 0 0,3 0-1,-1 0 0,0 0-6,2 0-20,2-1-28,2-1-99,-1 2 0,-2 4 0,1-2 0</inkml:trace>
  <inkml:trace contextRef="#ctx0" brushRef="#br0" timeOffset="140358.5362">11793 2990 452,'0'0'152,"0"0"6,0 1-7,0-1 7,0 0 3,0 1 5,0 4 18,0-2 10,0 4 18,0-2-84,-2 2-37,2 1-2,-1-1 25,0 2 17,0 0 6,-1 1 6,-1-1-8,2 3 2,-2 1-15,3 1-18,0 2-1,-3 2-2,2 1-17,1 2-23,-2-4-6,2 3-10,0 0-7,0 0-10,0 0 0,0 3-6,0-2-2,0 4-2,2 1 2,-2-1 0,0 3-2,0-2-2,0 3 1,1-1-4,-1 1 1,0-1 2,0-2 0,3 0 1,-3 0 0,0-2 3,0-2 3,0 1 2,0-2-1,3 0 1,-3 0-1,1-1 0,1-1-2,-1 2-2,1-2-2,-1 2-1,1 2-5,0-1-2,1-1 4,-2 2-4,-1 1-4,0 0-3,0-2 1,0 2 3,0 3 6,0-1 4,0 1 14,0 1 8,0 0 12,0 0 26,1-3 11,1 1 12,-1 1 0,2-3 0,0 1 8,3 0-3,-4-2-11,-2-1-7,3 0-13,-3-2-22,3 2-10,-6 2-8,6-1-3,-3 0-2,0 3-13,0 0 1,0 1 0,0 1-3,0-2-1,0 3 6,0-2-1,1-4 2,-1 0-1,1 0 1,1-5-1,-2-2 1,0-2-6,0-4 3,0-1-2,0-4-7,0-1 0,1-1-3,-1-1 2,0-1-2,0 0 1,0 0-1,0-1 2,0 0 0,0 0-1,0 0 0,0 0 2,0 0-4,0 0-4,0 0-5,0 0-6,0 0-7,-3 0-5,-5 0-5,-3 0-5,-5 0-4,-5 2-2,-2 2 4,1 3 2,2 1 5,1 1 3,5 0 5,1-2 5,4 0 5,0-1 4,3 1-1,2-1 0,1 0 1,0-3-3,3 0 2,0 2 4,0-4 4,0 3 2,0-1 4,0 1 5,0 0 6,0 1 3,5-2 2,-1 1 5,3-1 4,8-1-2,4 0-4,6-1-15,4-1-38,5 0-159,6 0-364,-14 2-464,-5 0 0,-4 0 0</inkml:trace>
  <inkml:trace contextRef="#ctx0" brushRef="#br0" timeOffset="142424.0885">11872 5095 482,'0'3'83,"0"1"29,0 3 24,0 0 28,0 2 27,0 0 31,-4-1 22,4 1 26,0 2 28,-2 2-22,0-1-16,-1 2-14,-2 4-8,2 3-15,-1-1-16,2 4-23,1-1-17,1 2-17,1 0-21,-1-1-23,0-1-13,1 0-13,0-1-11,3 2-9,-1-3-5,2-1-9,-4 1-5,1 0-3,0-1-1,-2 2 4,0-1 3,2 2 4,-2 0 3,0 0-3,0 0-4,0-1 2,0 2 2,0-1-6,0 0-5,0 0-10,0 0-8,0-1-6,0 3-8,0-1 6,0 2-3,0-1-2,0 3-1,0-2 1,0-2-1,0 0 1,0 1 3,0 0-2,0-2 0,0 1-3,0 1 0,0-3 3,-2 1-5,0 1 2,-1-1-1,-2 1-1,2 0-2,-2 4 2,0-1 2,5 2-5,-6 1-2,5 3-3,-2-3 4,2-1-3,0-3 2,1 0 1,-2-4 0,2 1 0,-4 0-2,2-3 5,0 2 0,-1 0 1,-2 0 2,3 3-1,-5-1 1,4 1-3,-1 3 2,0-1-3,-3 2 1,3 0-4,1 1 3,-1-2-2,2-3-1,2 2-1,0-1 1,0-4 0,0 1-1,0 1 0,-2-1 3,2 1 0,-3 0 1,-1 1 4,1-3-2,0 5 2,-1-2-1,0 1 4,4-2-1,0 3 4,0-2 2,0 1 0,-2-3 0,2-1 1,0-4 2,0-1 0,2-1 5,-2 0 1,0 0 4,0-1-1,0 0-5,0-1 0,0 1 1,0 1-3,0-2-2,0 4-3,4-3-1,-4 0-3,4-1-3,-1-2-2,3-1 3,0-3-1,0 1 2,1-4-2,1-1 3,-1-1 0,5-1-2,-3-4-2,5 4-1,3-2-3,2-5-24,6 1-64,3-2-196,-2-16-810,-2 8 0,-4-4 0,0-9 0</inkml:trace>
  <inkml:trace contextRef="#ctx0" brushRef="#br0" timeOffset="143821.6844">11302 3728 974,'0'3'87,"0"1"30,0-2 41,2 3 46,-2 0 43,0-3 27,2 0 14,-2 0 10,0-1 8,0-1-50,0 0-28,0 0-21,0 2-27,0-1-32,0 0-29,0 3-14,0 1 1,0 2 12,0 2 10,-2 2 14,-3 8 9,-3 6 0,1 4-13,-1 7-11,2 2-12,2-2-9,4-1-12,0-5-22,0-4-15,1-5-18,-1-8-13,0-4-12,0-4-54,0-4-148,11-6-383,-11 0-425,3-4 0,-3-2 0,1-3 0</inkml:trace>
  <inkml:trace contextRef="#ctx0" brushRef="#br0" timeOffset="144851.2993">11509 3744 1469,'0'1'97,"0"-1"13,0 0 8,0 1 11,0-2 11,0 1 23,0 0 29,0 0 30,0 0 30,0 0-54,0 1 4,0 2-1,0 2 13,0 1 4,0 1 12,-3 1-7,3 0-22,-4 2-22,-3 0-26,1 3-15,1 0-19,-1 1-7,2 3-18,-2 0-9,2 2-24,0-1-15,0 2-3,0 1-7,1-2-5,-1 2-4,2-2-4,1-3-5,1 4 0,0-5-5,1 2 0,-1-4 0,0 1-1,2-1-1,-1-1 1,3-2-2,-2-2-1,4 0 0,0-4-5,-2 0 4,2-4 0,1 0-1,1-1-2,3 1 0,-2-2-3,5 0-1,-5-3-2,0-4-8,-3 2 2,0-2-5,-2-1-2,-1 2-4,-3-1-4,0-1-4,0 1 1,-4-2-2,-3 2-1,-3 0 6,-6 2 1,-1 1 1,-4 1-2,4 3-27,-1 1-64,6-1-134,8 0-301,-6-1-386,7-3 0,3-1 0,0-4 0</inkml:trace>
  <inkml:trace contextRef="#ctx0" brushRef="#br0" timeOffset="146721.2655">11427 3469 527,'-3'0'124,"0"1"22,3-1 28,-5 0 24,1-1 16,-2 1 21,-1 0 17,-1 0 12,-1 1 15,0-1-74,2 0-21,-3 1-14,0 2-21,-2-1-16,1 2-10,-3 1-16,2 1-13,-4 0-7,2 0-1,-1 4-6,-2-1 4,2 4 7,-3 1 14,1 0 2,1 2 2,2 1 6,-5-1 9,5 3 6,-2 0-9,4 0-4,-2-1-9,4 1-3,1-4-17,3 1-6,-1-5-3,1 3-5,4-1-14,-2 0-7,1 0-4,0 3-5,-2 0-8,-1 0-8,3 4-4,-2 0-6,-1 1-4,3 2-2,2-1-1,-1-4-1,0 3 2,2-1-1,0 1 1,0-2-2,0 1 1,0-2 0,3 1-1,-1 0 2,1-1 0,3 1 0,1 0-1,-2 0-2,2-1 1,-1 2 0,0-2 0,0-5 0,4 3 2,-3-1-4,4-4 1,-3 2-2,5-1 1,-4 0 1,5-3 0,0 2 2,0-2 1,4 2 3,-4-1 2,0 2-4,1-2-5,0 0-2,0-1 5,-1-2 0,3-2-3,1 1 2,0 0-2,3-2 2,-2-2-4,1 1 5,-4 0 9,1-1 4,0 0-7,0-2-3,0 0 1,0 0-8,1 0 2,3 0-8,-3-2 2,0 2-4,3-2-7,-5-1-12,5-1 7,-4-1 3,1-1-6,3 0-1,-5 1-3,1-1 4,1-1-2,-5 1 3,2-2 3,0-1 6,-3-2-7,1 1 0,-3-2 6,1 2 4,-3-3 0,3 1-2,-1 1-1,-2 1 2,2-3-1,0 0 3,-5-1-4,3 1-4,-2-3 2,-3 2-7,1-7 3,-3 0 0,2 0 1,1-3 0,-2 1 1,2 1-1,-3 2 4,-1 3 4,3-1-2,-3 1 6,0 1 3,0-1-2,0-2 1,-3-1-2,2-2 0,-1-1-1,0 0 1,0 0-1,-2 2 2,1 2-1,-2 1-2,2 1-2,-3 3-1,1 0 0,-7-2 1,3 0-3,-2 0 1,-3-1 3,0-1-4,-1 0 2,0-1 0,-2 3 2,-1 0 2,0 1 3,-3 0-2,3 4 4,-5-1-1,-2 1-2,-4 3 2,-5 0-1,1 1 3,-4 2-2,3 3 0,-3 2-4,3 0-1,0 2-7,7 2-32,1 6-45,1 1-116,3 6-175,2-8-678,1 11 0,-4-1 0,4-1 0</inkml:trace>
  <inkml:trace contextRef="#ctx0" brushRef="#br0" timeOffset="163207.665">16271 7455 1445,'0'1'84,"0"1"27,0 0 41,0 0 33,0-1 19,0 0 13,0-1 9,0 2 13,0-4 26,0 2-45,0 0 15,0 0-18,0 0-33,0 0-30,0 0-16,0 0-15,0 0-6,0 0-9,0 0-26,0 4-20,0 1-15,0 1 7,0 6 12,0 3 13,0 3 7,0 4 8,-3 1 3,3 5-1,-1-4 2,0 2-7,0-7-8,-1-4-15,2-3-16,-3-3-15,6-4-5,-3-2-8,0-1-3,0-1-4,0 0 1,0-1-5,0 0-16,0 0-41,0 0-136,0 0-227,0-26-654,0 23 0,0-2 0,0-3 0</inkml:trace>
  <inkml:trace contextRef="#ctx0" brushRef="#br0" timeOffset="163774.2406">16148 7766 1714,'0'1'110,"0"0"34,0 2 34,4-2 38,-3-1 28,5 0 36,-3 0 40,-1 0 28,4 0 20,-3 0-62,2 0-21,-2 0-27,3 0-27,2 0-30,3 0-20,1 2-32,2 0-41,6-1-25,1 0-19,2 2-9,-2-2-16,1 0-10,-7 2-12,-2-2-16,-7 2-29,-1-1-65,-5 2-100,0-2-115,8-2-252,-6 1-389,-4-2 0,1-5 0,1-2 0</inkml:trace>
  <inkml:trace contextRef="#ctx0" brushRef="#br0" timeOffset="164604.0278">16281 7409 695,'0'0'59,"0"0"30,0 2 24,0 0 23,0-2 23,0 3 29,0 3 31,0-1 27,0-2 24,-1 0-6,-2 1-14,0 0-14,0-1-10,-3 1-2,1 2-4,0 1-5,-4 0-18,-2 3-14,3 2-15,-6 1-19,-1-1-16,1 4-18,3-1-97,2-3-261,1-8-662,4 2 0,0-5 0,1-2 0</inkml:trace>
  <inkml:trace contextRef="#ctx0" brushRef="#br0" timeOffset="169858.4206">13287 7281 730,'-3'0'70,"3"0"38,-3 0 51,0 2 47,3-2 17,0 0 13,0 1 7,0-1 12,0-1 18,-1-1-8,-3 2-27,1-4-36,-3-1-44,-2-1-38,0 0-16,-5 1-6,0-2 5,1 0-1,-3-1-11,0 2-25,1 1-5,-4-2-2,1 5 2,-4-4 0,2 2 6,1-1-6,-4 3-7,0-2-8,3 2 0,-4-1 0,0 2 1,-1 0 1,-2 0-1,1-1 0,4 2-2,-1 0 6,-2 0-6,6 0 1,-3-2-6,4 2 0,1 0-4,-4 0-3,8 0-5,-5 0-9,2 0-5,-3 2-6,0 0 1,0 3-5,-3 1-1,0 0 1,3 0 2,-1 0-2,1 0 1,3-1-1,2 0-2,-1 0 1,6-3 0,0 1 2,-3-1-1,1 1-1,0-1 0,-2 2 1,6-2 3,2 1 5,0-2 1,-2 0 4,6-1 3,-3 3 1,3-3-1,-2 0-1,2 0 0,0 0-2,0 0 0,-3 3-4,0-2-2,3 1-3,-1 1-4,1-2 0,0 1 0,-4 1 1,4-1 2,0 2 1,-2-1 2,1 0 0,-2 0 3,2 1 0,0 0 1,1 0-1,0-1 0,-1 1 1,0 2-4,-3-1 4,2-2-7,-3 2 0,3 3-1,2-1-1,0 1 4,-2 1-1,0 0 0,-2 1 2,1 1 1,1 1-1,-1 1 2,-1 1 3,1-2 1,3 2 1,-3 0-4,0 0 1,3-1 1,-5 3-2,5-1 2,-2-1-3,1 1 0,-2 1-2,3-1-1,-1 1-3,-1-2 2,2 0-4,-2 2 4,0 0-4,2-1 0,0 1 1,0 0-1,-3-1-5,3-3 1,0 2 2,-1-4-1,1 1 1,0-1-1,1-2 0,-1 0 0,0-3-1,0-1 0,0 1 4,0 0 0,0-1-2,0 1-1,0-1 0,0-2-2,3 2-4,-1-3 0,0-1 1,4 2-1,2-2 2,2 0 0,4 2 3,-3-4 0,4 2 2,-2 0 1,-1 0 2,3 0 0,1 0-2,-2 0-1,-2 0-2,3 0-2,-1 0-4,0 0 1,4 0 1,0 0-3,1 0 1,-2 2 2,1 1 0,-1-1 1,0 1 0,-5 3 6,2-3 0,0-1-1,-3 1-1,3-2 2,-3 0-1,0-1-1,1 0 2,1 0-2,2 0 1,2 0-4,1 0-1,0 0-5,3 2-4,-5-2-1,-2 0 0,0 2-1,1 0-5,-2-1 3,2 1-4,-3-1 1,4 0 1,-1 0 7,-3-1 2,4 0 3,3 2 0,0-4-4,1 2-6,-1 0-3,4 2 0,-4-2-2,2 2-2,-1 0-4,0 1 0,1 1-2,1-2 0,-5 1 3,1 0 12,1-2 2,-2-1 2,-2 1 1,3 0 3,0-1-1,0 0 3,0 1-1,3-1 1,0 0-1,1 0-4,-1 3-1,-2-3-5,2 3 1,1-3-2,-2 0 4,3 3-2,-2-6 1,4 3-2,-2 0 4,1 0 4,1 0 1,-5 0 2,4 0 1,-1 0 3,-3 0-1,1 0 1,2 0-4,-3 0 0,1 0-1,0 0 2,-2 0 0,-1 0 3,1 0-3,0 0-2,0 0 2,-1 0-2,-3 0 5,1 0 3,3 0-2,-4 0-2,6 0-1,-4 0-2,-1 0 2,1 0 1,0 0 1,-2 0 0,0 0-1,1 0-1,0 0 0,1 0-1,2 0 2,3 0 2,-2 0-2,-2 0 1,4 0-3,-7 0 2,0 0-2,2 0 0,4 0 1,-4 0 2,-1 0-2,1 0 4,-2 0 0,0 0-1,-1 0 2,0 0-1,4 0 0,-1 0 2,-2 0-1,5 0 2,-2 0-1,4 0-3,-3 0 4,2 0-2,-2 0 1,2 0-1,-3 3 3,-1-3-4,-2 0 2,2 1-1,-1-1 1,4 0-1,-2 0-1,-2 0 1,1 0-2,-3 0 1,3 0-2,-1 0-1,1 2 4,-3-2-3,4 0-1,-3 1 3,0 1-2,-1 0 0,0 1-1,-3-2-2,2-1 3,-2 3 3,0-3-4,-1 0 1,-1 0 0,-2 1-3,2-2 1,1 1 0,-1 0 2,2 0 3,-4 0-2,4 0-2,-4 0 1,-2 0 0,0 0 4,-3 0 1,-2 0-1,0 0 5,0 0 7,0-1-1,0-1 2,0 1 0,0-4 1,-1 0 2,-3-3-5,2 0 4,0-2 1,-1 1-5,3-3-7,-3 2 3,3-1 1,-4-1 0,4-2-1,-5-2 5,-1-4 2,0-3 2,-2-3-1,-3 0 3,0-1 2,0-3-1,2 1-2,4-1 0,2 1-2,3 3-2,0-2-3,0 5-5,2-1-1,-1 4-1,2 2-2,2 1-2,1 1 0,-2 5 1,2 1 0,-5-1-7,0 2 0,2 2-3,-3 0-8,0 2-13,0 2-8,0 2-4,-3 1-1,1 0-1,-3 0-2,2 0 6,1 0-1,-1 0 6,-3 0 8,6 0 6,-4 0 8,0 0-2,-2 0-6,-1 0-7,1 0-12,0 0-15,2 0-8,0 0-12,-3 0-10,-1 0-7,-2 0-6,1 0-8,1 0-14,-3 0-12,0 0 4,-3 0 3,-1 0 7,1 0 9,-4 0 5,1-3 5,-2 2 6,-2 1 7,0-2 21,2-2 18,-3 2 12,2-2 6,-3 1 4,0 0 2,0 1 3,-2-1 6,0-1-1,2 3 5,-2-2 1,1 2 2,3 1-2,-2 0 3,2 0-2,-3 0-3,6 0-6,-3 0-3,2-2-2,-3 1 1,1 1-4,-1-1 2,-4 1-1,-1-1-2,-1 1 3,2 0 4,-2 0 9,6 0 4,1-1 4,6 1 1,0 0 2,1 0 0,3 0 1,1 0 1,-5 0-2,-2 0 0,-4 0-2,-1 0-2,-3 0 1,-3 0-2,-2 0 3,1 0 1,-3 0 2,1 0 3,-1 0 4,2 0 0,-2 0 4,3 0 1,0 0 0,4 0 2,0 0-4,0 1 1,1-1 12,-1 0 3,-3 0 1,1 0 2,-1 0 2,-5 1 10,1 1 7,-4 1 7,-2 1 7,4 1 2,0 0-6,7-1-1,2 1 3,6-3 6,2 1 6,2-2 2,3-1 10,1 0 4,0-1 3,3 1 6,1 0 7,-6-3 7,1 3 26,1-2 6,1-1-10,-1-1-9,4 2-16,4-1-13,2 3-7,-2-2-11,3 1-15,0 1-11,0 0-33,0 0-14,0 0-3,0-1-2,0 1-2,0 0 0,0 0-1,0 0 3,0 0 0,0 0 0,0 0 0,0 0 0,-1 0 1,1 0-1,-2 0 0,1 0 3,1 0-3,0 0-2,0 0-1,0 0-3,0 0-1,0 0-3,0 0-3,0 0-5,0 0-8,0 0-20,3 0-32,0 0-126,2 0-223,1-12-616,-5 10 0,1-3 0</inkml:trace>
  <inkml:trace contextRef="#ctx0" brushRef="#br0" timeOffset="184246.2881">1404 6139 1364,'0'0'16,"0"0"1,0 0 4,0 0 7,0 0 26,0 0 38,0 0 45,0 0 55,0 2 65,0-1 21,0-1 43,0 0 14,0 0 0,0 0-6,0 0-24,0 0-35,0 0-43,0 0-49,0 0-56,0 0-36,0 0-41,0 0-14,0 0-4,0 0 5,1 0 9,2 0 1,-1 0 3,4 0 0,1 0-3,0 0-1,4 0 1,-1 0 2,0 0 2,2 0-6,2 0-7,1 0-4,2 0-6,1 0-3,-1 0-6,-4 0 0,4 0-2,-6 0-4,-1 0 1,1 0-4,-6 0-3,-3 3-1,2-3-2,-4 0-4,0 0-6,2 0-18,-2 0-35,2 1-70,1 1-113,1-2-199,2-13-506,-4 12 0,-2-3 0</inkml:trace>
  <inkml:trace contextRef="#ctx0" brushRef="#br0" timeOffset="184995.4753">1518 6035 1148,'1'0'32,"-1"0"28,3 2 36,-1 2 52,3-3 38,0 4 39,1 0 24,-2-3 22,4 0 17,2-1-4,-2 1 0,3 0-23,-1 2-32,4-2-49,0 4-36,-3 1-35,0-1-23,1 2-20,-1 0-16,0-2-13,-5 1-13,2-1-9,-2 2-2,-1-1-3,-2 2 1,0-3 3,-3 0 2,3 2 4,-6-2 5,6 1 11,-3 0 2,0 0 9,0-1 7,0-1 4,-3 0-2,-3 1 0,-3-1-2,-1 4-6,-5-2-8,1 1-16,-4 1-18,-2-1-37,3 2-84,1-2-188,5-9-626,3 3 0,2-2 0,6-1 0</inkml:trace>
  <inkml:trace contextRef="#ctx0" brushRef="#br0" timeOffset="187690.5651">2075 5792 834,'-1'0'23,"-2"0"16,-1 0 27,0 0 20,-2 0 15,-1 4 14,3-1 22,0-1 28,-2 2 11,2-1-4,-1 1 23,-1 1-5,0-2-20,-1 2-13,2-2-10,-2 2-8,-1-2-15,2 2-19,-1 0 1,-1-2-3,0 3-22,-1 1-6,-2 0-2,1 3 2,0-3-1,1 3 4,1-1 0,-2 2 1,3-1-7,-1 2-6,1 1-1,0-2-3,1 1-4,-1-1-6,2 0-4,-1 0-2,5-1 0,-4 2-7,3-2-1,-2 2-5,2-1-1,0 0-4,0 2 2,2-2-2,0 1 1,0 0-7,0 1-5,0-2 1,0-1-2,0 1 1,0 1-4,0 0 5,0-1-1,0-1 0,0 1-3,0-2 5,0 3-4,0-1-3,0-1-2,0 1 0,2-1 0,0 1 0,0 0-1,3-2 1,1 1 5,-2 1-3,0-1 7,2-2-2,-4 1-1,4 0 4,1-1 0,-3 1-2,2 0 0,-1 0-5,1-2-5,-2-1-1,1-1 0,2 0 4,0-1 4,-1-2 4,2 5-1,3-4 5,-1 1 3,1-2 8,3 1 6,-1-1 0,3 1 0,-4-3-5,4 1-2,-1 0-6,-1 1 2,0-2-6,-2 2-5,1-1 1,-1 0-5,2-1-1,-3 0 0,3 0-2,-4 0-1,2 0 1,1-1-2,1 0 4,-1-2 0,1 0-1,0-2-1,1 0-2,1-1 1,-4-2 2,2 2 1,-1-2-2,-2 0 3,3-1-4,-4 2 0,3-2-3,-3 1 0,-2 1 1,-1 1 0,-1-3-2,2 1-3,-4-2 1,3 0 0,-1 0 1,1-2-1,-2 0 1,-2 0 0,5-2 1,-4 1-2,1-1 0,-5 0 0,2 0-1,-2-2-4,0 4 1,0-2-5,0-1 2,0 3-2,0-1-1,0 1 1,0 0 3,-2-1 2,0 2 1,-5 0 1,-1 0 1,1-2 8,-3 0-2,-1 0 1,7 1-5,-4 0 0,1 0-2,1 1-2,-4 3 0,2 1-1,1-1 0,-5 0-3,2 2-2,-1-1 2,1-2 2,-3 2-1,1-2 4,0 2-4,-1-1-2,-2 0-4,-4 4-4,-4 0-3,-3 2 1,-2 2-1,-1 0-3,2 0 3,4 0-6,4 2 0,0 1-12,3 1-17,1 1-39,4 2-84,3 0-93,2-4-127,5-1-127,-1-2-339,-2 0 0,0-2 0,1 2 0</inkml:trace>
  <inkml:trace contextRef="#ctx0" brushRef="#br0" timeOffset="192313.8768">3373 5794 978,'0'0'53,"-4"0"26,4 0 28,-2 0 39,0 0 47,-1 0 22,1 0 20,0 0 23,-4-2 64,2 0-20,-2-1 2,-2-1-13,1-1-22,0 2-34,-2 0-44,0 0-15,-3 0-19,2 0-20,-5 1-59,4 1-19,0 0-14,-2 1-12,1 0-7,-1 0-7,1 0-1,-1 0-9,-1 0 1,4 1-7,-5 1-1,-1 4 0,-1 1-2,-2 1-6,-3 1 4,-3 2 2,3 3-2,2-2 1,5 2-2,-1-1 2,4 1-1,0-2 1,-1 1 5,3-1 4,2 0-1,1 0-2,0 2 7,-1-1 2,1 0 2,0 2 0,-1 0-2,2 0-4,2-1-2,-3 1 2,4 1-2,1-1 1,-1 1-6,1 1-2,2-2 0,-2 0-1,2-3-1,0 3 6,2-1-3,-2-2 0,0-1 0,0 3-1,2-2 2,3 2 3,-2-2-2,2-1 4,1 2 2,-2-1-7,2-1 3,2-1-2,-1 0 0,-1 0-6,2 0 2,2-3 4,-3 3-4,4-1 3,1-2-1,-1 2 7,3 1-2,0-2 1,-1 1 1,2-2 5,-4 1-1,3 1-6,1-3 6,-4 2-13,4-1 4,1 1-2,0 0-2,1-2-3,4 0 0,-2-2 3,2-1 2,1 0 0,0-1 0,2-2 8,-1 0 0,2 0 2,-1-2 6,1-2 2,-3-2 3,-1 0-2,-2 0-2,-1-3 2,0 2 1,-1-2-3,3-3-2,-3 1 0,0-2-2,0 1-1,0-3-2,-1 0-4,2-2 2,-4-2-5,-3 2 0,-2 0 1,-3-2-1,-2-1 0,-2 0-1,2-1-3,-4 3 4,0-5-2,0 4-2,0-1 0,0 1-2,0 0-3,-4-2 2,2 1-1,-2-1-6,-5-1 5,-1 2-3,2 1 4,-5 3 3,3-1 2,-2-2-2,-2 7 8,-1-2-1,-3 0-2,-5 3 5,-4 0 3,-2 3-2,-7 1-1,-1 4-1,0-1-2,-3 3 0,2 0-2,7 1-5,3 0-16,3 0-46,11 0-100,0 2-130,10 2-144,1-10-494,1 9 0,4 3 0,1 0 0</inkml:trace>
  <inkml:trace contextRef="#ctx0" brushRef="#br0" timeOffset="193929.4245">4424 5782 1833,'-2'-2'113,"0"2"35,0-2 27,-4-1 28,2 0 30,-3-1 22,1 0 17,1 0 7,-2 1 1,-3 0-73,-3 3-36,-3-2-34,-1 2-25,-2 0-26,-2 2-29,-1-2-21,-2 5-16,4-1-8,-2 5 1,2-1-4,3 2 1,-2-1-1,4 0-2,-1 3 2,1 1-1,0-2 2,2 3-4,1-2 3,2 1-1,-1 1 1,0-1 6,-1 3 2,2 3 5,0-2 0,-1 2 2,3 0-2,-2 1 4,3-5-1,3 3 1,-3-3 0,4 0-4,-1-1-1,3 0-7,1 0-1,0-1 0,0-1 1,0 0 6,0 1 0,0-1 2,0 2 4,2-1-2,1 1 2,3 1 0,0-2-1,0-3-2,1 3 3,0-2-6,3-2 4,0-1-2,-1 1-4,5-2 4,-3 2-3,3-1 4,0 1-2,4 1 2,-2 0-3,3-4 0,-1 3-4,-2-2-2,2 2-2,-4-4-3,1 1 2,1-1 2,0-3-1,4-1-2,-1-1-1,5 0 3,-2 0-2,-1 0 0,4 0-2,-2-1 3,1 1-2,-3-2-1,-2-2 1,2 0 0,2-1-1,0-2-2,0 1 1,-1-3 4,2 2-1,-5-2-2,1-2 1,-2 1-2,0-2-1,-3 2 1,1-1 1,0 0 0,-2 0-1,0-3-3,-3 2-1,-3-2-2,-2-2-5,-4-3-2,-2 2 0,0-4-1,0-1 0,-2 3-1,-1-1 3,-1-1 4,-3 3 5,-4-1 1,-2-1 1,-1-1 4,-2-1 0,-1 1 3,0-1 1,-5-1-1,0 0 1,-3 3-8,-3-1 1,-2 3-4,-2 3 6,-5 1-3,-5 4 2,3 4-6,-7 1-6,6 1-10,1 4-21,6 0-36,7 0-100,9 4-122,7-4-214,2-11-457,5 13 0,3 0 0,6-2 0</inkml:trace>
  <inkml:trace contextRef="#ctx0" brushRef="#br0" timeOffset="195791.4522">5305 5799 1384,'0'0'62,"0"0"6,1 0 12,-2 0 15,0 0 26,1 0 25,-3 0 18,0 0 8,-1 0 8,0 0-43,-4 0 2,-1 0 12,2 0 0,-4 0-11,3 0-24,-3 0-24,-2 0-19,-1 0-5,2 0-10,-3 2-9,-1 1-9,2 0-16,2 3-12,0-2-3,2 4 0,-1-1 0,0 1 4,2 0 0,-3 0 1,-1 1 2,4 2 0,-1-1-2,-3 2 1,2-2 3,5 2 3,-2-1 1,3 3 4,3-2 5,0 0 4,0 2 0,1-2 3,0 2 11,-2-2 3,2 2-1,-1 1-4,2 1 1,-3-2-6,2 3-3,1-3 1,-1 1-5,1-2-2,0-1-3,0 2 0,0-3 4,0 0 3,1 0 2,3-1 2,-1 1-5,4-2 3,1 2 5,1-2 4,0-1-6,-1-1 2,1 1-8,2 0-1,0-1-1,-4 0-4,3 0 4,-4-1-5,0-1 0,2-1-4,-1 1-3,0-3-4,-1 2 2,1 1 0,0-3 2,-2 3 1,2-1 5,1 1 6,2-3 5,0 1 0,1-3 2,0 1 1,2 0-1,-1 0-3,2-1 1,-3 0-3,3 2-9,0-2-7,-4 0-8,2 0 1,-2 0-2,4 0-3,-4 0 1,3 0 1,-1-2-2,1 2-2,1-1 4,-3-1 1,1-1-2,1 1-2,-3-1 0,2-1 2,-1 2-2,2-3 1,-1 3 0,1-3 0,-5 1 0,2 2-2,-1-3 5,0 0 2,-1 1 4,2-3 1,2-1-1,-3 2-2,2-2 1,0 0-2,0-1 12,-1 3-6,-2-4 4,0 1-13,-1 0 2,-1 0 2,-2-1 1,1 1-3,-2-2-2,-3 0 1,3 1-6,0-2-5,-2 0-3,-1 1 8,3-2-5,-6-1-3,6 2 0,-3 0 8,0 2-8,0-1 4,0 1-1,-3-2 8,2 1 5,-2-1-3,-3-1 3,-2 0 5,1-4 6,-3-1-7,1-3 11,-4-1-5,1-3-6,-2 1-6,-4 0-6,-3 2-4,-1 3-14,-3 6-25,-6 3-30,-2 5-73,-4 3-142,2 0-258,-2-7-534,-1 14 0,1 1 0,2 3 0</inkml:trace>
  <inkml:trace contextRef="#ctx0" brushRef="#br0" timeOffset="204170.5795">7509 5826 841,'1'0'56,"-1"0"12,0 0 16,2 0 16,-4 0 9,4 0 9,-2 0 12,0 0 18,0 0 18,0 0-28,0 0 4,0 0 3,0 0 0,0 0 8,0 0 7,0 0 7,0 0 1,3 0-5,-3 0-8,0 0-13,0 0-10,2 0-12,-2 0-17,4 0-19,-1 0-17,0 0-13,4 0-10,-6 0-4,2 1-4,1-1 12,0 1 19,-2-1 25,2 0 15,0 0 7,3 0 5,1-1 2,3-3-3,3-2-9,3-1-3,-1-4-17,7-1-20,-1-2-28,3 0-18,-3 1-9,-1 1-3,-3 2-5,-3 3-3,-6 1-4,-3 2-7,0 3-12,-3-1-16,-1 1-40,-1 1-80,-1 0-130,1-1-182,-1 1-408,-3-1 0,-1 0 0,-2-2 0</inkml:trace>
  <inkml:trace contextRef="#ctx0" brushRef="#br0" timeOffset="204507.0693">7509 5647 2154,'0'0'164,"1"0"6,4-2 2,5-1 3,7-3-16,8-2-125,47-8-639,-40 2 0,1-1 0,-5-3 0</inkml:trace>
  <inkml:trace contextRef="#ctx0" brushRef="#br0" timeOffset="209522.8022">1577 6811 429,'-6'-1'38,"1"-1"25,-2 2 26,-3-1 14,2 1 7,0 1 8,-1 2 6,1-1 5,-3 1 2,4 1-24,-4-1-11,3 1-22,2 0-18,1-1 11,-1 0 35,3-1 21,-1 1 0,3-1-2,1 0 0,0-2-1,0 0 0,0 2-5,0-2-9,0 0-24,0 0-43,0 0-28,0 0-6,0 0-1,0 0-3,0 0-1,0 1-2,0-1 6,0 0 6,0 0 10,0 0 12,0 0 13,0 0 9,0 0 15,0 3 10,0-3 12,0 0 10,0 0-1,0 0 2,0 0 0,0 0 5,0 0 4,0 0-6,0 0-4,0 0-3,6 0-5,0 0-4,1-3-1,4 3-4,3 0-11,-2-3-16,2 1-13,2 1-8,0-1-8,1 0-7,1 2-5,-1 0-3,-2 0-5,1 0-2,-3 0 1,-2 0-2,1 0 1,-6 0 1,2 0-3,1 0-1,-4 0 0,2 0 0,0 0-7,1 0-20,-2 0-43,1 0-48,-2 0-70,1 0-111,-3-2-125,1-6-346,-4 6 0,0 0 0,-4-1 0</inkml:trace>
  <inkml:trace contextRef="#ctx0" brushRef="#br0" timeOffset="210204.79">1660 6717 2315,'3'0'80,"-2"0"8,1 0 8,1 0 9,-2 0 6,-1 0 10,0 0 6,5 0 12,-2 0 15,4 0-56,3 2-5,1 3-6,0 1-3,3 1-8,1 2-5,2 0-10,-3 2-1,1-2-13,-1 3-10,-3-3-13,-3 1-8,-1 0-1,-4 0 0,0 1-1,-3-2 3,0 3 5,-3-1-1,1 1 6,-4 0-4,0 2 2,-8 1 3,-1 0 1,0 0-5,1 0 2,-1-3-9,1-1-16,3-2-38,-2-3-64,6-1-108,6-4-195,-3-1-324,1 0 0,-1-1 0,0 0 0</inkml:trace>
  <inkml:trace contextRef="#ctx0" brushRef="#br0" timeOffset="213536.591">3205 6530 1183,'0'0'87,"0"2"15,0-2 18,0 1 25,0-4 28,0 5 23,0-1 19,0-1 15,0 0 22,0 0-55,0 0-8,0 0-5,0 0-7,0 0-24,-3 0-26,1 0-21,0 0-20,0 0-14,-4 0-20,3 0-12,-4 0-12,2 0-8,2 0-10,-3 0-3,1 0 0,-2 0-3,1 0 1,-1 0-2,-1 0-1,0 0-2,-2 0-3,2 0 0,1 0 2,-4 1-3,4 1-1,0 1 1,-4-1 0,1 3-4,2 2 4,1-4 1,0 3-1,0-1 1,-1 1-1,1 0 8,-3 1-2,-1-1 7,4 1 1,-3-2 6,2 3 9,1-1 11,2 0 8,-4 1 2,1 3 0,-2-4 2,3 3 9,-1-1-2,2-2 5,2 2-1,-1-1-4,-1 3-12,2-3 0,1 2-1,-3-1 0,2 4-4,2-1-7,-2 1-2,1-2-3,-2-1 0,3 1-6,-3-2 2,4 0-2,0-1 0,1 0 0,-1 1-2,1 0 2,0-1-5,0 1 1,0 0-3,0 1 2,0 0-2,0 1-1,0-2-1,1 1 0,0 1 1,2-2 1,2 1 3,0-2-1,-2 1 3,3-2 2,0 1 2,1-2 0,0 0 0,-2-2 1,0 1 1,-1-2-1,0 2 1,1-2 0,2 1-1,0-1-2,1 2-3,1-1 0,2 2 2,-4 0-6,4-2 0,-4 3 0,0-4-4,4 1 2,-6 1-4,4-3 0,-2 3 2,1 0-4,-1-1-2,-1 1 5,-2-1-1,0-2-3,0 1 1,2-1 0,-2 0-1,1 1 0,2-1-1,-1 1 2,1-1-1,2 1 2,1-1 2,0 0 1,1 2 3,-4-1-3,3-2 0,-2 0 1,-1 1 0,3-1 2,-2 1 0,0-1-4,1-1-1,0 3-1,0-3-3,0 0 2,4 0 0,-2 0 3,0 0-2,1 0-2,1 0 2,-2 0-1,2 0 0,-3 0 0,3 0-1,-3 0 1,1 0 1,0 0-3,0 0 2,-1-3-1,1 2-2,-4-1-1,3-1 2,-2 1-1,2-2 1,-1 1 0,1-1 0,1-1 0,-1-2 0,-1 0 1,1 0 1,-3-1-1,3 1-1,-3-2 2,0 0 3,1-2-1,-1-1-2,0 1 1,-3-2-2,-1 2-1,1-2-1,-1 1 1,1 0 5,-3 1 0,2-1-8,-1-2-1,-2 2 1,0-1-2,0-2 6,0 0 4,0-2 1,0 3 0,0-4-7,0 2 1,0 1 0,-2 2 1,-1 0-7,2 1 0,-4-1-2,2 0-5,-3 3 0,2-1 4,-3-3 0,0-1 1,-1 0 0,0 0 0,-2-2 8,3 2-5,-3 1 1,2 2-1,1 3 2,-1-1-1,1-1-4,1 4 1,-1-1 0,-3-1 0,2 4-3,-2 2 2,-2-1 0,-2 0-1,-4 4 0,-3-2-5,0 2 3,-1-2-2,-6 2 4,5 0-2,-1 3 3,-1-2-6,6 4-6,-5 3-13,5 0-20,1 2-43,7 1-74,1 1-118,4-5-234,-5-28-463,3 29 0,5-4 0,3 2 0</inkml:trace>
  <inkml:trace contextRef="#ctx0" brushRef="#br0" timeOffset="215367.5633">1957 7163 514,'0'0'92,"2"0"34,-2 0 19,0 0 16,1 2 19,0-2 12,-1 0 9,0 1 3,2 1 1,-2-2-53,0 1-38,1 0-33,-1 1-17,4-2-8,-3 3-8,4-1-9,-2 1-1,2-1 8,2 2 14,5 1 8,2-1 10,3-1 2,1 0 5,3-3-4,4 0-7,-3 0-4,3 0-5,-4 0-9,-3 0-16,-4 0-7,-3 0-10,-3 0-7,-5 0-30,0 0-60,2 0-78,2-3-119,-6-10-324,2 12 0,0-3 0,0 1 0</inkml:trace>
  <inkml:trace contextRef="#ctx0" brushRef="#br0" timeOffset="216402.2117">4022 7106 838,'-2'0'98,"2"2"28,0-1 47,0 0 70,0-1 34,0 1 12,0-1 6,0 2 10,0-2 6,0 0-65,0 0-30,0 0-23,0 2-37,0-2-42,0 0-3,2 3 2,1-3 4,1 0-2,3 0 1,3 1 3,1 0-2,4 2-2,2-1-10,1-1-24,0 0-28,6-1-15,1 0-10,1 0-9,0-1-7,-1 1-5,-6 0-5,-2 0-7,-4 0-15,-5 0-21,-4 0-25,0 1-67,-2 2-95,3-3-181,-2-24-440,0 24 0,5-4 0,-2-1 0</inkml:trace>
  <inkml:trace contextRef="#ctx0" brushRef="#br0" timeOffset="217175.8375">5165 7068 876,'0'0'97,"0"0"40,0 2 60,0-1 55,0 1 40,0 1 33,0-3 31,0 0 27,0 0 17,0 0-43,0 0-29,0 0-34,1 0-50,1 0-49,10 0-30,0 0-28,11 0-30,6 0-26,3 0-18,4 0-27,-4 0-24,-8 0-39,-7 2-46,-7 0-47,-7 1-18,-5 0-27,-1 3-32,-5-1-42,1-3-86,1 1-119,-4-13-277,3 10 0,5 0 0,0-3 0</inkml:trace>
  <inkml:trace contextRef="#ctx0" brushRef="#br0" timeOffset="219337.547">7760 6819 1092,'0'1'104,"0"1"44,0-1 46,0 2 41,0-1 31,-1-1 31,1-1 38,0 0 29,0 0 23,0-1-54,0 1-12,0 0-34,0-1-36,0 0-35,0 0-27,0-1-30,0 2-35,0-1-32,0 1-22,0 0-26,0 0-14,0 0-12,0 0-5,0 1-6,0 2-6,0 2 0,0-1-2,0 2 2,0 1 0,1-3-1,0 2 2,1-4-1,-1 1-2,3-2 3,3 2 3,-4-3 1,5 0 2,-1 0 2,4-2-1,0 1 0,2-3-1,2-1-4,0-4-5,2-3-9,0-1-6,-2-1-3,-3 3-3,-1 1-4,-3 1 5,-3 4-4,-2 1-2,1 2 4,-1 1 2,-1 1 10,-1 0-2,3-2 3,-2 4 1,-2-4-6,0 2-15,2 0-18,-1 0-33,-1 0-49,0 0-24,0 0-26,0 0-26,0 0-55,3 0-76,-3 0-90,12-4-276,-10 4 0,0 0 0,1 0 0</inkml:trace>
  <inkml:trace contextRef="#ctx0" brushRef="#br0" timeOffset="221754.861">1425 7665 967,'0'0'59,"0"0"16,0 0 29,0 0 76,0 0 44,0 0 5,0 0 7,0 0 19,0 0 21,0 0-37,0 0 0,0 0 4,0 0-1,0 0-57,0 0-26,0 0 4,0 0 2,0 0-13,0 0-15,0 0-10,1 0-12,2 0-14,1 0-33,0 0-16,7 0-18,2 0-6,-1 0-9,6 0-4,-4 0-5,-1 0 0,2 0 1,-3 0-5,-1 0 4,3 0 0,-3 0-1,-1 0-2,1 1-1,0 0-3,-1 3-1,1-1-3,-1 0-9,-1 0-21,-2 2-35,-3-3-76,2 2-104,-1-3-181,-5-12-422,2 10 0,-2-1 0,-5-4 0</inkml:trace>
  <inkml:trace contextRef="#ctx0" brushRef="#br0" timeOffset="222304.8143">1612 7568 2095,'0'0'90,"0"0"7,1 0 14,-1 0 20,1 0 15,1 0 7,4 0 3,2 0 4,3 1 3,0 1-85,1 1 0,-1 3-2,-1 0-14,3 3-16,-2 1-11,-6 0-3,6 1-3,-5 0-4,1 2-4,-7-1-1,3-2 2,-3-1 6,0 2 22,0-3 16,0-2 10,-6 1 4,-1 1 0,-4-1 2,0-2-15,-4 4-42,1 0-80,-1 0-168,5-6-597,-1 5 0,0-4 0,8-1 0</inkml:trace>
  <inkml:trace contextRef="#ctx0" brushRef="#br0" timeOffset="225178.4634">4513 7382 989,'0'-1'48,"0"-2"20,0-1 10,0-1 13,0 1 29,0-1 19,0 2 30,0-1 15,0 2 18,0 0-24,0 0 5,0 0-12,0 2 0,0-2-10,0 1-24,0-2-16,-3 1-27,1 0-13,-1-3-14,-3 1-9,3 0-12,-2-2-8,1 0 6,-3 1 9,0 0 0,0 1-2,3 1-2,-6 0-1,0 0-1,2 1-7,-2 0-1,-2 0 1,2-1-14,3 0-17,-1 2-3,4-1-3,-4 2-1,0-2 0,1 2-2,-3 0 0,-2 0 1,3 0 1,0 0-3,-3 0 4,-2 0-2,3 0 4,-4 0-2,2 0-1,5 0-2,-2 2 1,2 0-4,0-1 0,-2 1 2,3 2-3,-1-1 1,-2 0 0,3 3 0,0-1 1,-1-1 1,-2 1 2,-1 2 0,1-2-1,-1 2-1,1-3 4,-1 3 3,1 1 0,-2-1 2,2 1 1,1 1-2,-1-3 1,3 1 3,0 1 1,0-2 5,0 0-1,-1 0 0,1 1 2,0-2-3,2 3 4,-3-2-1,1 4 4,-2-1-4,1 2 4,-2 1-5,0-1 1,2-2 3,4 3 3,-5 0 1,5-3-1,-1 0 3,1 0 1,2 2 1,-2-1-3,1 0 3,2 1-4,-1 3-3,-1-2-7,2 3-1,0 0-1,-1 1-6,2-3-1,0 4-2,0-4-3,0 2-6,0-1 4,0 2 0,0-3 5,0 1 0,2-1 1,0 0 2,1-1-1,3 0 5,-2-1 4,2-2 3,3 1 3,0-1-2,-2 1-1,2 0-3,1 1-1,-2-3 1,2 0 1,0 0-4,-2 0 2,3-1 2,-1 1-6,5-1 0,-1-1-2,0-1 2,1-2 8,2 0-2,-1-1 0,1 0 2,2-2-1,-1 0-3,2 0 6,-1 0-1,-1 0-2,2 0 3,-1 0-7,-1-2 0,4 0 0,-1-1-3,1 1-1,2-3 0,1-1-3,-2 1 2,1-3 0,-3 1-5,-2-1 3,-2 0-1,-2 1 0,0-1 2,-5-1 2,0 1-2,2-4 0,-3 1 1,-1-1-1,0 0 3,-1-4 0,2 2-3,-3 0 5,3 0 0,-2-1-3,0 2 1,-2 0-1,2 0-1,0-2 3,-3 1-2,0 0-3,-1 0 5,0-3-3,-3 0 0,0 3 7,0-4 2,0 1 3,0 2-1,0 0-1,-3-1 1,-1 0 2,-3 2 0,-1 2-2,-2-2 0,-1-1-5,0 0-6,-2 0 0,1 0-2,-3-1-3,1 0 1,-3 5-10,-1 0-13,1 0-9,-5 5-26,0 2-42,-1 2-76,2 1-114,4 1-210,-5 1-410,7 2 0,2-2 0</inkml:trace>
  <inkml:trace contextRef="#ctx0" brushRef="#br0" timeOffset="226547.5162">2007 7977 1106,'0'0'53,"0"0"16,0 0 22,0 0 38,0 0 33,0 0 22,0 0 12,0 0 8,0 0 7,0 0-33,1 0-7,2 1-9,1-1-12,0 0-34,5 1-26,-1 0-18,6 0-9,1 2-8,8-2-4,2 2-4,5-1-7,0-2-6,8 2-10,-2-2-8,0 0-12,-1 1-14,-5 0-17,-5 0-15,-4-1-24,-9 1-33,-2-1-36,-4 0-34,-2-1-52,1-1-96,-2-12-201,4 12 0,0-2 0,7 2 0</inkml:trace>
  <inkml:trace contextRef="#ctx0" brushRef="#br0" timeOffset="227207.616">2977 7961 396,'0'0'105,"0"0"50,0 1 49,0 0 48,0 0 29,0 2 25,0-3 19,0 0 17,0 0 7,0 0-58,0 0-35,0 0-42,0 0-47,0 2-51,0-4-35,2 2-13,4 2 8,2-2-1,4 0 4,11 0 2,6 0 2,7 0-10,2 2-13,3-2-27,-5 0-38,-1 2-58,-8 2-139,-2-4-164,-3-6-400,-5 6 0,-7-4 0,3 4 0</inkml:trace>
  <inkml:trace contextRef="#ctx0" brushRef="#br0" timeOffset="237442.9311">5189 7912 867,'0'0'59,"0"2"42,0 1 58,0 0 57,0 2 36,0-2 26,0-2 16,0 1 15,0-1 14,0-1-17,0 0-2,0 0-28,0 0-51,2 0-52,0 0-33,6 0-20,2 0-14,6 0-14,4 0-15,2 0-16,-1 0-21,0 0-16,-3 0-11,1 0-10,-7 0-14,0 0-12,-6 0-9,-1 0-14,-3 0-10,-2 0-12,0 0-18,0 0-26,0 0-28,0 0-45,0 0-64,1-1-72,1-3-89,-2-1-205,3 2 0,-3-1 0,0 3 0</inkml:trace>
  <inkml:trace contextRef="#ctx0" brushRef="#br0" timeOffset="237517.7295">7614 7538 564,'0'0'98,"0"0"55,4 2 54,1-2 12,-1 1 18,1 1 30,2-1 32,-1-1 25,-2 2 45,3-2-36,-3-2-15,3 2-35,-4 0-38,1 0-7,-1 0-10,-1 0-28,0 0-31,-2 0-25,1 0-44,1 0-33,-1 0-11,0 0-19,5 0-12,-3 0-5,1 2-4,0-1-1,2 4 1,-2-1 3,0 2 2,0-1 0,1 0-1,1 1 0,-2-1-1,2-1 0,1 0 1,-3-1 3,2-2-1,2 2-1,-4-2-1,3 0 5,-1-1 1,-4 0 5,1 0-1,0-1 4,1 1-8,2 0-2,-1 0 0,1-1-1,-1-2 0,2 0-5,4-3-4,-1-1-4,2-2-4,5-2-3,0-1 6,2-3-5,2-2 1,0-2 0,-3 1-2,-2 2 0,0 2-2,-4 3 1,-1 4 1,-3-1 0,-2 2-4,-3 3 3,1 1 0,-4 2 1,0 0 0,0 0-1,0 0 4,0 0-3,0 0 0,2 0-1,-2 0 1,0 0-3,0 0-1,0 0-2,0 0-1,0-2-3,0 2-3,0 0-5,0 0-11,0 0-13,0 0-24,0 0-32,0 0-60,0 2-50,0-2-74,0 2-99,0-2-115,0-7-327,0 4 0,-2-1 0,2 2 0</inkml:trace>
  <inkml:trace contextRef="#ctx0" brushRef="#br0" timeOffset="237639.4046">1548 8558 352,'-3'-2'100,"0"2"32,2 0 28,-3-1 36,2 1 20,0 0 20,-1 0 21,2 0 19,-1 0 22,1 0-39,-1 0-27,0 0-21,0 0-18,2 0-26,-1 0-15,0 0-7,1 0-4,0 0-9,0 0-16,0 0-25,0-1-17,0 1-23,0 0-18,0-1 2,1 1 5,2 0-8,5 0-7,-1 0-8,4 0-4,3 0 3,-4 0 8,2 0 12,3 0 14,2 0-12,1 0-21,1 0 2,1 0-7,-2 0 1,1 0-3,-2 0-14,-3 0-15,-3 0-21,-4 0-32,-1 0-50,0 0-89,-2 0-156,-2-10-389,2 8 0,-2-1 0,-2 1 0</inkml:trace>
  <inkml:trace contextRef="#ctx0" brushRef="#br0" timeOffset="237667.3291">1727 8423 750,'0'0'3,"0"-1"0,0 1 5,0 0 21,0 0 30,0 0 30,0 2 29,0 1 35,1 1 33,5-1 20,3 4 12,1-1 4,4 0-1,2-1-18,-1 0-28,0 1-28,-3 1-27,-2 1-34,0-1-32,-3 2-20,-2-1-11,-2 1-2,0 2-1,-3-1 0,1-1 12,-2 0 16,-2 0 9,0 0 3,-4 3 3,-4-2-4,-1-1-24,1-1-38,2-2-94,2-4-133,5-4-408,0 4 0,2-4 0,0 0 0</inkml:trace>
  <inkml:trace contextRef="#ctx0" brushRef="#br0" timeOffset="241725.9001">5248 8106 516,'0'-1'86,"0"0"66,0 1 53,0-1 41,0 1 45,0 0 37,0 0 22,0-1 35,0-2 40,0 2-33,0-3-27,-1 2-60,-2-1-46,3 0-37,-2 1-40,0-2-39,1 1-19,-2 2-30,3-2-44,-3 3-17,0 0-11,-2 0-9,-2 0-6,0 0-4,-3 0-3,2 0 1,-2 0-2,1 0-5,-3 0 4,4 0 2,-2 2 0,3-1 3,-1 1 0,1 2 0,-3-1 1,3-2-4,-2 2 3,3 0 0,-4 1-3,-1-1 0,3 2 0,-3 0 0,1 1-2,0-2 1,2 3-2,-1 0 1,0 0-1,3 0-3,1 0 2,0-1-1,-2 2 1,4-1-1,-2 0 1,3 4 0,-4-4-1,2 3 5,-1-1 2,0 0 1,0 2 1,1 0 2,0-1 2,2 2-2,-2-1 1,0-1 1,1 1-2,3 0-3,-1 2-1,1-2 1,0 4 0,0 0 1,0-3-2,0 2 2,0 2 2,0-2 0,0-1 3,1 2 0,-1 0 1,0-1-1,2-2 0,-1 0-2,0 2 2,2-2-1,1-1-5,-2 1-2,2-2 1,0 1-1,0-3-2,2 0-1,1 1 0,-2 0 2,2 0-1,0 0-1,1 0 4,0-1 1,-1 1-5,3 0 1,3-1-1,-5-1 1,3-2 1,-1 0-5,1 0 5,-1 0-2,2 1 2,1-3 0,-1 0 1,2-1 4,1-2 2,2 0 2,-2 0-2,6 0 2,-4 0-4,1 0 4,-2-3-2,2 0-2,-2-1 4,0-1-4,2 1 0,1-1-3,-3 0 1,2 0 0,-1-2-2,0 0 5,-3-1-7,3-1-2,-6 2-1,3-3-2,-1 1-1,-3-2-2,0-1 2,3-1-3,-3-2-6,2 0-10,-5 1-1,1 0-5,-1 2-5,-3 0-5,-4 0 1,0 0-2,0 0 0,0-1 2,0-1 7,0-2 4,0-4 8,-1 1 10,-2-3 6,2-2 8,-2 4 0,3-1 0,-4 2-3,0 0 1,-2 4-1,-2-1 3,-3 1-5,-4-1 0,-4 0-3,0 2-2,-2 0-3,-1 1-18,-6 2-63,2 2-89,-1 2-164,-7-9-501,-1 12 0,-7 2 0,-2-1 0</inkml:trace>
  <inkml:trace contextRef="#ctx0" brushRef="#br0" timeOffset="243281.3505">2011 8799 477,'0'0'45,"0"0"9,0 0 10,0-1 19,0 1 17,0 0 20,0 1 20,0-1 15,0 0 13,0 3-27,0-3 8,1 0 10,1 0 1,1 0-8,1 0-10,0 0-16,-1 0-17,5 0-13,-1 0-7,4 0 6,4 1 5,6 1-4,6-1-5,6 2-4,4-1-5,8 0-1,0-2-5,3 0-14,-6 0-29,-5 0-35,-11 0-50,-8 0-61,-7 0-43,-4 0-59,0-5-120,-2 3-196,1 1 0,-2-1 0,6 1 0</inkml:trace>
  <inkml:trace contextRef="#ctx0" brushRef="#br0" timeOffset="243968.2889">2972 8725 1397,'0'0'70,"0"0"35,0 0 24,0 0 24,0 0 2,0 0-6,0 0-11,0 0 3,0 0 5,0 0-23,0 0-32,0 0-26,3 0-2,-1 0 7,0 1 22,6 1 23,5-2 35,-1 2 29,12 0 5,0-1-3,5 1-5,5 0-7,4-2-22,-3 0-32,-4 2-33,0-1-33,-2-1-71,-7 2-76,-1 0-98,-7-2-92,4-4-131,-4-3-303,-2 6 0,1-1 0,2-2 0</inkml:trace>
  <inkml:trace contextRef="#ctx0" brushRef="#br0" timeOffset="244878.4602">4223 8628 720,'0'0'26,"0"0"7,0 0 22,0 0 35,0 0 40,0 0 29,0 1 15,0 1 7,0-1 16,0 0-23,0 1-18,3-2-21,-3 0-21,0 1-36,0-1-40,-3 1-27,3 0-15,-5 1-8,-2 0-15,0 1 2,-1-1 13,-2 2 11,3-1-1,2 0 1,-1-1-2,4 0-1,2 0-1,-2-2 2,2 1 1,0-1 3,0 0 8,0 0 10,0 0 9,0 1 13,2-1 13,6 0 6,0 0 5,7 0 1,2 0 3,5 0 2,3 0 0,1 0 5,5 0-7,-1-1-19,-5 1-19,-7 0-18,-4 0-10,-7 0-11,-3 0-21,-2 0-26,-2 0-20,0 0-38,0 0-18,0-1-42,0-3-63,1-2-233,-1 4 0,0 0 0,0 0 0</inkml:trace>
  <inkml:trace contextRef="#ctx0" brushRef="#br0" timeOffset="246715.5166">7827 8287 770,'0'0'61,"0"0"20,1 0 25,-1 0 30,1 2 41,-1-1 28,3 2 21,-3-2 16,4-1 23,-4 0-24,0 0-10,0-1-13,0 1-21,2 0-27,-2 0-38,0 0-25,0 0-19,0 1-11,2 2-19,-2-1-16,3 1-4,0 2-4,1 2 6,-4-1 3,5-1 3,-3 3-5,5-3 2,-3 1-3,-1-1-1,1 1-1,0-2-3,-1 2-2,1-2-7,-1 0-8,0 1-5,-2-2 2,1 1-1,-2-2-1,2-2-2,1 3 5,0-3 2,1 0 0,3 0 0,1 0 1,2-4 3,2-1 1,0-3-1,4-4-1,2-3 0,-1-3-6,2-3-3,2 0-6,-2-3-2,-2 5 1,-3 3-3,-3 5-8,-3 2-18,-5 8-23,0-2-17,-2 3-14,-1 0-30,0 0-57,0 0-48,0 0-93,0 0-123,-4 0-213,2 0 0,-4-2 0,3 2 0</inkml:trace>
  <inkml:trace contextRef="#ctx0" brushRef="#br0" timeOffset="250616.2996">8291 5896 678,'0'0'98,"0"-1"38,0 1 27,0 0 23,0 0 23,0 0 24,0 0 20,0-2 13,0 2 12,0-1-37,0 0-32,0-2-21,2 1-13,-2 0-15,4 1-18,-3-1-21,-1 0-9,1 2-10,2-2-8,-2 0-8,5 1-16,1-2-17,3 2-12,0 0-7,3 1-4,4-1-4,-3 1-10,3 0-4,0 0-4,0 0 0,1 1 0,-4 0-4,0 1-2,-7 2 0,2 1-2,0-1-1,-5 0-1,3 3 1,-2-2 1,1 2-3,1 1 0,-3 1 0,2 1-2,-2 0-1,-3 0 4,2-3 0,-3 0-1,3 1 2,-3-1 3,0 2 0,0-1 3,0 1 1,-3 1 3,0-1 3,3-3-2,0 3 2,0 1 3,0 0-2,0 1-1,0 1-2,-1 0 2,-1 2 0,1-1-1,0 0-1,1 2-3,0-1 3,0-1-2,1 1-2,-1-2 4,0 0-2,0 0 0,0 1-2,0 0 1,0 0 0,0 0 3,0 0-3,0 1 1,0-1 0,0 1-2,0 1 1,0-3-1,0-1-1,0 4 0,0-2 1,0 0-2,0 2 1,0-1 1,0-1-1,0 2-1,0 0 2,-1 1-1,-1-1 2,1 4 1,0-3-1,-1 1 2,1 0 1,1 2-1,0-5 2,0 1 3,0-1-4,0 2 0,0-2 1,-1 1-1,1 2 2,-2-2 2,2-2 2,0 2 3,-4 0-2,4-1 0,0-1 2,-3 1 2,3 0-1,-3 0-2,3-1-1,-3-1-1,3 3-5,-2 1-1,0-3 0,1 1-2,1 1 1,-1-2-2,-1 1 1,2-1 1,0-2 0,0 1 3,0-1 0,0 1-3,0-3 0,0 2 3,0 2 1,0-1-2,0 2 0,0 1-1,-1 1-2,-1 2-2,-2-1-3,3 0 6,-2 0 0,0-1-3,0-1-2,3-1 2,-2 0 1,-1-1 0,-1-1 3,4 0-1,0 0 4,0 2-2,0-2 3,0 0 3,-2 3 0,4 0 0,-5 1 3,3 0 0,-1-2 0,-1 2 1,1 1-3,-2-3 1,0 1-5,1-2-2,-2 1 0,3-4-1,0 0-2,0 2 2,-2-1 0,1 0-1,1 1 3,0 0-4,-1 1 5,1 0 4,-3 2-2,3-1 1,-4 1 0,4 1-2,-3-1-2,1 1-3,-3 0 1,5 2-1,-3-1-5,1-1-2,0 1 3,2 0-4,1-1 1,-1 0-2,1 2 2,1-2 1,-1 1-1,0 1 2,0-3 1,-1 0 2,0-1-2,0 0 1,-3 0-2,4-2 2,-3 2-2,3 0-1,-2 0-1,2 0 0,0-1-3,0-1 2,0 1 0,0 0-1,-3-2 1,3 0 1,0 1-3,3 0 1,-6 1 0,3 1 0,0-1 4,0 0-3,0 3-2,0-1-2,0 1 1,0 1 0,0 1 1,0-2-1,0 0 0,0-1 2,0-2-3,0 0-3,0 0 3,0-1 2,-3 1-2,2-1-2,-1-2 3,-2-1 0,4 0 4,-4-2-2,-1 1 1,1-3 2,0 3-1,0-2 0,0 1 1,0 1-1,1-1 0,-1 2 1,2-3-4,-2 4 1,2-1-1,-6-1 2,5 1-1,0-1-1,0 1 4,0-4-1,0 2-1,-1 0 0,0-1 0,-1 1-2,-1 0 1,0-1-2,1-1 0,2 0 2,-1 0-4,2-2 1,-3-2 1,-2 1-3,2 0 0,-3 0 2,3-1 0,-2 3-2,0-3 1,0 1-1,1 0 0,0 0 0,-3 0 3,1-1 0,4 1 1,-4 0-1,1-2-2,0 0 3,0 0 2,-2 3-2,1-3 1,0 1 0,-3 1-5,0-1 4,0 1-2,-1-1 1,-1 0 0,-2 0 0,-1 1-2,-2-1 1,3 0 0,-3 2 1,4-1 2,-1-2-1,-1 2 2,4-2-2,1 1 0,2-1 2,4 0 0,-1 1 0,5-1 0,1 0-4,-3 1-11,2-2-42,0 1-104,1 0-266,-2-22-620,-1 12 0,2-8 0,-1-12 0</inkml:trace>
  <inkml:trace contextRef="#ctx0" brushRef="#br0" timeOffset="252206.4178">8378 5870 266,'0'-3'12,"0"0"5,-1 0 14,1 0 11,0 0 14,0 3 14,-3-2 26,6 1 20,-6 1 19,3 0 20,0 0 27,0 0 16,0 0-4,0 0-8,-2 0-13,-3 0-10,0 0-27,-4 0-18,1 0-17,-1 0-29,-1 0-22,0 1-13,-1-1 17,-1 2 14,-8-2 14,5 0 23,-7 1 14,2 1 2,-3 0 0,-1 0 4,2 1 4,0 1-7,2-2-22,4 2-15,3-3-13,3 2-27,1-3-12,3 2-4,-2 0-2,5-1-1,0-1-9,3 0 2,-1 0 10,1 0 9,0 0 6,0 0 0,0 0-2,0 0 0,0 0 2,0 1-2,0 0-4,0 0-11,0 1-34,0 2-57,0 0-127,0-3-190,0 2-389,0-1 0,0-2 0,0 0 0</inkml:trace>
  <inkml:trace contextRef="#ctx0" brushRef="#br0" timeOffset="256780.6015">9043 6432 793,'0'0'82,"1"1"29,1-1 25,-1 2 24,2 0 25,-2-2 17,0 0 17,2 0 23,-3 3 26,0-3-4,0 0-28,4 0-11,-5 0-8,2 0-11,1 0-14,-2 0-12,0 0-13,0 0-23,0 0-24,0 0-18,1 0-16,2 1 1,-3 5 7,0 1-4,2 6 2,-1 5-1,-1 6 1,1 3 3,0-3 2,-1 2-4,2-6-3,-1-4-17,2-4-23,-3-1-7,3-4-10,0-4-2,-3 0-2,2-2-3,0-2-11,2 1-31,-2 0-70,4 0-145,3-3-273,-7 2-480,0-3 0,2 1 0,-2-3 0</inkml:trace>
  <inkml:trace contextRef="#ctx0" brushRef="#br0" timeOffset="257567.5937">9266 6444 985,'0'0'99,"0"0"32,0 0 32,0 0 38,0 0 34,0 1 27,0-1 22,0 0 21,0 0 7,0 0-63,0 0-21,0 0-22,0 0-23,3 0-26,1 0-16,2 0-16,2 0-15,3 0-15,4 0-5,1 0-4,3 0-6,0 0-4,4 0-9,-4 0-13,2 0-15,-6 0-14,-5 0-11,-6 0-10,0 0-11,-3 0-5,-1 0-1,-1 0-16,1 0-70,-1 2-94,1-1-136,27-5-535,-32 4 0,-2 0 0,0-3 0</inkml:trace>
  <inkml:trace contextRef="#ctx0" brushRef="#br0" timeOffset="258422.6349">9259 6465 1222,'2'0'84,"-2"0"22,0 0 18,2 0 17,-2 0 35,0 3 40,0 1 25,3 1 13,-3 0 10,0 1-54,0 3-3,-3 0-6,1 4 2,-3 1-4,1-1-27,-2 3-33,1-5-18,5-1-5,0-1-6,0-2-7,0-2-6,3-2-14,0-2-15,3 0-11,2-1-5,0-1-8,0 1-3,2 1-10,-2-2-5,0 1-6,0 0-7,-2 0-4,0 0-7,0 0-2,-1 0-2,-1 0-2,3 1-4,-4 3 3,2-2-2,1 4 0,-2-1 2,0 3 0,-1-1 4,0-1 1,1 0-1,-4 2 0,3-1-1,-1-1 3,-2 1 0,0 1 1,0-1 0,0 0 5,0 0 5,-2-1 8,-5 0 4,-1 0 4,-5-1 1,-8 0-9,2 1-40,-1-1-82,-1 0-134,16-5-742,-14 0 0,2-3 0,6-4 0</inkml:trace>
  <inkml:trace contextRef="#ctx0" brushRef="#br0" timeOffset="259880.1555">9141 6236 1316,'-4'-1'40,"1"0"29,-5 0 30,-1-1 21,3 1 33,-5 1 30,1 0 9,-1-1 8,-3 1 28,-1-1-2,-2 1-6,-1 0-20,3 0-20,-5 0-6,4 0-5,-2 1-16,1 0 11,3 2 1,0 0-18,3 1-17,0 1-2,0 2 0,-1 1-3,0 1-11,-1 3-25,-1 2-9,-1 1-19,2 1-8,-1-2-2,3 3-4,0-2-2,3-2-4,0 2-5,3 1-2,2-1 3,1-2 0,0 1 2,2 2-2,-3 0-8,3 0 3,-1 2-5,1 2-4,-1-2 0,1 2-1,0 1-6,0 0-4,0 0 0,0-2 1,0 0 0,0-1-4,1 0 3,3 0 1,-2-4-1,3 3 1,1 1 0,2-3-1,2 0-2,-2 1 0,5 0 2,-1-2-2,3 1 0,0 1-2,2 2-2,1-3-2,-1 1 2,-2 1-1,3-3 2,-6 1-1,4-1-3,0-2 0,1-1 3,4 0-2,-2-3-2,3-1-1,2-2 0,0 0 5,2-1-1,5-1-2,-1 0 3,6-1 4,2 1-8,-1-3 4,3 0 7,-1 0 9,-1 0-1,-3-3-1,-1 0 2,-1-6-2,-2-1 2,-1-3 1,-4-2 10,2-2-7,-3-1 0,-1-1-9,-2-2 6,1 1-12,0 0-1,-1-3-2,0-2-5,-4 2-13,-3-2-16,-3-3 10,0-1-9,-8-1 0,3-3-17,-6 2 9,1-4 3,-2-3 7,-2 0-1,-6 1 4,-3-1 10,-7 0 4,-8 3 12,-3 3 3,-7 4 15,-1 2-5,-3 4 0,1 3 1,-1 4-15,1 5-27,2 4-80,6 5-190,16 1-884,-7 2 0,4 1 0,9-3 0</inkml:trace>
  <inkml:trace contextRef="#ctx0" brushRef="#br0" timeOffset="261258.1911">16948 2184 1960,'1'0'57,"-1"0"47,2 0 43,-2 1 36,0-1 19,0 2 9,0-4 7,0 2 11,1 0 15,-1 0-1,1 0-3,1 0-24,-2 0-20,4 0-32,6 0-10,1 0-5,6-1-6,9-2-7,2-2-16,3-2-25,-4-1-36,-2-1-37,-6-1-59,-6 4-86,-2 0-173,-1-2-222,-9 6-385,-4-2 0,-5-1 0,1-1 0</inkml:trace>
  <inkml:trace contextRef="#ctx0" brushRef="#br0" timeOffset="261614.2703">16879 1936 2301,'-3'0'23,"3"0"53,-3 1 41,3 0 52,-1 0 87,2 1 40,2-2 11,5-3 9,12-1-3,10-4-5,10-4-37,6-3-98,4 2-135,-3-4-224,14-8-769,-26 6 0,-14 2 0,-7 0 0</inkml:trace>
  <inkml:trace contextRef="#ctx0" brushRef="#br0" timeOffset="265745.9464">15904 3092 1351,'0'0'47,"1"0"20,-1 0 25,3 0 32,-1 0 28,-1 0 20,3 0 17,-3 0 11,0 0 9,0 0-28,0 0-10,0 0-16,5 0-21,2 0-27,1 0-26,2 0-18,1 2-16,3 0-10,-3 1-9,0 2-4,-5 0-3,2-1-3,-3 1-5,-6-1-2,2 2-1,-1 2 1,2-2-2,-2 3 2,0 0 2,1-1 2,-2 1-1,0 0 3,0 1 0,0-2-1,0 1 0,3-1 0,-3 0 1,0 1-2,0 0-1,0-1 1,0 4-2,0-3-1,0 3 1,0 1-1,0 0 0,0 2 0,0 1 3,0-1-2,0 1 1,0 1-2,-3 0 0,3 0 2,-3 2 0,0 0 2,-1 0 0,4-2-2,-6 4 0,4 0-1,-1-2 3,-1 3 2,2 1-1,0 1 1,-2 0-2,2 0 2,-2 3-2,-3-3 0,7-3 0,-4 0 2,2 0 0,2-5 0,0-1 1,0 0-1,0-1 3,0-2-1,0 2 2,-1 0 4,1 1 0,-3 1 4,1 1-3,-3 0-2,1 3 1,0 0-2,0-1 2,4 1-1,-3-3-2,3 0-2,0-2-1,0-1-4,0-2 0,0 4 2,-3-2-1,3-2 3,-2 3-4,1 2 2,0-2-1,-1 0 4,0 3-6,2-1 1,0-1 2,0-3 0,0 1-2,-3 0-1,3-2 0,0-2-3,0 1-1,0 0-1,0-2 8,0 2 5,0-2 0,0 2 5,0 0 2,-1 1 4,0 2 6,0-2 0,0 3 3,1-2-4,0 0-2,0 2-6,1-1 2,-1 1-7,0-1-3,0 0-5,0-3-4,0 1 2,0-2 0,0 3-2,0-1-4,0 0 4,0 1-5,0 2 0,0 0 1,0-1 2,0 3-1,0 1-1,0-1 1,0-1 3,0 1 8,0-3-3,0 2 0,0 0 2,0 0 2,0-1 0,0-3-4,0 1 3,0 0 0,0-2-1,0 2 0,0 1 2,0 0 1,0 0 1,0 1 0,0 1-2,0 0-1,0 2 6,0-2 2,0 2-2,0 1-4,1-4 0,0 2 0,0-1 12,2-2-7,-3 1 5,2-1 5,-2 1-9,1 0-5,-1 0 9,0 2-8,0 0 2,0 3-1,0-1-7,0 2 0,-1 3-8,1-5 15,-2 2-2,2-2 10,-3-1-7,2 0 15,1-1-3,-1-1-2,1 1-1,0 1 7,0 0 6,0 1-12,0 2 5,0 1-12,0-1-2,0 2-5,-1-1 3,0 0 4,-3-1-5,4 0-7,-3 3 2,-1-3-2,4 1-7,0-1 10,0 0 3,0 0-1,0 0 14,0-1-11,0 3-7,0-1 3,0 2 10,-1 1-2,1-3 4,0 0-3,0 0 1,0-4-4,0 2-19,0-1 8,0-1 7,-3 2 3,3-4-15,0-2 0,0 0 0,3 0-4,-6 0-2,3-3 8,0 2-15,-3 1 6,0 1 0,2-3-3,-1 2-3,2 1 3,-1 0-4,0 0 0,-2-1 3,2 3-20,0 1 30,-1-3-10,-1 0-1,2 3-6,-1-3 6,1 0 0,0 0-1,-1-1-2,2-1 4,-3 0 4,2-1-17,-1-1 9,-2 0-3,2 3 0,-1-4-2,0-2-6,2 0 6,-1-1-11,0-2-3,-4-1 0,-2-2 3,-3-1-38,-6 1-56,-8-2-68,-7 0-100,2 0-286,-10-24-738,-2 19 0,-8-1 0,-9-4 0</inkml:trace>
  <inkml:trace contextRef="#ctx0" brushRef="#br0" timeOffset="269655.0917">12528 6597 1656,'0'1'146,"0"-1"26,0 0 23,0 0 30,0-3 25,0 1 34,0 0 29,0-2 23,0 0 27,0 3-91,0-4-22,0 2-20,0 2-25,0 1-24,0-1-23,0 2-31,-1-1-20,0 3-11,-1 3-22,2 4-10,0 5-4,-3 4-2,3 4 17,0 2 0,0-2 7,0 1 2,0-2-2,0-6-3,0-3-6,0-1 0,0-4-14,0-2 5,0 1-17,0-4-3,0 1-7,0 0-16,0-1-20,0 0-31,0 2-26,0-1-29,0-1-20,-1 0-74,1 2-117,0-3-209,0-39-587,0 31 0,0 1 0,0-7 0</inkml:trace>
  <inkml:trace contextRef="#ctx0" brushRef="#br0" timeOffset="272632.2213">13095 6571 174,'0'-1'14,"0"-2"8,0 1 8,0-1 7,0 3 7,0-2 11,0 2 13,0 0 14,0 0 17,0 0 7,0 0 9,0 0 7,0 0 6,0 0 4,0 2 4,0-2 2,0 3 4,0-1 8,0-2 3,0 3 7,0-2 14,0 0 11,0 0 11,3-1 11,-3 0 9,0 0 14,0 0 6,0 0-1,0 0-5,0 0-14,0 0-22,0 0-18,0 0-16,0 0-14,0 0-18,0 0-20,0 1-18,0 2-8,0 1-9,0 2 0,0 4 4,0 2-1,0 3-4,-3 2-3,2 3 0,0-1-4,1-2-5,0 2-6,0-5-4,0-1-8,0-2-10,0-4 0,0 0-3,0-3-8,0-1-5,0 0-4,0-1-12,0 0-19,0-1-22,0 2-44,0 0-114,0 0-197,9-3-703,-12 0 0,-2 0 0,2-2 0</inkml:trace>
  <inkml:trace contextRef="#ctx0" brushRef="#br0" timeOffset="273822.2663">13847 6530 699,'0'0'140,"3"2"65,-3-1 25,2 0 25,1-2 39,0 1 39,-2 1 31,1-2 29,-2 1 19,3 0-90,-3 0-26,0 0-55,0 0-9,0 0-11,0 0-29,0 3-25,0 1-23,0 2-21,0 2-14,0 0-6,-3 6 3,0 1-5,0 2-11,0 1-2,1 5 0,1-1-4,-1-1-1,2 0 6,0-1-16,0-4-7,0-3-10,0-3-1,0-2-8,0-1-11,-3-2-36,2-1-31,1-1-25,-3 3-66,-1-3-104,1 1-211,-1-5-696,1 2 0,3-2 0</inkml:trace>
  <inkml:trace contextRef="#ctx0" brushRef="#br0" timeOffset="274877.5199">14973 6602 1510,'0'-2'111,"0"1"38,0 0 45,0-3 47,0 1 46,0 0 46,0 1 28,0-2 14,-1 0 20,-2 0-73,-1 2-26,-5 1-33,1 0-36,-6 2-41,-1 2-38,1 5-37,-4 3-21,6 4-9,-2 1-15,8 5-4,3-3-4,3-1 3,6-2-2,5-1 9,7-4-6,10-2 3,7-7-8,6 1-5,2-4-8,1-4 1,-9-3-12,-6-1-15,-12-5-19,-9-2-13,-8-4-9,-10-3-9,-9 1 4,-7-3 5,-6 5-14,-4 5-29,3 6-68,1 7-310,11-27-681,7 30 0,5 0 0,8-1 0</inkml:trace>
  <inkml:trace contextRef="#ctx0" brushRef="#br0" timeOffset="276522.8171">16439 6004 1848,'0'-4'196,"3"-2"32,-3 0 38,1-3 30,-2 3 13,1 2-1,1 2 10,-1 2 19,0 0 23,-1-3-122,-3 6-20,1 3-14,-5 1-23,-2 8 12,-4 6 11,0 4 16,0 7-3,3 0-13,1 1-24,5-5-24,1-2-24,4-6-43,0-5-77,0-4-86,0-5-184,30-4-1058,-23-2 0,-1-3 0,1-7 0</inkml:trace>
  <inkml:trace contextRef="#ctx0" brushRef="#br0" timeOffset="277047.3848">16687 6009 2374,'-1'0'22,"-6"0"16,-1 0 29,-2 1 30,-4 3 21,2 3 22,-2 4 23,1 1 52,8 0 53,0 3 22,4-3 27,1-1 0,3 5-18,3-2-20,0 1-8,1 1-11,4-1-15,-3-3-39,-3 2-48,-1-5-43,-3-2-32,1 0-17,-2 0-19,-2-2-13,0 0-29,-4-1-37,-4 0-34,-2 0-76,0-3-126,3 0-221,2-22-610,3 16 0,1-4 0,3-3 0</inkml:trace>
  <inkml:trace contextRef="#ctx0" brushRef="#br0" timeOffset="277263.5042">16686 6026 2584,'8'-3'101,"7"0"22,6-3 24,4 1 10,3 0 1,-2 2-26,-2-2-137,-6-10-674,-8 8 0,-5 0 0,-5-2 0</inkml:trace>
  <inkml:trace contextRef="#ctx0" brushRef="#br0" timeOffset="278655.5448">16752 5757 1072,'0'-2'104,"0"1"20,-1-1 36,-1-1 24,-4 0 15,-1 0 16,-4-2 32,1 0 15,-2 0 15,2 1-55,-4-1-21,-3 1-16,5 0-17,-6 0-10,-2 0 2,-4 3-6,0 0-11,-1 0 4,0 1-6,4 0-12,-1 0 0,1 0 7,-3 0-8,1 1-11,2 1-9,0 3-6,2 0-14,0 1-19,1 2-6,-4-2-5,-1 4-6,3 1-9,-2-2-7,2 1-3,0 0-7,4-1 0,-2 0-2,2-2-2,1 2-2,1 1 0,2 1-5,2-3 4,2 2-2,-1 2-2,1 1 3,2 1-5,-3-1 0,2 3-1,-2 1 12,-2 0-2,3 2 4,-3-1-2,1 4-2,2-4 2,1 3-4,3-4-1,1 2 3,0-3-1,3 1-9,0 0 5,0 0-4,3 0 1,0 2 0,3-1-2,3 0 1,1 2 5,2-1-3,1 1 1,2 0 6,-5-4-3,2 2-3,3-2-11,-2-1 9,1-2-8,0-1 2,3-1 0,0-1-3,3-2 0,2 0-6,0-1 5,3 0 7,4 0 9,-1 2-2,4-2 8,-7 2 2,0-4-7,-3 1 6,-1-3 11,-4 0-4,5-3-3,-3 0 2,2 0 2,1 0-1,3-1 6,-3-1 9,3-4 15,4 0 6,-1-2-4,-3-4 0,4 3 12,-1-2 0,-1 1-4,-2-1 3,-2 1-10,3-2-7,-4 1-8,-1 1-16,-3-1-4,2 0 0,-1 0-12,1-1 7,-2-1 5,-2 1-6,-2-1 3,-4 0-5,0-2-9,-1 1 12,-3-3 0,2-3 1,-3-1-10,-3-1-16,-1-4-6,-1 0-3,-1-4-9,-5 0-20,-6-2-5,-6 1-24,-10 1-88,-8 6-80,-11 2-201,-5-7-993,-4 12 0,4-1 0,11 3 0</inkml:trace>
  <inkml:trace contextRef="#ctx0" brushRef="#br0" timeOffset="292304.3779">5925 5879 1679,'-3'0'30,"2"0"13,-1 0 23,0 0 33,-1 0 40,3 0 24,-3-2 17,3 2 19,0 0 15,0 0-1,0-1-4,-3 1-5,3-1-11,0 1-25,0-1-35,0 1-18,0-2-8,3 4-13,0-4-14,4 1-12,-2 1-7,6-1-6,-2 1-11,-1 0-10,0 0-2,1 0-6,-1 2-9,-1 3-5,3 2-4,-2 2 0,-1 1-3,-2 1-1,1 1-1,-2 2 2,1-3 0,0 0 0,-2 1-1,1 0 0,-1-2 0,-1 3 0,-1 1 0,0-2 2,0 5 2,2-1 2,-3 2 0,1-1 1,-1 4 3,0 0 3,0 0 4,0 0-1,0 2-1,0 0 3,0-1 0,0-2 1,0 1 0,0-1-2,0 1 0,0 1-1,0-2 1,0 1 2,0 0 1,0 3-4,0 0-1,0 3-2,0-2 1,0 3 2,0-3-2,0 4 2,0-3-2,0 0 1,0 0 0,0 1 1,0-2 1,0-2 0,0 3-2,2-3-1,-2 1 0,0-1-3,4 0 1,-4-1-2,0-4-4,0 4-2,1 0-2,2-2-2,-3 2 2,6-1-1,-4 0 0,3 1 0,-3 1 2,1-1-1,3 3 6,-2-3 3,-1 3-1,1-2 2,0 1-1,-3-2 2,2-1-2,-3 0 2,0-2-2,3 0 0,-2 3-8,-1-2 1,0-1 3,2 4-6,-1-1-1,0-1 0,2 1 1,0 2-2,0-1-1,-1-3 2,1 2-1,0 2-2,-3-2-1,3 0 2,-2 3 2,2-2-4,-3 1-3,0 0 3,3 3 2,-3-3 1,1-1 3,-1 1-1,0 0 2,2-3 1,-4 0-2,4 1 4,-2 0 2,0-2-2,0-2-3,0 3-1,0-1 1,0-3-1,0 2 0,0 2 1,0-2-1,0 2 1,0 1-2,0 0 0,0 1 3,0 0-2,0 3-2,0-2 2,-2 2-4,1-2 1,-5 0-1,2-4 1,-2-2 0,-2-5 2,1 0-2,-5-2 2,1-1 3,-5-1-5,-2-1 6,-8-1-1,-5-2-3,-3-3 0,-4-2-3,-1 0-4,4-3-13,0-1-54,10-3-184,5-18-867,11-4 0,4-15 0,7-25 0</inkml:trace>
  <inkml:trace contextRef="#ctx0" brushRef="#br0" timeOffset="293081.1195">5967 5914 917,'-6'5'71,"-4"2"11,-2 3 9,-6 1 16,1 0 12,-2-2 7,-2-3-1,4 0-39,9-4-152,0 0-265,4-2 0,4 0 0,8-6 0</inkml:trace>
  <inkml:trace contextRef="#ctx0" brushRef="#br0" timeOffset="294954.4024">17097 5722 237,'0'0'41,"0"0"31,0 1 45,0 3 59,0-1 49,0 1 36,0 1 20,0 0 11,0-3 10,1 0-11,0-1-2,2 4 0,0-4-13,1 4-16,2 1-19,0 0-17,0 0 2,-1 1 14,1-2 18,2-3 7,2 0-11,4-2-27,7-2-30,2-3-41,6-2-28,2-4-9,1-1-21,0-3-21,-4 0-28,-2-1-26,-1 2-6,-10 3-7,-4 3-26,-4 1-25,-4 7-31,-3 0-67,-3 3-141,-1 1-190,0-11-570,-6 7 0,-1 0 0</inkml:trace>
  <inkml:trace contextRef="#ctx0" brushRef="#br0" timeOffset="295455.6208">17005 5562 1156,'0'0'40,"0"0"36,3 0 42,-3 4 58,0-1 23,0 2 35,0 3 31,0-2 30,0-1 36,2 0 2,0-3 21,6 0-17,2-2-32,5 0-54,2-2-17,5 0-36,3-4-27,7-3-27,1-2-39,1-4-37,-1-1-24,-3 0-16,-8 3-14,-1 1-4,-9 6-14,-3 3-17,-5 3-31,-2 0-61,-2 0-91,1 3-168,17-6-572,-15 3 0,-3 0 0</inkml:trace>
  <inkml:trace contextRef="#ctx0" brushRef="#br0" timeOffset="300348.2389">15302 7464 1396,'1'0'108,"2"0"29,0 0 27,2 0 35,1 0 31,-2-1 19,-1 1 14,-3 0 15,1-1 28,1 0-39,-2 0-21,0-1-15,0 2-17,0 0-30,2 0-20,0 0-8,3 0-2,-1 0-6,2 2-19,-2 4-27,0 1-15,3 3-14,-1 1-6,1 1 1,2-3-2,1-3-4,5-1-10,5-4-4,2-2-9,1-3-4,8-3 0,-1 0 0,-2-2-2,4-1-10,-1 0-6,-5 1-5,-2 3-7,-5 2-4,-7 0-12,-6 3-20,-2 0-36,-4 1-61,0 0-62,0 0-129,10-1-269,-16 0-361,-3-4 0,-5-1 0,1-3 0</inkml:trace>
  <inkml:trace contextRef="#ctx0" brushRef="#br0" timeOffset="300792.0011">15284 7320 2047,'0'6'127,"0"-1"40,0 3 19,0 2 67,0-1 63,0-3 41,5-2 17,2-3 11,8-1 6,6-1-67,11-7-51,0-1-40,8-5-16,6-4-67,0-5-61,2 1-41,-4-1-20,-7 3-15,-11 6-51,-12 4-35,-7 6-30,-5 4-75,-7 4-77,-2 4-173,-6-9-552,-2 13 0,-1 0 0,-2-6 0</inkml:trace>
  <inkml:trace contextRef="#ctx0" brushRef="#br0" timeOffset="304100.4242">12975 7375 452,'0'-1'-8,"0"-3"-10,0 0-8,-2 1 6,2-1 14,0 2 15,-4-2 18,1 0 20,-1 2 15,-3-1 15,0-1 26,-1 2 20,1-1 19,-4-1 3,1 0-9,-4-1-14,-2-1-9,2 4-11,-4-3-8,-3 1-11,0 1-10,-1 0-8,-7 0-6,1 3-9,-1-1 7,-3 1 6,3 0 5,-1 0-3,3 0-3,1 1-1,1 2-3,-2 2 0,1 0 0,0 2 0,-5 5-4,-6 3-5,3 2-8,0 2 3,-2 1 8,-2 3 9,2-4 10,3 3 13,1-1 12,4-1 16,6 0 8,4-1 24,1 0 9,8 2 4,-1-1-9,6 1-5,0 4-13,1 4-15,0 0-12,3 1-19,-1 4-9,1-2-28,0 1-10,0-4-16,1 2-2,5-4-10,5-2 2,3-2-2,5-1 4,6-4 2,-1 1-1,1-2 3,6-1 1,-3 1 3,4 0 2,1 0 5,5 1-3,-2-2 6,3 1-4,4 0-3,0-1 0,3-1-1,2 0-4,2-1-3,4-2-1,3 0-1,-3 1-1,4 0-2,-6-1 0,-1 0-4,-3 3-2,-1-2-3,-2 1 4,-3-1 1,2-2-1,-1-1-1,1-4 5,3 0 3,5-2 4,1 1 7,5 0 3,-2 1 1,2 1-3,-3 2 3,-5-1 1,-7 2 3,-3-2-6,-9 1-7,-5-2 5,-4-1 1,0-2 4,1-2 6,2-2 5,6 0 2,7-9 1,8-2 2,11-4 2,2-6 2,-1-4-3,3-2-7,-4 0-7,-4 3-2,-4 1-9,-6 3-5,-3 6-2,-8-2-6,2 5-7,1-3-2,0-3-3,2-2-2,2-3 0,5-1 1,-2 0-3,4 1 2,-1 3 3,4 0 0,-2 6 3,2 2 0,-8 1-1,-1 3-2,-4 1 0,-8-2-1,0 0 2,-1 2 1,-2-3-4,1 2 4,4-2-3,-2-1 3,0 2 1,1-2 2,-4 0-1,-3 0 0,-3 2 1,-2-1-4,0 0 1,-5 0-4,-2-6 4,0 1-3,-5-4-1,-1 1 3,-1-5 3,0 1 1,-3-3-1,0-1 6,0-1 1,0 0 3,0 1-3,-4 0 2,-2 2-4,-2 0 1,-6 1-7,-4 1-3,-1 0 0,-8-1-6,-2 1-3,-7-2 3,-1 1-2,-7-2 3,0-2-2,-2 4 0,-1-1 2,0 0 2,0 3 1,1 2 0,0 0-2,0 2-8,-1 5-5,-3-2-11,-1 0-2,-6 3-1,-4-1 2,-3-4-3,-6 0-2,-4 0 5,-2-3 1,-2 0 8,2 1 5,4 5 10,0 1 3,4 0 0,1 5 1,-1 4 1,-1 1-1,-5 1-22,1 0-11,-2 1-13,-4 0-2,0-1-5,-6 1 3,-1-1 2,-5 0-3,-2-1 1,-6 2 2,8 2 20,1 2 13,9 3 10,12 2-6,13 2-68,19 5-125,17-1-190,12-10-473,25 11 0,16 0 0,38-2 0</inkml:trace>
  <inkml:trace contextRef="#ctx0" brushRef="#br0" timeOffset="306487.2345">7861 9182 1642,'2'1'112,"-2"2"38,0 0 35,0 1 29,1-3 24,-1-1 30,1 0 39,-1 0 28,3 0 15,0 0-60,-1 0-25,0 0-30,1 0-26,-2 0-26,0 0-22,1 0-27,4 0-34,1 0-27,3 0-13,3 0-10,5 0-7,1 0-6,8 0-3,6 0 2,3 0 1,7 0-3,1 0-3,0 0-3,-3 0 1,-1 0-6,2 1-4,-6-1-1,1 2-6,-3-2-8,-9 1-1,-7-1 0,-8 0-1,-4 0-2,-4 0-1,-2 0 3,0 0 1,0 0-1,0 0 4,0 0-4,0 0-12,0 0-38,0-1-93,0 1-165,4-6-263,-8-5-409,1 5 0,-4-1 0,-1-7 0</inkml:trace>
  <inkml:trace contextRef="#ctx0" brushRef="#br0" timeOffset="307691.1046">8316 9007 1852,'0'0'76,"0"0"12,0 0 18,0 0 30,0 0 28,0 0 35,0 0 28,0 0 28,0 0 24,0 0-35,0 0 4,4 0 3,-1 0-9,2 0-23,2 0-24,-1 0-32,2 2-23,2 1-26,1 0-19,-3 1-21,5-1-17,0 1-13,-1-2-8,6 2-4,-3 1-5,2 1-2,1 0-4,3-1-2,1 2-3,-3 0-5,1-3-7,-1 1-5,-1 2-8,-1-2-9,-3-1-2,0 2-2,-5-1-3,-2-1-9,-1 0-2,-4 0-1,-2 0 4,0-1 4,0 0 8,0-2 7,0 1 3,0-2 5,0 0 3,0 0 7,0 0 2,0 0-3,0 0-3,0 0 0,0 0-2,0 1 2,0-1 3,0 0-3,0 0 0,0 1 1,-2 0 3,-1-1 5,2 3 2,-1-3 0,1 1 0,-2 2-1,0-2-3,3 0 3,-1 0-1,-2 1-2,1-1-3,1 1 4,0-1-1,0 2 0,1-3 0,-3 1 0,0 0 0,0-1-3,2 3 1,-3-1 1,2-2 0,1 3-1,-4-1 1,3 0-1,-2 0 1,2 0-2,-2 1 1,1-1-1,2 1-1,-3-1 1,-2 3-1,1 0-1,-1 0-1,-6 2 1,5 2 0,-4 1 1,-2 2-1,4 0 1,-1 4-3,-4 1 2,3 1 2,-3 3-2,-1-2-2,1 0 2,1 0-1,1-2-1,2-3 3,3-1-4,4-2 4,-2-5-9,3-2-10,1-1-22,-1 0-47,-1-3-86,3 2-156,8-4-662,-10 2 0,-1-3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0T16:12:37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17417 2267 569,'0'0'32,"0"0"13,0 0 24,0 0 22,0 0 21,0 0 23,0 0 28,0 0 31,0 0 33,-4 0 18,1 0 23,3 0-1,0 0-16,0 0-14,0 0-16,-3 0-21,3 0-27,-1-2-31,1 2-31,-3-1-39,3 1-34,-3-1-10,3 1-10,-6 0-6,-3 0-6,-1 0-2,-8-1 4,2 1 2,-1 0 2,-4 0 1,3 1 2,0 3 6,3 1 4,-2 1 5,2 4 5,1-1 9,1 3 5,4 2 6,-4 4 7,6 1 6,-1 2 1,0 2-4,4-2-4,1-2-3,3 2-4,0-4-6,3-2-11,-1-2-11,1-1-4,4-5-7,3 0 1,5-3-4,0-3-9,3-1-19,2-2-25,-2-3-32,1-2-33,-1-2-29,-1-4-25,1-1-19,-3-1-10,3-2-1,-7-3 10,2 2 22,-5 0 27,-1 0 38,0 3 43,-3 0 38,-1 1 41,4 3 26,-5 0 17,-2 4 14,1 1 7,0 0-2,-1 2-4,0 3-6,0 0-9,-2 1-8,0 2-17,-8 3-7,3 3-5,-4 0 3,4 8 21,2 0 16,-2 1 22,5 2 10,1 1 15,1 0 15,5-3 3,4 1 4,4-4 0,6-3-18,6-5-81,1-2-233,3-21-821,-5 14 0,-5-6 0,-4-1 0</inkml:trace>
  <inkml:trace contextRef="#ctx0" brushRef="#br0" timeOffset="1185.1436">18544 2240 1274,'0'0'8,"0"0"32,0 1 42,0 3 34,0-2 21,0 1 15,0-2 8,0 3 9,0-4 16,0 2 27,0 2 31,0 2-5,0 4 7,0 7-11,0 8 8,-1 7 9,-6 5-1,1 4-5,1-1-11,-1-6-23,4-4-36,2-9-21,0-7-39,1-5-21,-1-6-30,1-3-29,2-2-20,3-5-20,-2-4-32,6 1-21,-5-5-35,3 2-27,-1 2-17,0 3-12,3 2 5,0 4 5,5 1 25,-5 1 28,0 0 42,0 1 30,2 1 47,-4 4 30,-3 3 17,1 3 15,-3 0 6,-3 5 6,0-4-5,0 2-6,0 0-11,-3-1-6,-3-4-15,-4-2-7,-6 2-8,-3-4-16,-2-1-44,-4-2-135,12-3-335,-6-3-488,4-2 0,7-3 0,9-6 0</inkml:trace>
  <inkml:trace contextRef="#ctx0" brushRef="#br0" timeOffset="2169.0755">19818 2288 1834,'0'0'90,"0"0"33,0 0 36,0 0 28,0-2 26,0 1 23,0 0 16,0 0 5,0-1 3,-2 1-62,-5 1-22,-4 0-28,-2 1-24,-6 4-14,-4 3-15,-4 7-16,1 2-3,2 9 10,5 0 7,8 4 9,5-3 4,6-2 3,9-4-9,4-1-9,11-7-25,14 1-222,6-23-886,3 10 0,-1-3 0,-5-3 0</inkml:trace>
  <inkml:trace contextRef="#ctx0" brushRef="#br0" timeOffset="3260.541">21167 2212 1113,'0'0'25,"0"0"53,0 1 60,0 0 44,3 2 48,1 0 34,-1 2 33,-1-1 32,4 1 35,-2 2 24,-2 1 4,0 4-39,0 6-50,-2 5-39,-2 5-38,-2 6-30,-3-4-31,-1 3-31,1-6-32,4-1-28,-2-11-23,3-2-14,1-4-5,1-4-2,0-3-8,-2-2-5,4 0-11,-2-2-12,-4-2-14,-3-3-11,-8-1-2,-8 0-5,-4 0-2,-5 5-4,-2 1 0,2 5 5,2 3 10,4 4 16,5 1 18,10 5 15,5 0 13,6 0 8,10 0 6,5-2 2,13-2-13,8-2-67,21 1-434,-11-6-577,-5-2 0,-10-3 0</inkml:trace>
  <inkml:trace contextRef="#ctx0" brushRef="#br0" timeOffset="4599.0221">22271 2232 3430,'0'0'25,"0"0"17,4-1 26,-4 1 37,-4 1 30,4-2 18,0 1 13,0 0 8,0 0 10,0 0-21,0 0-4,0 0-18,0 0-21,0 4-31,0 2-29,4 2-12,-1 0-10,5 2-6,6-1-12,4-5-13,3 0-33,3-3-30,-1 0-35,-5-4-14,-7-1-6,-3-2-5,-3-2 0,-4 0-2,-1 0 23,-1 0 12,1 2 36,-3 2 26,-4 2 39,-4 4 36,-2 7 25,-3 6 11,-4 11 7,4 10 14,-5 11-13,3 4 2,0 0 3,2 2 5,4-4-6,1-5-26,1-2-22,1-7-10,-1-4-7,-3-4-16,1-2-5,-6-7-4,1-3 0,-2-3-2,1-4 2,-3-3-6,6-1 0,1-3 0,0-3-3,1-4-12,5-7-19,4-7-16,4-8-20,7-9-8,7-2-7,9 1-4,8 5 5,5 3-2,1 6 1,1 7-18,-4 9-103,4-3-289,-16 6-360,-1 1 0,-13-1 0,-1-2 0</inkml:trace>
  <inkml:trace contextRef="#ctx0" brushRef="#br0" timeOffset="7312.2305">16780 2846 2339,'0'0'66,"0"0"14,0 0 7,0 0 10,0 0 6,0 0 6,0 0 3,0 0 2,0 0 1,0 0-39,0 0-20,2 0-11,2 0-4,0 0-7,7 0-3,3 3-2,4-2-4,3 0-1,1 1 1,3 1-5,0 1-2,2 1-2,0-1-1,3 1-4,1-1-1,1 1-5,2 0 0,3-2-1,0 1-2,6 0 2,-3-1-1,2 0-2,-5-2-1,-2 1-2,-6 0-2,2 2 2,-5 0-1,3 0 0,2 0-1,-4-2-1,8 0 0,-3 1 1,11-1 0,-4 2 1,4 2 1,-2-1-1,-2 2 1,-4 0 0,1-4 2,-3 1 0,-4 3 0,2-3 0,-1 1 0,-1-1-1,2-3 2,1 2 0,1-1 0,3-2 1,0 0-2,4 3 0,1-2-1,-2 2 3,3 4 0,-3-5 0,6 2 1,-2 0-2,1-2 0,-2-1 3,6 2-2,-3 0-1,-1 0 2,3-2-2,-2 2 0,3-2 2,-4 1 0,1 0-1,-1 0 4,-2 0-4,-2 1 4,2-1 0,-5-2-2,1 1 3,2-1-1,0 0 1,-1 0-1,3 2 6,1-2 4,-2 0 4,2 0 0,-1 0 3,-1 0 1,-1 0-3,2 0 3,-1 0-3,0 0 0,-1 2-4,0 0-7,2-1-1,-5-1-2,5 0-2,-2 0 1,0 0 8,-1 0 0,1 0 8,-2 0-1,-1 0 0,-2 2 3,4-1 0,0 0 0,2 2 1,5-2 6,0 0-6,0 1 12,2-2-1,-2 1 12,4-1 8,1 0 4,1 2 3,-1 0-2,3-1 3,1 3-7,-1-1-1,3-1-13,2 2-7,-4-2-9,5 2-9,-4-2-5,-3 0-4,-1 0 2,0 0-2,1-1-1,-2-1 1,2 0 1,1 1 2,3-2 2,0 1 1,1 0 1,-1 1-3,0-1 0,-3 0 2,1 0-2,-1 0-8,-2 0-19,3 0-21,-2-2-24,-2-2-26,-2 2-37,-9-3-69,-4-2-144,-11-7-518,-11 4 0,-7 0 0</inkml:trace>
  <inkml:trace contextRef="#ctx0" brushRef="#br0" timeOffset="10312.2129">21680 2017 2123,'0'0'33,"0"0"17,0 0 5,0 0-4,0 0-2,0 0 4,0 0 5,0 0 8,0 4 7,0 2 6,-1 1-4,-2 4-5,-3 2 5,4 2 21,-3 1 9,4 2 2,0 5 1,1-1-4,0 1-2,0 2-14,0 1-11,0 1-9,0 1-6,1 1-16,-1 2 0,0 1-1,1 0-2,-1-2 2,2 0-3,-2-1 1,1-1 1,-1-3-3,2-3 4,-2 0 4,0-1-3,0 0 0,0-2 7,0-2 0,2 0 1,-2 0 1,3-1-1,-3 0 0,0 1 0,3-1 4,0 0 3,-3-1 1,1-1-4,2 0 0,-3 0-2,3 0-4,-2 1 2,4 1 3,-5-3-5,3 1-4,0-1-6,-3-2-3,3 2-5,0-1-6,-3 2 2,1 0-2,-1-2-5,0 2-3,3-3-1,-3-1-1,0 2-3,0 0 0,0-2 1,0 1-3,0-2 1,0 4-3,0-2 0,0 0 0,0 2-1,0 0-4,0 0 2,0 3-1,0-1 4,-3 2-2,2 1-3,-2 1 1,0 0 1,-2 0-2,-1 2 1,2-4 0,0 3 0,-5 0-2,2 0-3,2 2 2,-1-1 2,-1 3-1,2 2-4,-2-2 4,1 3 1,-3 0 1,2 2 0,1-3 2,-1 1 1,-2 2 1,0-3 2,0 0 1,0 1 2,1 3-2,0-4-2,3 2 2,1-1 1,1 2-2,1 2 1,2-2-2,-3 1 1,-2 2-2,3 1-6,-2 1 3,2 1 12,-2-2-2,0 4-4,0-1 7,-1-2 1,3 1-4,-2-1 3,2-2-4,2 1 4,-2 0 2,2-3-20,2 2 2,-2-1 5,0 0-5,0-2-6,2 2-1,-2-2-2,1 2 3,4-1-2,-5 1 6,2-1 12,1 1-3,0-2-4,-2 0 2,3-1 7,0 1-3,-2-2 1,4 0-5,-4 0 9,1 2-16,-3-3-11,0 1 6,0 0-1,0-1 1,0 0-6,0 1 1,0 1-2,0-2 2,-3 4-7,3-2 4,-2 2 23,2 2-10,-2-1 6,2-1 1,0 2-3,-4 1 7,4 2 1,0-3 8,-3 3 1,2-1 1,-1 0-18,2-1 2,-3 2-1,3-2-8,-1 3 4,0-1-1,1 1-13,0 1 12,-1 0-7,-1 1 10,2-1 2,-4 0 1,3 1-6,-1-2 4,-2 3 4,0-3-4,1 1 3,-1 1-8,-2-1 2,2 1-8,1 1-8,2 2 1,-3 2 6,2 2-8,-2-3 8,2 3 1,-4-2 7,3-1 1,0 1-6,-2-1 3,3 0 7,0 1-8,-1 0-1,0 0 2,0 3-7,2-2-3,-3 4-11,2-2 1,2 0 14,-1 0-8,1 0-1,1-4 7,-1 2 1,0-1 7,0-2-4,0 0-1,0 2 16,0-2-10,0 2-10,0 1-1,0 3 1,0-2-2,0 0 3,0-1-7,0-1 11,0 0 3,0 0-4,0-3 3,2 2 3,-1 0 4,2-2 6,0 3-8,1 0-7,-1 2 0,-1 2-7,0 1 4,3 0 2,-2 1 1,1-4 8,1-1-2,-3 1-2,1 0 7,-2-1 7,1 0-9,-2 0-3,4 1 1,-3-2-3,2-2-2,0-4-9,1-4-31,-4-5-63,0-4-217,0-20-863,-4 4 0,-2-5 0,-7-20 0</inkml:trace>
  <inkml:trace contextRef="#ctx0" brushRef="#br0" timeOffset="12233.937">17073 3271 2433,'0'0'57,"0"0"9,0 0 22,0 0 39,0 0 33,0 0 31,0 0 19,0 0 24,0 0 17,0 0-47,-1 0 1,-1 0-7,-2 0-17,0 0-40,-2 0-27,-2 0-30,5 0-20,-1 0-23,0 0-13,-3 0-1,5 0-3,-3 0 0,-3 2-2,-2 2 4,3 3 6,0 3 3,0 5 4,1-1 3,2 4-2,4 2-7,-2-3 0,2-1 2,2 0-1,7-5 2,0-3-8,8-3-4,4 0 0,8-3 0,-4-2-2,0 0 3,0 0-3,-4-1 0,-5 0-4,0 0-5,-4-3-3,-3-1-2,-1-1-7,-3-3-5,-1-3-3,-2 0-1,-2-2-1,-6-3-3,-1 1 2,-1-2-2,-7 3 1,-2 1 2,0 3-8,1 2-59,2 4-95,2 1-173,34 0-678,-28 2 0,6 2 0</inkml:trace>
  <inkml:trace contextRef="#ctx0" brushRef="#br0" timeOffset="13033.1644">18488 3454 1858,'1'0'175,"-1"0"32,1 0 29,2 0 32,-3-1 27,0-2 20,1 3-2,-1-2 3,-1 1 5,-4 1-129,-1 0-45,-1 1-31,-8 3-25,-2 4-29,5 2-24,-1 4-7,5 3 13,4 1 0,1 1-4,3-1 5,4 0-4,2-5 9,9 0-5,6-3 3,6-5-3,4-5-12,4 4-9,-8-8-4,1 1 2,-7-4-8,-6-4-4,-7-3-8,-3-1 1,-8-5-7,-8 2-2,-3 1 2,-7 1-3,-4 4-3,0 4-36,6 4-104,8 2-211,7-5-623,4 6 0,12 0 0,7-2 0</inkml:trace>
  <inkml:trace contextRef="#ctx0" brushRef="#br0" timeOffset="13650.6249">19447 3635 1542,'0'0'88,"0"0"27,2 1 21,-2-1 13,0-1 8,0 1 28,1 1 29,-1 2 21,-1 2 14,-4 3-23,0-1-4,-2 3-14,3 1-3,1 1-2,-1 0 6,8 0-13,3 0-16,7-7-12,4-1-12,11 0-33,3-4-20,4 1-15,-3-3-16,-3-3-14,-10-2-15,-6-5-20,-6-2-16,-9-4-11,-5 0-7,-9-1-6,-4-1-6,-1 5-13,-5 7-43,5 3-105,6 2-204,8-2-575,4 5 0,15-1 0,11-2 0</inkml:trace>
  <inkml:trace contextRef="#ctx0" brushRef="#br0" timeOffset="14208.426">20716 3744 2463,'0'0'19,"-1"0"11,-3 0 20,-5 1 28,0 2 24,-4 6 29,-2 1 25,1 3 15,3 6 8,4-2 0,4 0 35,6-4 20,7-1-7,9-3-18,9-3-21,9-3-26,8-3-20,-5-4-9,-4-3 1,-11-2-10,-7-4-37,-14-5-30,-8-3-16,-14-3-13,-9 0-3,-8 1 0,-9 6-25,0 9-103,14 4-365,2 3-535,10 1 0,11 3 0,14-5 0</inkml:trace>
  <inkml:trace contextRef="#ctx0" brushRef="#br0" timeOffset="15342.4991">22154 3678 921,'-2'0'67,"2"0"38,-2 1 42,0-1 27,2 0 13,-3 1 12,0 1 34,-1 0 18,-2 4 19,-1 0-27,-1 2-2,0 2-2,1 1-30,0 1-21,1 4-6,0-1-3,3 0-22,3-2-11,-3 0-10,3-2-8,5-4-4,5 2-26,4-5-6,5 2-2,4-3-3,0 0-5,-2-2-11,-3-1-1,-2 0-8,-4-4-12,1 1-14,-3-5-8,-2-3 4,0-4-8,-7-1-1,0-2-4,-2 0-3,-2 0-5,-5 4-21,-6 1-53,-3 5-139,8-2-866,-19 8 0,0-1 0,2 1 0</inkml:trace>
  <inkml:trace contextRef="#ctx0" brushRef="#br0" timeOffset="16932.2567">17107 4320 1886,'0'0'111,"0"0"45,0 0 48,0-3 47,0 2 42,0-1 22,0-2 13,0 4 8,0-1 4,0 0-70,0 1-41,0 0-42,-4 0-49,-4 1-44,-5 4-42,1 3-20,-2 5-11,0 4-9,6-1-2,4 1-1,2-1 3,2-3-5,2-3 6,7-2 8,0-5 8,9 0 0,5-3 1,3 0 3,3-3 0,-3-1 2,-1-4-5,-6-2 3,-2-4-12,-5 3-12,-3-1-10,-9-2-9,0 4-4,-9 1 0,-7 1-1,-9-1-3,-3 3 5,-5-1-5,7 2-29,3 3-105,13 0-179,12-3-664,3 5 0,8-1 0,8-1 0</inkml:trace>
  <inkml:trace contextRef="#ctx0" brushRef="#br0" timeOffset="17571.6838">18410 4528 1361,'0'0'103,"0"1"3,0-1 5,-3 1 5,-1-3 13,-3 4 37,-3 1 30,-2 3 21,-1 0 36,-1 5-72,-1-2 7,4 3 15,1-3 8,7 2 19,3-4 5,1 1-14,10-4-20,11 1-16,6-3-31,9-2-21,8-1-13,-7-5-17,-3-1-14,-9 1-32,-9-6-23,-9 0-32,-3-2-15,-14-1-11,-5 1 0,-8 1-7,-3 1-12,-6 4-70,8 5-169,12-3-673,5 6 0,20 0 0</inkml:trace>
  <inkml:trace contextRef="#ctx0" brushRef="#br0" timeOffset="18106.0012">19392 4622 1722,'-3'0'74,"-4"2"31,-4 1 25,0 1 34,-5 3 20,1 4 28,3 0 10,-1 3 7,5 0 1,4 1-42,4 0-15,7-2-1,7-4-15,11-1-24,5-4-15,13-3-27,-1-3-5,-2-4-2,-10-2 6,-7-2 9,-12-6-9,-6-3-30,-6-2-14,-12 2-9,-3-3-8,-9 4-16,-1 8-78,3-1-160,14 1-704,6 8 0,15 0 0,13 1 0</inkml:trace>
  <inkml:trace contextRef="#ctx0" brushRef="#br0" timeOffset="18738.201">20605 4604 914,'3'2'210,"-3"1"73,3-3 48,1 3 38,-4-3 20,3 0 9,-3 0 5,1 0 5,1 0 13,2 3-101,-4 1-75,2 5-66,0 7-31,-1 5-35,-6 8-15,1 5 0,1 0-4,-3 0-4,2 1-11,4-8-23,0-6-12,0-3-40,0-7-133,29-5-984,-21-3 0,-1-3 0</inkml:trace>
  <inkml:trace contextRef="#ctx0" brushRef="#br0" timeOffset="20220.2709">22134 4599 291,'2'-1'125,"1"0"60,0-1 66,0 1 32,-2 2 21,1-1 16,-2 0 19,0-1 19,0 1 13,0 0-44,0 0-47,0 0-40,0 0-49,2 0-20,-2 0-14,0 0-14,0 0-19,0 0-17,0 0-13,0 0-7,0 3-8,0 2-13,0 2-10,-2 7-9,-1 6-1,-4 3 2,0 3 6,-1 0-1,-1-1 7,8-2-5,-3-2-10,4-7-5,0 0-6,0-7 0,0-1-7,0-1-25,0-2-83,4-2-379,-4 0-530,0-2 0,-4-2 0,1-3 0</inkml:trace>
  <inkml:trace contextRef="#ctx0" brushRef="#br0" timeOffset="21501.8838">17206 5512 2694,'-4'-1'102,"1"-1"20,0 0 16,-2 1 16,-2 1 18,0 0 22,-4 0 11,-2 1 14,-1 4 11,-1 2-62,0 3-15,5 2-12,2 3-11,6 0-16,1 0-17,3-2-18,5-3-4,5 0-6,6-7-7,8-1-8,5-2-11,-1-5-9,-1-1-14,-5-3-3,-6-4-10,-8-4-16,-6 0-24,-3-1-22,-2-4-19,-6 0-9,-2 4-4,-3 2-24,-3 7-46,2 5-93,6 3-152,7-1-115,5 5-226,7 1 0,12 0 0</inkml:trace>
  <inkml:trace contextRef="#ctx0" brushRef="#br0" timeOffset="22048.9223">18148 5579 2426,'-6'4'32,"3"1"20,-5 2 30,1 4 21,3 2 28,1-2 21,2 2 16,1-1 26,1-1 38,10-3 23,3-3-7,8-2-14,10-2-27,6-2-15,2-3-24,2-3-18,-8 0-14,-8-5-25,-9 1-36,-7-5-25,-10 3-20,-10-5-4,-5 1-4,-10 2-8,0 3-4,-8 3-38,8 7-105,7 1-180,15-1-222,11 2-363,17 0 0,13-1 0,18 1 0</inkml:trace>
  <inkml:trace contextRef="#ctx0" brushRef="#br0" timeOffset="22635.1248">19385 5560 1526,'0'0'74,"0"2"58,0 1 58,1 1 50,-1 1 58,0 4 49,0 5 48,0 2 17,3 2 12,-3 4-25,3 3-43,-3-1-53,2 1-58,0-4-49,4-1-69,-5-3-105,4-3-280,1-26-827,1 12 0,0-2 0,8-7 0</inkml:trace>
  <inkml:trace contextRef="#ctx0" brushRef="#br0" timeOffset="23232.5728">20476 5708 2872,'0'0'75,"3"0"7,-3 0 25,0 3 41,0 1 30,0 3 28,-4 2 11,0 5 14,-2 1 15,1 3-56,2-2 9,0 0 1,6-4-17,5 2-41,8-6-24,4 0-25,10-7-8,5 1-15,4-2-13,-7-3-18,-1-6-17,-12 0-15,-6-3-14,-11-5-5,-4 1-8,-12-3-2,-7 3-3,-7 0-13,-1 6-47,0 5-159,16-1-818,-3 5 0,12 0 0,8 1 0</inkml:trace>
  <inkml:trace contextRef="#ctx0" brushRef="#br0" timeOffset="24010.7823">22066 5680 1026,'4'0'163,"-3"0"60,2 1 46,0-1 38,-3-1 26,0 1 10,0 0 2,0 0 1,3 0 0,-3 0-108,-3 0-30,3 2-37,-4 3-28,-3 4-16,-1 4-7,0 5 1,-2 1 8,-3 7 1,4 1 5,0 3-13,2 1-8,1-2-23,1-1-14,2-2-21,0-5-17,2 0-11,-2-4-31,0-3-76,2 0-177,8-11-826,-18 5 0,1-8 0,0 0 0</inkml:trace>
  <inkml:trace contextRef="#ctx0" brushRef="#br0" timeOffset="25152.1303">19041 6405 2708,'0'1'64,"0"1"12,0-1 17,0 1 24,0-2 19,0 3 14,0-3 12,0 1 8,0 0 30,0 2-37,0 2 1,0 2-5,0 3-15,-2 5-24,2-1-18,0 4-30,-2 2-76,2-3-162,8-8-760,-8 3 0,3 2 0</inkml:trace>
  <inkml:trace contextRef="#ctx0" brushRef="#br0" timeOffset="25469.0608">18988 6755 2798,'1'3'90,"-1"0"32,0 1 10,2 2 10,-4 0 6,4 3 4,-2-3 4,0 3-3,0-2-8,0 3-101,0-2-110,0-1-226,0-3-452,0 2 0,0 0 0,0 0 0</inkml:trace>
  <inkml:trace contextRef="#ctx0" brushRef="#br0" timeOffset="25736.0833">18959 7046 2415,'0'4'97,"0"-1"20,0 1 13,2 3 5,-2-1 3,1 0 3,1 0-5,0 1-29,2 1-43,3-2-226,-4-3-501,1 4 0,-4 1 0,1 3 0</inkml:trace>
  <inkml:trace contextRef="#ctx0" brushRef="#br0" timeOffset="25953.9624">18938 7331 2116,'0'4'115,"2"-1"18,-2 1 9,1 1 2,-2 0 3,1 0-3,1 1-17,-1 2-95,0-4-153,8 0-474,-5 5 0,0-2 0,0 4 0</inkml:trace>
  <inkml:trace contextRef="#ctx0" brushRef="#br0" timeOffset="26148.7126">18916 7578 1413,'0'6'109,"0"1"2,-1 2 2,1 0 1,0-3-32,1-2-132,5-4-328,-4 2 0,1 3 0,1 0 0</inkml:trace>
  <inkml:trace contextRef="#ctx0" brushRef="#br0" timeOffset="26337.0055">18866 7905 2211,'0'2'-5,"0"-1"-16,0-1-66,0 3-121,0-2-170,0-1 0,0 2 0</inkml:trace>
  <inkml:trace contextRef="#ctx0" brushRef="#br0" timeOffset="26511.9755">18862 8114 1962,'0'1'27,"4"-1"-34,-4 0-87,3 0-283,-3 3 0,1-3 0,-1 0 0</inkml:trace>
  <inkml:trace contextRef="#ctx0" brushRef="#br0" timeOffset="26720.8425">18817 8306 598,'0'1'-6,"-1"-1"-5,-3 3-12,4-1-88,-2 2 0,0 2 0,2 0 0</inkml:trace>
  <inkml:trace contextRef="#ctx0" brushRef="#br0" timeOffset="32621.685">17235 8565 886,'1'0'83,"1"3"27,-1 0 34,2 0 34,-3 2 23,0-2 23,1-1 18,-1-1 18,0-1 19,0 0-34,0 0-17,0 0-17,0 0-30,0 0-30,0 0-22,0 0-23,0 0-19,0 1-15,0 1-9,0 3 7,0 2 9,0 5 17,0 2 20,-1 7 11,-3 5 8,0 1 12,1 3 6,0-1 1,2-2-4,1-5-23,0-4-20,0-5-27,0-2-20,0-6-13,0-2-8,0-3-11,0 2-23,0-2-51,0-2-140,0-1-297,0-2-534,0-3 0,-2-3 0</inkml:trace>
  <inkml:trace contextRef="#ctx0" brushRef="#br0" timeOffset="33489.1336">18324 8621 1486,'1'0'101,"-1"0"14,0 0 34,0 1 40,1-1 36,-1 4 20,0 1 21,0 1 47,0 2 38,0 0-52,0 4 12,0 1 1,0 5-21,0 5-32,0 4-30,0 3-18,0 0-17,0 1-47,0-2-36,0-4-39,0-4-22,0-6-16,0-2-24,0-5-34,0-2-62,0-1-168,23-5-867,-23 0 0,1-4 0,2-3 0</inkml:trace>
  <inkml:trace contextRef="#ctx0" brushRef="#br0" timeOffset="34219.7711">19407 8692 1154,'4'0'127,"-2"1"27,2-1 35,0 0 40,3-1 27,-3 2 21,0 0 25,3 0 37,-1 2 23,-5 3-73,2 0 8,0 3-9,-3 5-23,2 4-31,-2 8-22,-2 5-16,-1 2-23,3 2-35,-3-3-24,2 0-26,-2-8-41,3-4-54,0-7-149,22-3-957,-20-7 0,3-3 0,1-7 0</inkml:trace>
  <inkml:trace contextRef="#ctx0" brushRef="#br0" timeOffset="34868.041">20345 8770 1271,'2'0'162,"1"0"53,1 0 33,0 1 18,-1-4 23,-2 3 10,1-1 10,1 1 11,-3-1 22,1 1-91,-1 0-3,0 0-25,0 2-7,2 3-6,-2 8-9,-2 4 2,2 11 4,-4 5-8,4 6-10,-2 2-27,4-3-32,4 0-27,1-9-60,-1-6-65,3-6-176,13-6-419,-18-7-476,-5-3 0,-2-6 0,-3-6 0</inkml:trace>
  <inkml:trace contextRef="#ctx0" brushRef="#br0" timeOffset="35967.0006">22238 8654 1260,'0'0'144,"0"0"36,0 0 34,0 0 22,0-1 19,2 1 20,0 0 20,-2 0 23,1 0 16,-1 0-93,0-1-33,0 1-33,0 0-16,1 0-10,-1 0 7,0 4-6,0 1-8,0 2-10,0 5-10,0 6-7,0 5 1,-1 2-5,0 6-14,-3 2-15,0 0-22,-2 1-14,2-3-12,1-1-9,0-5-1,3-6-5,0-4-5,0-5 0,0-3-2,0-2 3,0-2-10,0-2-28,0 2-96,0-1-237,0-16-731,0 12 0,0-1 0,0-1 0</inkml:trace>
  <inkml:trace contextRef="#ctx0" brushRef="#br0" timeOffset="37124.2749">21468 8908 1568,'0'4'96,"0"-2"46,0 3 35,0-1 27,0 0 21,0-1 15,0-2 14,0 1 20,0-1 22,0 1-42,0 2-22,0 0-34,0 2-18,0 3-12,0-1-11,0 4-3,-4 0-3,1 7-13,-2-1-14,-1 3-12,0 4-10,5-2-7,-3 3-13,2 2-14,0-2-8,-1 1-11,3 1-9,0-2-10,-2-3-4,2-4-2,0-4-7,0-5-5,0-4-2,0-2-6,0-4-17,0 0-24,0 0-53,0 0-130,5-4-277,-3-2-524,-2-3 0,2-1 0,-2-7 0</inkml:trace>
  <inkml:trace contextRef="#ctx0" brushRef="#br0" timeOffset="40756.9144">16126 4148 888,'1'0'63,"-1"0"28,0 0 29,1 0 33,-2 0 29,2 0 19,-1 0 17,0 0 22,0 0 24,0 0-25,0 0-4,0 0-15,0 0-12,0 0-14,0 0-7,0 0 1,0 0-2,0 0-15,1 0-22,1 0-16,4-2-8,2 2-9,3 0-13,6 0-11,2 0-11,2 0-20,4 0-12,0 0-4,0 0 1,-3 0-4,-1 0-7,-4 0-4,-5 0-2,-5 0-9,1 0-23,-5 0-13,-3 2-37,4 2-70,-4-2-159,25-3-703,-31 2 0,1-2 0,-5-1 0</inkml:trace>
  <inkml:trace contextRef="#ctx0" brushRef="#br0" timeOffset="42578.6698">16031 4155 632,'0'0'-3,"0"0"2,0 0 7,0 0 12,0 0 9,0 0 10,0 1 11,2 1 22,-2 3 22,0-1 18,0 0 12,0 1 12,0 0 13,0-1 10,0 2 5,0-1 2,0-1-4,0 0 1,0 0-8,0 2 0,0 1 2,0 3-2,0 0-11,0 0-13,0 2-3,0 2-2,0-1 0,0 4-19,0-1-2,-3 2-4,2 1-1,-1-1-4,-4 1 4,4-1 4,2-1 6,-3-2 2,3-1-4,0 0 3,0-2-3,0 2-7,0 0-8,0 0-9,0 1-10,0-2-9,0 2-14,0 1-9,0 0 1,0-1-3,-4 1-4,4-1-4,-2 1-1,2-1 0,0 0-2,0 2 0,0 0-3,0-1 2,-1 4-3,1-1-1,-1 0-3,-1 2 0,1-3-1,-2 3 2,-1 2-3,0-2 3,1 2 3,-3 3 2,4-3-2,-1 1-2,0 2-1,3-4 1,0 0-2,0-2 0,-1 1 3,-1-2-2,1-2-4,-3 4-6,1-1 3,-1 1-2,1 1 3,0 3-3,1-5 0,0 7-2,-2-3 3,1-1-1,1-2 2,-1-2-1,0-1-4,3-3 1,-3 2-1,3-3 0,0 1 2,0-2 0,-4 1-6,4-2 0,0 2 1,0-2-2,0 0 1,0-2 3,0 0-3,0-1 0,-1 0 10,1-4-9,-3 1 0,3-1 0,0-2-2,0-1-3,0 1 5,0-2-4,0-1 4,0 0-7,-3 0-17,3 0 2,-4 0-7,-3 0-5,-3 0-13,-4 0-8,-1 2-15,-7 2-7,1-1-1,2 3 4,-3 1 3,6 0 5,1-1 8,4-1 2,3 1 12,0-2 11,2 0 9,6 0 4,-2-1 0,2 1 4,0 0 5,0 1 2,-4 0 0,4 1 10,-1-1 8,1 3 2,0-2 7,0 0 6,0 1 6,1 0 3,9-2 7,1-1 0,3-1-1,6 2-18,-1-4-64,3 2-191,-4-3-310,-4 2-434,-3 0 0,-3 0 0,1 3 0</inkml:trace>
  <inkml:trace contextRef="#ctx0" brushRef="#br0" timeOffset="44833.8151">15886 5882 712,'0'0'114,"0"0"23,1 0 21,-1 0 17,0 0 6,0 0 2,0 0 6,0 0 23,0 1 27,0 2-60,0 2-14,0 2 0,0 0-3,0 4 11,0-2 24,0 3 21,0 1 19,0 1-2,0 3-13,0 3-10,1 0-17,2 3-15,0 3-14,1-2-24,-2 5-28,-1-2-20,0 0-23,-1-1-14,0 1-9,0 0-3,-2 0-5,-3-1-2,2 1-2,-3 0-1,0-1-1,6 0 1,0-1-4,0 1-3,0 1-6,0 0-1,0-2-3,3 2-2,-3 0-2,3-3-1,-2-1-1,-1 1-4,0 1 5,0 0 1,1-2-1,-1 3 0,0 0-2,0-2 0,0 2-3,0-1 0,0 2 1,0-4-1,0 2-6,0 0 0,0 0-1,3-1-2,-3-1 2,0 5-2,0-5-2,0 6 0,0-2-1,0 3 2,0-5 2,0 1-4,0 3 6,0-4-2,0-3 0,0 2 1,0-1 4,0-2-1,0-1 0,0 0-2,0-1 0,0-2 1,0-1-6,0 1 2,-4 2-1,3-2 2,-2 3-3,-3-1-1,4 2 1,0-1 1,-5 1-3,2 3 1,2-2 1,-3 3 0,1-1-2,1-1 1,0 1 2,1 2-1,-3-3 2,2 2 1,0-2-3,0 0 2,-2-1 2,2 1 0,-4 0 4,1-1-4,-2 4 1,1 1 0,3-2-3,-1 1 1,0 1 0,4 0-1,2-2-1,-2 1 2,1-1-5,1 0 4,1-4-5,-1-2 2,0-1 1,-1-1 0,1-4-1,0 2 1,0-1 1,0 1-4,0 0 6,0 0-3,0 2 3,0-3 1,0 1 1,0-1-5,0 1 6,0 1-3,0 2 2,0-1 4,0 0-5,0 1 3,1-2-1,-1-1-1,2 0 0,-1-1 1,0 2-1,2 0 1,-3 0-1,0 1-2,0-1 1,0 1-2,2 0 1,-2 2-1,1-1 1,-1-1-2,1 1 2,1-2-3,2 1 3,0 1-4,-1 0 3,5 1-1,-4-1-1,2-3 0,1 0 1,0-2-1,-3-1 0,-1-4 3,5 1-4,-1-2 3,-1-1-5,2 0 2,0-3-2,3-2 0,2 2-3,-1-3 0,1 0-3,6 0 0,-1 0 4,3 0-1,0 0-4,4 0-13,-2 0-29,5 0-39,-3-1-109,0-1-183,39-8-645,-42 2 0,-4-4 0,1-5 0</inkml:trace>
  <inkml:trace contextRef="#ctx0" brushRef="#br0" timeOffset="46524.1022">14929 6461 1941,'0'0'132,"0"0"33,0 0 21,0 0 31,0 0 46,0 0 29,0 0 15,0 0 6,0 0 2,0 0-82,-2 0-42,1 2-7,-3 4-5,-3 4-12,3 8-39,-2 3-21,1 5-12,3-3 1,-1 4 0,3-2 0,0-7-3,0-1-21,3-3-17,-3-2-18,0-6-9,0 0-10,0-3-13,0-1-30,0-1-52,0 2-121,0-1-181,21-5-687,-17 3 0,2-2 0,1-1 0</inkml:trace>
  <inkml:trace contextRef="#ctx0" brushRef="#br0" timeOffset="47258.8645">15188 6484 887,'0'0'101,"0"1"43,0 1 43,0-1 39,0 2 35,0-3 25,0 0 26,0 0 14,0 0 22,0 0-52,0 0-37,7 0-38,-4 0-35,5 0-32,2 0-26,4 0-16,1 0-14,4-1-5,4-1-11,-1-1-7,1-1-3,-2 1-2,-6 2-6,-5-1-11,-3 1-12,-6 1-24,2 0-22,-3 0-30,0 0-37,0 0-58,0 0-95,0 0-194,-3-13-423,-1 10 0,-1 1 0,-1-2 0</inkml:trace>
  <inkml:trace contextRef="#ctx0" brushRef="#br0" timeOffset="48206.3009">15200 6484 636,'0'0'96,"0"0"22,0 0 13,0 0 5,0 0 3,0 0 8,-1 1 24,-1 4 29,0-1 23,-2 5-24,-2-1 4,1 4 12,2-1 13,0 1 18,-1 2 12,3-3 2,1 0-12,0-2-23,0-1-16,0-3-29,1 0-26,2-5-32,2 3-25,2-6-21,5 2-19,1-1-15,1-1-20,1 0-10,-2 0-9,-1 0-15,-1 2-9,1 1-6,-4 0 0,-1 0-5,-2 1 6,2 3 3,-4 1 10,0 4 4,-3 0 7,1 3 10,-1-2 11,0 1 17,0 0 8,-1-2 12,-2 0 8,0-2 9,-2 0 2,-2-1 4,-5 1-2,-5-3-18,0 0-46,-5 1-94,-3-1-151,23-6-798,-20 4 0,2-5 0,6-2 0</inkml:trace>
  <inkml:trace contextRef="#ctx0" brushRef="#br0" timeOffset="50919.5575">15087 6180 902,'-1'0'93,"1"0"5,-2 0 11,-3 1 14,2-2 17,0 1 11,-5-2 4,2 1 30,-2-1 29,-2-1-54,3 1-12,1 0-3,-3 0-7,2 1-13,0-1-13,-4 1-11,3-1 0,-3 2-28,2 0-28,-1-1-18,4 1-5,-2 0-1,-2 0-3,0 0-2,-1 1 0,0 1 2,-2 2-2,2-1 5,0 2 8,-3-1 12,3 0 9,-4 1 9,5 1 9,-1-1 14,0 0 10,-2 0 8,1 1 11,1-1 9,4 2-1,-4-2-4,4 2-6,-2-2-5,1 2-5,-1 0-12,0 2-4,-3 0-6,2 1-7,0 0-14,-1 0-3,3 0-4,-1-2 5,1 1 0,-1 1-1,3-3 0,0 3-6,1-1-5,-1-2-1,4 0-2,-4 1-2,4 2-4,0-1-9,-1 2-3,-1 0-3,1-1 0,0 3-1,2 0-1,-1-2-1,0 1 0,2 1 1,-3-1-5,3-2 3,0 4-2,-2 0-1,2-2 0,0 2 0,0 0 2,0 0-1,0 0-2,0 1-3,0-1 2,0 1-1,0-2-1,0-1 2,0 0-1,2-1 0,-2-1 3,3 0 1,-1 0 5,4-2 7,-2 2 6,2 1 4,-2-3 9,2 2 4,1 1 0,-1-1 7,0-1 2,4-1-2,-3-1 5,1-1-8,3-1-3,-1 1-1,1-3-7,0 0-4,0 1 1,3 1-4,-3-3-7,4 3-8,-1 0 2,0 0 0,0-3-9,-2 4-3,1-1 6,-1-2-9,1 2 3,2 1-6,-3-3 6,1 0 4,-1 2-12,-2-1 4,3 1 6,-1-2-8,2-1 4,0 2 0,-2-2 1,5 0-4,-2 0-3,-1-1 4,3 0 3,-2 1-4,-1-1 1,4 0 11,-3 0-15,-1 1 1,0-2 7,1 2-3,-1-2 2,-2 1 0,1-1 2,1 1-6,-2-2 6,1 1-9,-1 0 6,1 0-4,2 0-4,-4 0 4,3 0 5,-2 0-8,0 0 1,-1 0 4,0 0-8,1-1 5,-1 0 0,0 1 6,2-3-4,-1 1 3,-1-2-8,5 1 5,-1-1 2,-1-1-8,3 1 0,-5 0-1,0 0 1,-1 0 0,-5 0 0,1 1-3,0-2 5,0 0 3,-1 1-8,3-2 11,-2-1 2,3 1 1,-2-1-4,-1 0 5,4 0 0,-4 1 5,1-2-13,-2 1 0,-1 2 3,1-2 2,-3 0-6,1 0 1,-1 1 12,-1-3-9,3 2-4,-4-2-4,1-1 5,-1-1 0,3-1 2,-3 2-14,-1-2 9,1 0-1,-1 0-11,0 0 3,0 1 6,0-1-1,0-1 1,0 1 1,0 0-4,0-2 11,0 1-16,-1-6 10,0 3-6,-3-1-6,1 1 0,-1 1-9,0 4 6,-2 0-8,-1 1 7,-1 0-5,0-3 19,-1 2-9,1-1 9,-3 2 5,3-2 0,1 1 13,-3-2 0,1 0 0,4 3-3,-3-2 10,-2 0-2,3 1-12,-3 0-6,2 4-2,-3-2-4,1-1-3,-1 1 6,-1-1-4,0 1 8,-1 0-21,0 1-5,-1-1 10,1 3 2,1 0 5,-1 2 0,0 1-3,2 0-15,-3 1 4,0-1-4,1-1 14,-3 1-4,-1-2-2,-2 1 4,1-1-3,-8 0-2,-2 1 5,-1-1 4,-6 2-2,-2-1-2,1 2-2,4 1 7,0-1-7,4 2-46,3 2-27,6 2-53,2 2-106,2 2-137,9-2-757,-1 6 0,-1 0 0,1-3 0</inkml:trace>
  <inkml:trace contextRef="#ctx0" brushRef="#br0" timeOffset="57105.8613">15984 3357 778,'0'0'98,"1"0"25,-1 0 30,0 2 34,2-4 26,-2 2 18,0 0 20,4 0 20,-4 0 16,0 0-55,0 0-20,0 0-13,0 0-15,0 0-21,0 0-13,0 0-8,2 0-13,-2-1-21,2 1-10,2 0-12,3 0-9,-1 0-13,9 0-13,-5 0-14,5 0-11,-1 0-9,4 0-5,-3 0 2,5 0-5,0 0 0,0 0-2,2 0 3,0 0-2,2 0 0,1 1-1,-2 1-2,0-2-2,-1 1-3,-3 1-2,-4 0 1,1-1 1,-4 1-4,1 1 4,-1-1-2,-2-1 2,2 2 0,-2-3 1,2 0-1,-3 2-10,-1-2-16,-5 0-23,2 0-35,-4 2-76,1-2-154,5-4-487,-10 4 0,-3 0 0,-2-3 0</inkml:trace>
  <inkml:trace contextRef="#ctx0" brushRef="#br0" timeOffset="58133.2918">16320 3227 207,'0'-1'74,"0"0"48,0 1 27,0-2 10,1 2 12,2 0 13,0 0 16,3 0 15,0 0 8,-3 0-33,3 2-26,3-1-40,-2 1-14,2-1-1,0 2 0,1 0-4,5 0-8,-3 2-10,4 0-6,2 0-7,0-1-6,1 3-6,-2 0-10,-3-1-11,-2 2-8,-1 0-11,-2 1-7,-1-1-5,-2 2-2,-1-1-2,2-1 1,-5-1 1,3-1-4,-3 0 0,3-2-2,-4 1 2,3-2 0,-2 1-1,2 0 0,-2-2 0,0 2-1,-2 0-4,4-1 2,-2 1 0,-2 0-1,0-2-3,0 1 1,0-1 2,0 2 7,0-3 7,0 1 8,-6 1 7,1-2 5,-9 2 2,-3 0 5,-5 2 1,-7 1 2,0 1-3,-3 0-6,4 0-10,5 1-55,6-1-132,9-5-162,-1 3-303,4-1 0,5-3 0,0-1 0</inkml:trace>
  <inkml:trace contextRef="#ctx0" brushRef="#br0" timeOffset="77396.0665">1892 2693 907,'0'0'82,"0"-1"10,0 1 7,0 0 9,3 0 6,-3-2 17,1 1 28,0 1 25,1-1 25,-2 1-20,1 0-9,-1 0-10,0 0-7,0 0-12,2 0-7,-2 0-22,0 0-28,0 0-28,1 0-28,-1 0-45,0 0-12,1 0 1,2 0 1,1 0 2,2 0 2,-2 0 2,7 0 3,-4 0 2,6 0 2,-2 0 3,3 0 1,3 0-4,0 0 1,0 0 0,4 0 0,-2 0 3,1 0-3,-2 0 0,1 0-1,-1 0-2,-3-1 0,2 1 1,-2 0-3,0 0-6,-1 0-3,1 0-6,1 0-1,2 0-1,0-1 1,1 0 0,1 1 1,2 0 1,-3-1 1,-2 1 0,1 0 2,-3 0 7,-8 0-1,4 0 1,-2 0 1,-1 0 0,-3 0 0,5 0 1,-4 0 3,2 0 3,3 0 1,1 0 1,2 0 1,4 0 1,0 0 0,-1 0-1,2 0 1,-3 0 0,-1 0 0,-1 0 0,-1 0 0,-4 1-1,1 0 0,-2 0-1,2 0 2,-3 0 0,4-1 0,-1 0 0,2 0 0,2 0-1,4 0 1,0 0 0,0 0-2,0 0 4,3 0-3,-7 0 1,5 0 0,-2 0 0,-1 0-1,2 0 2,-1 0 0,3 0-1,-1 0 3,3 0-3,-1 0 1,1 0 0,2 0-1,-5 0 0,0 0 0,-2 0 0,-1 0 0,0 0 2,-2 0-3,3 0 0,-2 0 1,0 0 1,-2 0 0,3 0-1,2 0 2,-1 0 0,3 0 0,-1 0-1,4-1 1,-3 1 3,-1 0-2,2-1-1,-6 0 0,-1 1 1,3-1 0,-2 0-1,-1 1-2,1-2 2,-3 0 0,4 1-1,-1 0 2,0-2 0,6 2-1,0-1 2,1-1 0,4 3-2,2-3 4,1 0-4,-1 3 1,0-4-1,-3 4-1,-3-1 1,-3 0 0,-3-1 1,-2 1-2,-4 1 11,-1-2 22,-3 2 19,-4-3 14,-2 3 9,0 0 9,0-1 3,0 1 1,0 0 1,3 0-7,-3 0-49,0-1-155,3-6-191,-3 4-334,2 1 0,-2-5 0,0 3 0</inkml:trace>
  <inkml:trace contextRef="#ctx0" brushRef="#br0" timeOffset="78510.6382">3214 10833 619,'0'12'6,"-2"1"-9,-2 4-5,-2 4-2,0-3 0,-8-4-1,3 1 1,-4-1-1,-1-2 2,-1-4-12,0 0-17,0-2-60,-8 7 0,-7 1 0,-6-1 0</inkml:trace>
  <inkml:trace contextRef="#ctx0" brushRef="#br0" timeOffset="80984.302">2262 11161 40,'6'0'5,"-2"0"20,0-1 9,0 1 17,-2 0 18,-4 0 23,4 0 9,-2 0-2,0 0-1,0 0-18,-7-2-6,0 0-28,-3 0-28,-5 0-16,-2-2-22,3 1-21,0 2 1,-2-3 14,6 2 23,-4 1 73,6 1 36,1 0 6,2 0 18,0 0 0,3 0 7,-1 0 30,0 0 14,3 0-6,-2 1-9,2-1-33,0 2-4,0-2 19,0 1 2,0-1-2,0 0-8,0 0-27,2 0-20,3 2 4,4 0 0,5 0-25,4 1-22,7-1-10,7 2-1,2-2 4,9 0 5,-4 1-2,3-1-4,-2 2-9,-3-2-11,1 0-1,-4-1-6,-2-1-4,0 0-2,-1-1 0,-2 1-1,1 0 0,-3 0-2,6 0-1,-4 0 0,3 0-1,1 0 0,2 0-1,0 0 2,2 0-1,-2 0 0,1 0-6,0 0 4,1 0-1,-2 0 0,-3 0-1,3 0 2,-4 0-1,-3 0 0,4 0 1,-2 0-1,1 0 6,-2 0-5,3 0 2,0 0-2,-1 0 2,2 0-2,0 0 1,2 0-2,-2 0 0,3 0 1,2 0-2,-1 0 1,-2 0-4,-1 0 1,0 0-3,-1 0 1,-1-2 1,4 1-2,-4 0 0,4 0 1,0-2-1,-1 2 2,2 0 2,-1 1-1,3-3-1,-2 1 1,5 0-4,-2 0 1,4-2-1,1 2-3,2-1 1,-2-1-2,2 1 0,-6-1 2,2 1-2,-3-1 0,0 0 2,1 0-1,-1 2-1,3-2 4,3-1-1,4 1 0,5 1 1,4-3 2,-3 1 2,1-2-2,-3 3 4,-5-2 0,-3 2 3,-7 1-3,-6 1 3,-4-1-2,-7 2-10,-7-1-36,-2-1-82,-6-3-176,-3-8-347,-3 4 0,-1 0 0,3-5 0</inkml:trace>
  <inkml:trace contextRef="#ctx0" brushRef="#br0" timeOffset="85218.6817">4585 2073 1538,'0'0'14,"0"-2"9,0 2 10,0 0 14,-1 0 28,1 0 27,-3 0 14,3 0 7,-3 0 4,-2 0-9,-2 0-1,0 0-8,-3 0-9,-1 0-16,-4 0-30,4 0-28,-4 2-16,2-1-11,1 1-3,2 4-5,-3 1-4,4 1-3,-2 1-2,1 2 2,0 2 2,2 2 2,-2-2 1,-1 5 3,-2 0 1,1 1 2,5 0 1,-3-1 2,1 1 1,0 0 0,-1-2-1,1-3 0,-1 2-1,5-1-5,-2-1-3,1-2 3,3 4 4,1-3-1,-2 2 1,1 0 0,0 0 1,0 0 2,3 1 3,0 0 3,-4-1 2,2 2-1,0 1-1,-2-2-3,1 1 2,2 2-1,-2-2-6,3 0-19,0-1-7,0 0 6,0-3-3,1 2 6,2-1 6,2 0 3,4 0-12,-2-1 13,2 1 2,1-1 18,0-1 6,-2-2-19,2 1 7,0-4 7,1-1 5,4-2-5,3-1 30,4-3-7,2 0 3,-3 0-1,-1-1 5,1 1 12,-2 1-1,1-1-14,0 1-12,3 0 7,2 1-20,1-1-4,-1 0 8,6-1 6,-1 1-4,4-1 6,-3-1 0,3 1 1,-3 0-1,-1 0 1,-3 0-3,-1 0 4,-1 0 2,1 0 2,2 1 10,-1-1 10,4 0 1,-1 0-1,-2 0 5,0 0-7,-4 0-3,-1 0-5,-5 0-7,1 0-8,-1 3-11,-1-2-10,2 1-3,-3 3 0,2-2 0,1-1 6,-1 1 10,1-2 3,-2 0 7,-1-1 8,0-1 2,-1-3 3,3-1 3,-2 0 1,-1-3-1,3-2 1,-3-1-2,2 1-6,-2-1 0,-1 1-4,-3 2 0,-1-2 1,1-1-4,-4-1 2,2 0 0,0-3 4,-2-2 3,0 0 0,4 1-6,-5-3-2,-1 1 5,2-1-6,-6 2 2,5-2-2,-6 2 6,1-2-4,-1-1 4,3 0 2,-3 0 0,0-2 1,0-2-6,0 0 3,0-1-3,0 1-2,-3-1-8,2 3-10,-2-1-7,-1 1-2,-3 3-6,0-1-5,0-1-4,-4 2-3,0 0-13,-2-1-12,-3 0-4,2-1 0,-6 1-1,1-2 0,-2 2 1,2 0 12,-2 3-1,3-1 3,-3 4 7,-3 0 14,1 1 0,-2 1 9,-3 1-4,-1 1 4,-4 1 3,-6 1-15,-4 2-7,-8 1-5,-6 1 1,-7 1 3,-4 6 3,-7 3 3,3 3 3,-3 2 2,3 7-3,7 1-54,9 3-126,12 1-232,7-1-341,13-4 0,13-3 0</inkml:trace>
  <inkml:trace contextRef="#ctx0" brushRef="#br0" timeOffset="88635.3706">6169 2813 716,'0'0'33,"0"-1"16,-1 1 33,0-1 29,1 1 18,-2 0 33,-1 0 33,2 0 14,1 0 15,0 0-1,-3-1 7,0 1-8,3-1-27,-3 1-29,3 0-13,-2-1-35,-1 1-32,-1 0-13,-6 1-15,-1 1-19,0 2-17,-4 5-2,2 4-3,1 0 3,-2 4 0,3 2 5,1-3-2,3-4 3,3-2 0,2-3 3,2-3 9,0-3 0,0 0 2,2-2-12,2-2-17,3-2-27,4-2-35,-1-1-38,4-2-19,-5 0-13,0 1-14,-1-1-6,-3 3-1,1 2 16,-3 1 25,-2 1 28,-1 1 34,2 0 39,-2 2 40,1 2 27,3 1 12,2 4 8,-1 3 6,8 5-2,2 0-9,-1-1 0,4-1-4,-3 0-64,3-6-162,-7-9-507,-3 2 0,-6-3 0,-6-1 0</inkml:trace>
  <inkml:trace contextRef="#ctx0" brushRef="#br0" timeOffset="89517.0355">6130 2839 494,'0'-2'10,"0"2"2,0-3 0,0 2 4,0 1 12,0 0 17,0 0 39,0 2 37,0 1 15,0 0 2,0 0 20,0 2 18,0-4 17,0 3 10,0 0 1,0 1-10,0 1-27,-1 1-27,-1 3-3,0-1-2,-1 4-15,0 5-11,2 1-10,-1 3 4,2 3-2,0 0 2,0 2-5,0 0-4,0 0 1,0 0-3,2-1 3,-1-3-3,2-2-4,-3-4-14,3-1-6,-1-3-6,-2-3-3,0-3-5,0-1-10,2-1-8,-2-2-3,0-2-3,0 0 0,0 1-1,0-2-3,0 0-1,0 0 2,0 0 0,0 0-4,0 0 2,0 0-4,0 0-13,0-2-29,0 2-112,1-2-286,-4-1-425,-2 1 0,-5-2 0</inkml:trace>
  <inkml:trace contextRef="#ctx0" brushRef="#br0" timeOffset="92317.7571">6515 2741 795,'0'-1'128,"0"-2"53,0 3 38,0-4 34,0 2 23,0-1 20,0 0 20,0-2 14,0 1 18,0 1-79,0-1-39,0 3-54,0 0-48,0 1-36,0 1-22,0 4-14,0 2-10,0 6-11,0 8-15,0 4-4,0-1 1,0 0 3,0-5 12,0-7 2,0-1 5,0-6 2,0-1 0,0-3 1,1-1-1,0 0-1,2-1-1,0-3-2,2 1-4,-2-1-5,0 2-14,-3-1-14,0 2-14,0 1-11,0 0-2,4 0-4,-2 0-4,0 0 3,4 0 0,1 0 6,-2 0 6,1-1 6,3 1 4,0 0 4,2 0 0,0 0 1,3 0 1,-2 0-4,5 0 3,-2 0-1,5 0 0,3 0-1,-1 0 6,5 0-1,-5 0 2,3 0-3,0 0 3,-3-2-1,2 2-1,-3-1 1,2 0 1,-4-1 2,1-1 2,3 1-5,0-1-1,0-2 4,6 3-2,-4-2 1,3 2-1,-3-1-3,3 2-4,-6 1-2,-1 0-9,-2-1 4,0 0 0,-2-1-2,0 2 1,-2-1 0,0-2 4,1 0 2,2 0 3,-2 0 2,1 0 2,6 0 0,-3 1 4,2 0-4,-1 0 4,1 1-2,0 1 0,-4-2 0,-1 1-1,1-1 0,-3 2 5,-4-1-4,3-1 0,-3 1 2,3 1 0,-3-2 1,3 2-4,0 0 5,-1 0-2,0 0-3,3 0 0,-5 0 6,-3 0-3,9 0 1,-4 0-4,3 0 0,3 0 3,-1 0-3,2 0 1,-1 0 2,2 0 1,-2 0-4,3 0 0,-2 0 1,-2 0 1,1 0 0,-3 0-1,0 0-1,-1 0 2,-2 0-1,2 0-1,-1 0 1,0 0 1,1 0 1,-3 0 1,1 0-4,-3 0 1,-2 0 0,-1 0-1,-4 0 1,0 0-1,-1 0 1,1 0 0,3 0-2,-5 0 0,6 0 5,-3 0-1,3 0-2,-1 0 1,1 0-1,0 0 2,0 0-4,-2 0 0,1 0 2,-2 0-1,0 0-1,0 0 0,-1 0 3,-2 0 1,2 0-2,0 0-1,1 0 4,0 0-1,-1 0-1,1 0 2,-1-1 2,0 1-3,1-3 1,0 2-3,-1-1 4,1 0-2,2-2 1,-2 2-6,0-1 4,-2 0-1,0-1-3,3-1 3,-5 0 0,6-1 0,-4 0 0,0 0 1,0-1 4,2 0 1,-3 2-4,0 0 1,1 1-6,-2 0 0,0 0 0,0-2-3,3 1 1,-6-1-2,6-1-3,-3 1 6,0 0-1,0 0 0,0 1 5,0 2 0,0-1-8,0 3-16,0 1-34,0-1-22,0 1-11,0 0 4,0 0 1,-3 0 0,3 0 2,0 0 0,-2 0 7,1 0 20,0 0 30,-1 0 28,2 0 7,0 0-2,-1 0-1,0 0-1,-1 0-1,1 0 1,1 0-1,0 0 0,0 0 0,0 0-2,0 0 1,0 0-1,-1 0 0,1 1 0,0 0 0,-2 2 3,2-2-1,0 4-1,-4-2 2,4-1-1,-2 4 1,0-2 0,-1 1-4,1 3-44,0-3-273,-5-3-320,-2 3 0,0-2 0,-7-3 0</inkml:trace>
  <inkml:trace contextRef="#ctx0" brushRef="#br0" timeOffset="94618.3137">7277 3073 1325,'0'0'59,"0"0"6,0 0 4,0 0 9,0 0 16,0 0 11,0 2 12,0-2 19,0 0 21,0 1-33,0-1-10,0 0 4,0 2 18,0 3 9,0 1 10,0 3 3,0 5 4,0 4-12,0 0-15,0 2-8,0-2 0,0-3-7,0-2-19,0-4-22,0-3-47,0-1-51,3-3-166,-3-10-611,0 6 0,0-4 0,-3-3 0</inkml:trace>
  <inkml:trace contextRef="#ctx0" brushRef="#br0" timeOffset="94861.2984">7223 3014 2978,'0'-8'83,"0"-1"19,0-6 5,2 2 3,-1 2 0,0 5-32,1 1-40,2 3-42,-2 0-79,0 1-230,1 0-328,-1 5 0,0-1 0,4 3 0</inkml:trace>
  <inkml:trace contextRef="#ctx0" brushRef="#br0" timeOffset="95268.9646">7419 2971 1812,'1'0'129,"0"2"4,1-2-2,2 1 1,-4-4 5,0 6 19,3 3 30,1 1 27,-4 6 21,4 3-82,-1 5-1,-3 4 6,3 4 14,-1 3 3,0-1 2,1-1-16,1-4-25,0-5-23,-1-2-17,-1-6-26,0-4-17,-2-3-23,3-1-49,-2-3-83,7-2-288,-2-5-485,-2 1 0,3-5 0,1-3 0</inkml:trace>
  <inkml:trace contextRef="#ctx0" brushRef="#br0" timeOffset="95748.3465">7607 3115 2956,'0'3'31,"0"2"14,0 5 12,2 5 18,-1 4 10,5 1 6,-4 3 2,3-1 7,-3-1 9,0-5 5,-2-2 12,2-7 38,-2-4 10,0-2-14,0-1-9,0-4-6,0-2-8,0-7-12,-2-3-30,-1-10-47,0-5-50,-1-3-51,3 3-26,1-1-7,0 7-12,5 5-5,-3 3 9,2 6 4,7 2 24,0 3 36,4 5 21,0 1 7,2 0 1,-2 7 3,-1 2 10,-7 3 5,-3 4-6,-2 3-10,-2-5-40,-6 1-153,3-9-644,-13 4 0,-8-5 0</inkml:trace>
  <inkml:trace contextRef="#ctx0" brushRef="#br0" timeOffset="98974.1098">1863 3470 768,'0'0'118,"0"1"46,0 1 40,0-2 31,0 0 27,0 0 17,0 0 12,0 0 12,0 0 14,0 0-71,0 0-27,0 0-45,0 0-39,0 0-30,0 0-23,0 0-17,0 0-12,0 0-3,0 0-17,0 0-13,0 0-7,0 0-4,0 0-10,0 0-8,0 0-16,0 0-17,0 0-14,1 0-12,2 0 6,4 0 1,4 0 2,0 0 5,4 0 12,1 0 12,1 0 19,3 0 20,1 1 15,2-1 6,2 1 2,3 0 2,-1-1 0,2 0-2,1 1 0,3-1-2,-1 2-8,3-1-3,1-1 1,3 1-1,-3 0-5,4 1-1,-1-2 3,0 0-3,-3 0-3,1 0 0,-2 0 4,1 0-4,0 0 0,-1 0 1,2 0-1,1 0-5,-2 0 1,-3 0 1,-2 0-1,-5 0-1,-3 0 2,-7 0 8,-4 0 16,-5 0 25,-3-2 17,-1 2 11,0 0 0,0 0 2,2 0 5,-2 0-1,1-1-2,-2-1-3,0 0-17,1 1-22,-3 1-24,0-1-20,3 1-42,-3 0-83,0 0-99,0 0-115,2-4-156,-2 6-274,0-1 0,0 1 0</inkml:trace>
  <inkml:trace contextRef="#ctx0" brushRef="#br0" timeOffset="101570.4129">2003 4212 918,'0'0'102,"0"0"30,0 1 34,4-1 20,-4-1 13,1 1 18,-1 0 17,3 0 10,-3 0 5,0 0-74,0 0-24,0 0-28,0 0-30,0 0-19,0 0-9,0 0-23,1 0-18,2 0-9,3 0-1,0 0-2,3 0 2,1 0-4,1 0-1,1 0-1,1 0-4,3 0 5,1 0 2,0 0 0,4 0-4,-2 0-2,2 0-2,4 0 1,1 0 2,2 0-2,-1 0-5,-2 0 2,-1 0 0,-3 0-2,1 0-1,-4 0 0,-1 0 2,0 0 0,-5 0-2,1 0-4,-3 0 6,3-1 2,1 0 0,1-1 2,2 1 3,4-2 1,-1 3 0,4-3 0,-2 3 0,2 0 1,-1-1-1,2-1-6,-1 2-5,2 0-2,-1-1-2,2 1-2,-2-1-4,0 1 1,-3-1-1,3-2 1,0 2 1,0-1 4,-1-1 1,1 0 0,0 1-1,-2-2 0,-1 2 1,0-1-3,-1 1 0,-3 0 2,0 1 1,0-3-1,-7 1 2,-1 1 3,-2 0 6,0 0 7,-6 1 10,3 0 11,-2 0 7,1-2 5,-1 3 9,-3-2 12,3 0 11,-3 0 8,0 2 4,0 0-2,0-3-3,0 3-2,0 0-3,0 0-6,0 0-10,0-2-11,0 2-18,0 0-33,0 0-59,0-1-90,0 1-195,3-8-109,-3 6-243,0 1 0,0-3 0,-3 2 0</inkml:trace>
  <inkml:trace contextRef="#ctx0" brushRef="#br0" timeOffset="103634.5655">1827 5035 774,'0'0'20,"0"0"2,0 0 6,0 0 36,0 0 32,0 0 10,0 0 3,0 0 4,0 2 7,0-1 1,0-1 28,0 2 34,0 0 37,0-2-8,4 3-10,-4-3 7,0 0 5,1 0 0,-1 0-3,1 0-16,1 0-31,1 0-37,-2 0-44,2 0-28,1 0-18,2 0-18,-1 0-10,2 0-1,4 0-4,3 0 0,4 0 2,3 0 2,5 0-2,-1 0 3,7 0-2,-1 0 1,-2 0-3,0 0 2,2 0 0,0 0-1,-3 0-5,4 0 1,-2 0 3,4 0-2,2 0 2,0 0-5,3 0 2,-2 0-2,2 0 0,0 0 5,1 0 3,-1 0-3,-3 0-1,1 0 1,1 0-3,1 0 8,-2 0 2,3 0-3,-2-1 2,-5-1-5,3-1 4,-7 1-3,-4-2 0,-4 1 0,-4 1 1,-8 0-5,-3 2 4,-3-2 8,-3 2-1,0 0 4,0 0-2,0 0 6,0 0-2,0 0 1,0 0 2,0 0 4,0 0-4,0-1-4,0 1-6,0-2-11,0 2-36,0 0-88,4 0-211,26-9-476,-28 9 0,-2-5 0,-3 0 0</inkml:trace>
  <inkml:trace contextRef="#ctx0" brushRef="#br0" timeOffset="114090.2141">2574 8846 1735,'0'0'68,"0"-2"27,0 2 33,0-1 36,0-1 31,0 0 24,0-2 15,0 3 32,0-4 34,-2-1-19,0 2-30,-2 0-23,0-1-34,-3 1-32,0 3-34,-4-2-20,2 3-16,0 0-32,1 0-35,2 0-13,-1 0-9,2 0-9,-4 0-2,-3 0-2,-1 3 1,-3 3-8,-4 3 0,1 3-1,-2 2 2,1-2-2,4 0 3,-1-1 3,3 3-1,5-4-4,-4 2-1,3 1 1,-2 1-1,5-1 3,-1 1-1,1-3 1,-3 4 2,2 0 2,-2 1 4,3-1 4,-4 1 3,3-1 2,-1 0 2,2-4-1,0 4-1,2-4-4,-1 0-1,2 3-1,1-4-1,1 3-1,-4 1-2,5-2 2,-2 1-4,-1 2-3,3-2-1,1 3-2,-2-3-5,2 3-6,0-4-2,2 3 1,-2 0 0,0 0 1,0 1 4,1 0 5,0 3 2,3-4 2,-1 1 2,3-1 2,-1 0 0,5 0 2,-5-2 6,2 0 0,3 3 2,-3-5-2,1 3 1,-1 2 4,-1-6-6,2 3 2,0-3-1,1 0-8,2-3-6,3 2 6,0-2 4,-2-2-2,3 5 6,1-6-3,0 3 6,0-2 9,0 0-3,2-4 15,-1 2-1,4-3-1,1 2-7,0-2-1,2 0-6,1-2-6,-2 2-4,-2 2-9,2-2 2,0 1-11,-1-1-1,3 2-14,3-2-6,-2 0-9,2 0 1,1 0 8,-4 0 5,4 0 4,-4-2 0,0 2 5,-2 0 0,0 0 7,0 0 8,-2 0 8,4 0 1,-2 0 1,7-1 2,-3 1-1,1-2 3,0-1-1,1-1-2,-3 0 3,2 1-2,-6 1 0,-2 2-2,-3-1 2,2 1 2,-4 0-2,2-2-2,1 0 0,4-1 2,-1-1-2,1 1 4,0 1 0,3-2 1,-4 1-3,1 3-3,-1-3 4,-2 3 0,1 0 1,2 0 2,-1 0-1,1 0-1,4 0 2,2 0-1,1 0 3,2 0-3,-4 0 2,0 0 2,0 0-2,-3 0 0,0 0 0,-1 0 1,-2 0-3,1 0 0,-2 0 1,-2 0 1,1-2-4,-1 1 2,2 1 1,-2-2-1,5 2 0,-2-3-1,-2 3 2,2-1-1,0 1 1,2 0-1,0 0 2,2 0-1,0 0 0,4 1-1,-2 0 2,4 2 0,3 1 0,0-3 1,1 3 0,2-1-1,-1-1-1,1 2 3,-1 1-1,-1 1-1,-3-2-1,3 2 0,-4-1 0,0 1 0,1-2 1,-3-1-2,0 2 2,-1-1-3,-1-2 2,-4-1 1,-2 1-1,0 0 1,-2 1 1,-1-3-2,0 2 1,-3 0 0,-2-1-1,2 1 1,-1 0 0,0 0 1,1 0 0,2 1 1,-2-1 1,6 1 1,-2-3-2,5 5 0,1-3 2,4 2 2,0-2-2,6 1-1,-2-1 0,3 1 0,3 0-2,0 0 1,1 0 0,-3 0-1,5-1-1,0 1-1,-2 1 1,3-1-1,1 0-1,-1 0 1,0 0-1,0 1-1,-3-2 2,2 1-1,0-2 3,-2 1-2,-1-1-1,-2-1 0,2 0 1,-4 0-1,2 0 0,-5 0 0,1 1 0,-1-1 1,-2 0-3,0 1 4,-1-1-3,0 2 1,0-2 0,-4 0 1,2 0-1,-2 0 0,-1 0 0,2 0-1,-1 0 1,-1 0-1,1 0 0,3 0 0,0 0 1,3 0-1,0 0 1,0 0-1,3 0 2,-1 0-1,0 0-2,0 0 2,3 0 1,-2 0-1,4 0 1,-1 0-1,1 0 1,-2 0-1,-1 0-2,0 0 1,3 0 2,-5 0 0,2 0-1,-4 0-2,1 0 2,-5 0-1,-3 0-1,-2 0 2,-4 0 1,-1 0-3,2-2 2,-2 1-2,0 0 1,0-2 1,0 1-1,5-2 1,-1 0 0,4 1-1,3-1 0,-4 1 2,2 0-2,0-1 2,3 0 0,-4-1 5,5 0 0,-2-1 8,0 0 4,1-2 15,0 0 4,-1 1 2,-6-2 2,2 2 6,-2 0 3,-5 0 8,-5 1 4,2-3 2,-3 1 10,0 1-6,-3-2-2,2 0 8,0-1 1,-2 1-5,2-4-2,-2 3-3,1-2 2,-1 0-1,-4-3-6,3 3-4,-1-2-2,-1-2-4,2 3 1,-2-2 5,1 0-1,0-4-6,-2 3-3,0-3-5,-1 3-4,-1-1-4,-2 1-2,1 2-5,-1 0-3,0-1-6,0 0 0,0-1-2,0 0-5,0 0-4,-3-1-5,0 0 0,-5 2-2,2 0 0,-5 2-3,4 2 0,0 0-3,-3-2-3,-1 2-2,2 0-5,-4 1 1,1 1-2,-1 3-3,-2-2-3,-3 3 0,2-1-4,-1 3 0,0-2 1,-1 1 3,0 1 6,1 1-2,2-2 5,0 1 2,-2-3 1,2 0 1,1-1 4,-7 1-3,3 0 0,-4 2-3,0 0-5,1 2 3,-3-2-2,3 2 0,3-2 1,0 4 5,3-4-3,0 3 2,1-3-4,2 4-3,-2-2-6,0 2-4,-3 0-3,-4-1-4,1 1 2,-4-3-10,4 3 5,-3-3 0,1 1 6,2 0 6,4-1 7,2 0 7,3 0 3,3 2-1,-2-1-11,3 1-3,-3 1-9,0 1-7,-2-2-2,-2 1-1,-3 0-1,-2 0-2,0 0 1,-2 0 6,0-1 11,-2 0 10,3 1 7,-5-2 8,4 2 1,2 0 1,-2 0 5,2 0-4,2 0 3,-1 0-4,1 2-1,-1-1 0,3 0 3,-2 2-3,1-1 2,-1 1-2,2-1 2,-3-1 3,0 1-4,-1 0 3,-1-2-2,2 0 2,-2 0 0,2 0 1,-1 2 1,1-2-1,0 0-3,4 0 0,-1 2 4,4-2 0,1-2 1,2 2-2,-5 0-1,-2 0 0,1 0 0,-4 0 1,-3 0 0,2 0 2,-3 0-6,-3 0 2,-3 0 2,2 0-1,0 0 0,-4 0-1,1 0 2,-3 0-1,-1 0 0,-2 0-2,2 0 3,0 0 0,-4 0 3,4 0-3,-1 0 1,2 0 3,-2 0-3,3 0 4,3 0 0,0 0 4,3 0 0,3-2 0,0 2-5,1-2 3,2 2 0,-1-2-1,1 2 2,-2 0-4,2-1 1,-1 1-4,3-2-2,-1 1 0,2 1 2,-2 0-2,-3-2 1,5 2-1,-2-1 0,5 1 1,-1 0-2,1-1 1,1 1 1,-1-2-1,-2 1 0,3 0 1,1 0-1,-1-1 2,3 1-1,-1 0-3,2-1 4,-2-2 0,-1 0 0,0 4 1,1-2-3,-5-1-1,3 2 1,-3-2-1,-1 1-1,1 1 4,-1-1-3,1 0-1,0 1 3,1-3-2,1 2 0,1 0 2,-1-1 3,1 2-3,-1-3-1,3 2-2,-4-2 1,0 4 0,-3-3-1,2 0 2,1 1-1,0 0 1,-1-2-4,-1 2 2,0 1 2,1-2 2,-4 0-1,0 1 0,-2 0-2,2-1 3,-3 2-3,-3-3 1,4 2-1,-5 0 0,1 0 1,-3 2-4,2-2 4,-5 2-2,4-3 2,-5 1-1,0 0 2,0 1 1,-1 1 0,-1-4 0,1 2 3,-3 1 0,3 0-1,-2-2 4,3 3-1,-1 0-2,1-2 1,-1 2 1,3 0-1,0 0-1,2-1 0,-1 1 0,7 0 2,0 0-2,1 0 0,3 0 3,0 0-2,3 0-2,-1 0-2,2 0 4,3 0-2,3 0-2,0 0-1,6 0-1,-2 0-1,3 0-4,-2 0 2,0 0 1,-1 0 4,0 0-5,-4 1 1,2 1 1,-1-2 0,-3 4 0,-1-1 0,3 1 2,0-3 0,-2 3-3,-1-2-2,1-1 5,1 1-2,-4 2-1,1-2 2,-1 2 0,1-2-1,-3 0-1,0 0 0,0 0 3,0-1-3,-1 1 2,-2 1-2,2-2 1,-3 3-1,-2-2-1,2 0 0,-1 1 1,-2-1 1,2-2-3,2 3 1,-1 1 0,4-4 3,-2 3-2,2 0-1,2-2 1,1-1 3,1 2-2,2-1 0,4 1-1,-4-2 2,3 2 1,1 2-5,4-4 1,-5 1-1,1 2 3,-1-2-2,-2 1-1,-3-1 1,0 3 0,0-3 1,-2 3-2,2-1 2,-3 0 1,-2 1 0,0 0-2,0-1 1,-2 0 1,0 1 3,-1-2-4,-1 1-3,2-1 0,-2 0 2,1 0-4,-2-1 3,3 2 2,1 0-2,-2-3-2,4 0-2,-3 0 4,0 0 2,0 0-2,-5 0 2,-6 0-1,-2 0 2,-4 0-3,1 0 0,4 0 4,5-3-2,6 0 3,3 2-1,1-3-1,0 0 2,1 0 3,0 0-1,1-1-1,1-1 2,-4 1 0,-1 0 0,-3 1-1,0-1 4,-3 0 0,1 3 0,0-3 2,4 2 4,2 1 3,4 1 2,1-2 0,3 2 1,1-1-2,0 2-2,-1 0 0,-2 0-3,-1 0-2,-3 0-5,1 0-1,-2 0-4,1 0 0,1 0 1,-4 0-1,-2 0 0,-1 0 2,-3 0 2,-1 2 4,3-2 2,2 1 2,-2-1 1,-1-1 0,4 1 2,1 0 1,2 0-3,4 0-63,18-2-479,-15 2-480,-5-9 0,-14-12 0,-17-37 0</inkml:trace>
  <inkml:trace contextRef="#ctx0" brushRef="#br0" timeOffset="124635.8109">1756 6210 927,'0'2'163,"0"-1"33,0 1 26,0 0 31,0-1 22,0-1 12,2 0 12,-2 0 8,0-1 9,1 1-105,-1 0-32,0 0-23,0 0-18,0 0-24,0 0-21,0 0-8,0 0-8,0 0 0,0 0 2,0 0-3,1 0-13,-1 0-10,0 0-9,3 0-10,-3 0-6,2 0-6,0 0 0,2 0-4,2 0-6,1 0-5,5 0-4,-2 0 2,1-2 1,3 2 4,0-1 6,-2 1 3,1-1-8,2 0-2,-3 1-3,0-1-3,-2 1 0,-1-1-2,-2 2-2,-3-1 1,1-1-1,1 1 0,-2 0 3,1 0-2,-1 0-7,3 0-15,0 1-45,-2-1-69,1 0-166,6-4-576</inkml:trace>
  <inkml:trace contextRef="#ctx0" brushRef="#br0" timeOffset="125610.4327">1889 6089 1134,'0'0'78,"0"0"14,3 0 44,-3 0 46,0 0 44,0 0 41,0 0 28,0 0 15,0 0 18,0 0-42,0 0 6,0 0-11,0 0-40,0 0-46,3 0-38,-2 0-40,3 0-25,3 0-14,0 0-17,1 0-23,4 3-17,0-1-4,-1 2-3,1 2 3,1 1-6,-1 1 2,1 0-3,-3 0-1,1 2-1,0-4-2,-4 3-6,1-3-1,-1 3-2,-3-3-2,0 0-1,-2 0-1,2 2 1,0-6 1,-2 6-2,-1-4 1,0 0-7,2 1-13,-3 0-5,0-1-2,0-1-3,0 0-1,0-2-2,0 2 0,0-2 3,0 0 5,0 0 11,0-1 19,0 2 8,0-2 8,0 0 3,0 0 5,0 0 3,0 0 1,0 0-4,0 1-2,0 0 1,0 1-6,-4 3 2,1-2-4,-5 4 3,2 1-3,2 3-6,-7 1-44,3 2-181,-2-10-711,-3 8 0,2-3 0</inkml:trace>
  <inkml:trace contextRef="#ctx0" brushRef="#br0" timeOffset="137369.9335">2484 5811 1245,'0'0'65,"0"0"17,0 0 27,0 0 45,0-1 54,0 1 38,0-3 19,0 2 14,0-1 15,-4-1-31,4 3 7,-2-2-4,0-1-22,-1 3-42,3-4-54,-1 2-35,-2 2-20,0-3-13,-1 3-14,1-3-18,-3 2-27,4-2-14,-6 1-7,1 2-7,-3-3-6,3 3-1,-4 0-2,1 0-1,3-2-3,-1 4-1,1-4 4,0 4 2,1-2 4,-2 3 4,1-1 4,3 3-2,-4 0 3,4 1 0,-4 1 2,1 1 0,-2 1 0,0 0 1,2 2-2,1-2 1,0 2 0,-2 0 0,1 1 1,1 0-4,-1-2 0,2 2 3,1-3-4,1 0 1,0 1 2,0 0 4,3-1 7,-1 1 5,-2 1 2,2-1 10,0 1 4,-2 0 1,-1 2 4,1-2 3,3 1-1,-3 0-7,3-1-2,0-1-3,-3 1-3,3-2-3,0 3 2,0-1-2,0-1-1,0 1 0,0-1 3,3 2 3,-3 0-1,4 1 1,2-3-3,-1 2 0,-1-1-5,2 2 3,-6-4-3,4 2-1,-1-2-9,2 2 6,-2-3-8,3 1-5,-2-2-2,0 0 5,1-1 0,-2 0 3,4-1 1,1 0 0,-1 1 5,1 0-8,-1-1 8,2 1 3,-2 0 3,3 1-6,-2 0-2,2-2-2,-1 2-2,0 1-1,-2-3-2,4 2-1,-4-4 2,0 1 0,1-1-1,-2 1 1,1 0 0,0 0-1,0 0 0,1 0-5,1-1 4,1 1 3,4 1-3,-3 0-4,2-2 2,-1 1-2,1-1 0,-1 2 4,1-1-4,-4-2 8,4 0-3,-2-1-3,3-2 7,-3 1 9,3 0 1,-3-2 5,4 2 2,-1-2 0,0-1 6,-2-2-1,1 0 1,2-1 2,-2-1-3,-1 0-5,0-4 0,1-1 7,-1 0 6,0-2 5,-2 1-2,-4 0 5,0-1 3,1 1 14,-1-3 2,0 1 3,-4-2 5,0 2-14,0-4-1,1 2 3,-2-2-10,0-2-1,-1 0-8,0 2-25,0 1-6,0 2 0,0 0-12,0 0 9,-1 2-4,-3-1-4,0 1 5,-4-1-4,2-1-3,-5-1 12,3-1 1,-2-3-7,-2 4-1,3 1-15,0 1-2,-1 1-19,1 1 0,-3 3-8,-1-1 3,1 2-15,-4 0 3,-2 0 1,-1-1 1,-1 1 8,-3 1-2,2-2 10,-4 4 2,0 1 6,3-1-1,-3 3 1,3 0-18,-1 2-43,1 0-111,3 1-89,5 0-184,2-15-521,-5 17 0,9 1 0</inkml:trace>
  <inkml:trace contextRef="#ctx0" brushRef="#br0" timeOffset="141651.3148">8086 6026 1522,'5'0'99,"-2"0"44,2 0 35,1 0 30,-6 0 25,3 0 16,0-1 13,-3-1 14,0 0 11,0 2-52,0-1-32,0 1-39,0 0-36,0 0-33,0 0-32,3-3-20,-2 3-9,1 3-4,3-2-4,-2 4-4,2-1 1,1 3-1,2 0 2,-4 0 7,3-1 9,-1 2 8,-1-2 0,-2-4-8,1 1-4,-1-1-5,0 0-1,-2-2 0,2 2 1,0-2 1,-1 0-2,0-2-2,1 2-3,-1 0 4,4 0-2,-3 0 4,-1-4-4,5 1 0,-4-2-7,4-2 0,0-2-1,1-2-1,2 0-5,2-8-5,1-3-5,5 0-2,-1-3-2,-2 0 3,3 6 1,-4 2-2,-3 1 6,-3 6 5,-2 3 7,-4 2 5,0 2-1,-2 2-11,0 0-2,0 1-6,0 0 0,0 0 2,0 0-6,0 0-6,0 0 0,0 0-4,0 0 4,0 0 12,0 0 8,0 0 2,0 0-10,0 0-24,0 0-46,0 0-104,0 0-93,7 0-213,-11 0-415,-2 0 0,-5 0 0,0 0 0</inkml:trace>
  <inkml:trace contextRef="#ctx0" brushRef="#br0" timeOffset="143868.7765">1713 6934 2415,'0'0'62,"0"0"28,0 0 25,0 0 29,0 0 26,0 0 40,-3 0 33,3 0 29,-1-2 31,1 1-21,0-2-14,0 0-16,-3-1-13,3 2-24,0 0-22,0 0-38,0 1-32,0-1-29,0 1-34,0-2-15,0 3-15,3 0-9,-3 0-9,1 0-7,3 0-3,5 0 0,-1 0 2,4 0 0,1 0 4,2 0-1,2 0 3,1 0-2,-1-1 0,1 1-1,-2 0-1,1 0-3,-2 0-2,0 0-3,-2 0 0,2 0 0,-5 0 0,-2 0 0,-1 0-8,-3 0 1,-2 0-3,-1 0-1,2 0-11,-2 0-26,-1 0-63,1 0-101,0 1-112,3-1-145,-1-6-496,-1 5 0,1 0 0,-6-1 0</inkml:trace>
  <inkml:trace contextRef="#ctx0" brushRef="#br0" timeOffset="144478.8176">1885 6796 1920,'0'0'135,"3"0"12,-3 0 10,0 0 22,0 0 22,0 0 18,0-3 11,0 3 3,0 0 0,0 0-105,0-1 1,4 1-3,-1 0-6,5 0-19,3 0-21,0 0-17,3 0-6,4 1-6,-1 2 0,-4 2-19,3 1-23,-4 4-14,-2-1-13,-3 2-6,-3-2-2,-1 0-5,0 1-10,-3 0 1,0 0 0,0 0 9,-3-1 6,0-1 8,-5 1 10,1 1 3,-3-1 0,0 1 8,-3 1 6,2-1 2,-2-1-2,1 1-18,-4-1-48,5 1-90,5-7-271,-7 2-322,2 0 0,4-4 0,0-2 0</inkml:trace>
  <inkml:trace contextRef="#ctx0" brushRef="#br0" timeOffset="147240.2777">3715 6634 983,'-1'-1'63,"-2"1"24,1 0 22,0 0 42,1-2 19,-3 2 22,4-2 19,-2 2 15,0-3 18,0 1-48,1-1 0,-5 1-8,4-2-18,-3 1-38,0-2-20,-2 2-22,2 2-18,-1-2-14,-4 1-17,1 1-7,1-1-6,-1 1-15,-1 1-7,0-2 1,-1 1-1,3-2 1,-3 2-3,1 0 0,1 1 0,0 0-2,1 0 0,-1 0 0,0 0 2,1 0-4,-2 2 6,0 2 4,3 2 1,-4-1 3,3-1 3,-1 2 6,-1 0 3,-2-1 3,1 4 3,-1 0 8,-1-2-2,5 1-1,-3 0 1,1-2 3,1 3 11,0-1-1,0 0 0,3-1 1,0 0 1,-1 0-5,1-1-1,0-1 3,2 0 0,-2 1-5,-1 1-13,0-2-1,0 3-2,2 0-1,-3 2-5,-1 0 0,3 0 1,1 3-6,1-1 1,-3 0 5,1 2 5,1-2-1,3-2 2,-3 1-3,2-2-1,3-1 0,-1-1-5,1 0 5,1-2-4,-1 3-2,0-1-6,0 2-2,0 0-1,0 0 1,3 1 1,0 0-2,-1 1 2,4 1 0,1 0-1,-3-1-3,3-3 0,-2 4-1,-2-3-1,3 2-1,-2 0-1,-1-1 0,1-2 2,4 1-8,-2 1 2,0-2 0,2 1 1,0-3 1,-1 3-5,1-3 2,1 2 0,1-2 4,2-1-4,-1 0 5,1 0-1,1-1 1,-2 1-1,1-3-1,-2 3 6,5-3 0,2-2-1,-1 0-7,4 3 3,1-3 3,1-3 0,3 6-4,0-6 0,-4 3-1,2-1-1,-5-1-4,1-3 9,-2-1 1,0-1-1,4-1-8,1-1-4,0-1-3,3-1-7,-5-3 0,3-1 2,-5 2 0,-2-2-8,-1 0 0,-6 1 1,1 1 5,-4-1 5,-3 2 8,-1-2 8,0-1 2,-2 3 7,0-3 7,0-1 4,0-1 3,0 0 2,0-3 0,-3 2-1,0 0 6,-1 1-1,1 1 1,-3 2-5,0 1-4,0 1-4,-2-1-1,-6 1-1,-1 1 0,-6 0-1,-1 0-7,-3-2 1,-6 0 0,5 0-4,-3 4-4,1 0 0,-1 5-31,2 0-53,-2 2-85,2 4-123,7-2-272,-2 4-374,-1-2 0,0 0 0,1-2 0</inkml:trace>
  <inkml:trace contextRef="#ctx0" brushRef="#br0" timeOffset="151358.4057">8262 6868 1053,'0'0'49,"0"0"14,0 0 24,0 0 36,0 0 41,0 0 27,0 0 21,0 0 17,0 0 10,0 0-33,0 0-4,0 0-10,0 0-15,0 0-28,0 0-35,0 1-25,1-1-22,-1 1-15,3-1-8,-3 2 3,3 1 4,1 1 2,1 1-2,2 2 1,-1 1 10,1 0 5,0 2 11,-1-1 4,2 0 1,-1-1-4,0 0-7,-4-2 0,6-1-3,-5-3-8,0 1-13,1-1-7,-1 0-7,-2 0-7,0-1 2,2 2-7,-2-3 2,0 0-6,1 0 0,2 0 0,1 0-2,-3 0 0,1 0 1,0 0-1,1 0 1,-2-3-1,2 2 3,-1-3 8,0-1 3,3 2-1,-3-3-3,6-2 3,1 1-3,1-4 1,4 1-3,0-2 0,2-3-4,3-2-9,0 0-3,0-2 2,2 2 1,-3 1 1,-2 6 2,-5 0 0,-4 1 5,-2 4-3,-4 3 0,-3-1-2,0 2-1,0 1-2,0-1-2,0 1-2,0 0 0,0 0-2,0 0-3,0 0 2,0 0 0,0 0 1,0 0-5,0 0-45,0 0-95,0 0-124,12-6-756,-15 6 0,-4-1 0,-2-3 0</inkml:trace>
  <inkml:trace contextRef="#ctx0" brushRef="#br0" timeOffset="153687.9524">1710 7740 949,'0'0'84,"-1"0"25,-2 0 41,0 0 72,2 0 30,-3 0 33,2 0 29,2 0 44,-1-1 20,-3-1-50,4-1 3,0-1-7,0 2-27,0 1-67,0-2-27,0 3-35,0-2-38,0 2-54,0 0-30,0-1-4,4 1-15,4 0-13,-1 0-10,7 0-1,3 0-1,-2 0 5,3 0 10,0 0 13,3-2 8,-2 1-10,1 0-5,-2-2-8,-3 1-3,-3 2-7,0-2-6,-7 2-4,-2 0-7,-1 0-10,-1 0-18,-1 0-24,0 0-53,1 2-84,-1-2-71,4 0-133,0-4-467,-1 4 0,-1-4 0,0-2 0</inkml:trace>
  <inkml:trace contextRef="#ctx0" brushRef="#br0" timeOffset="154146.3976">1860 7593 2145,'0'0'102,"0"0"3,0 0 3,0 0 7,0 0 13,0 0 6,0 0 3,0 0 4,0 0 10,0 0-85,3 2 8,1 3 6,3 0 3,4 2-6,-1 0-11,5 0-5,-5 3-2,-1-1-5,1 4-7,-3 1-14,-3 0-15,-2 2-5,0 0-8,-2-1 0,0-1 0,0 4 0,-4-5 3,-7 2-16,-1 2-34,-2-1-50,0-3-161,0-11-473,-1 6 0,2-5 0</inkml:trace>
  <inkml:trace contextRef="#ctx0" brushRef="#br0" timeOffset="157390.1602">4699 7370 426,'0'-1'41,"0"1"15,0-1 17,0-1 34,0 1 17,0 1 26,0 0 21,0 0 29,-1 0 36,1 0-1,-2 0 9,-2 0 10,1 0-9,2 0-28,-4-1-14,4 1-21,-4-1-17,3-1-26,-6 0-35,1 1-16,-3-3-24,0 2-21,1 1-7,-2-1-5,0 1-2,0-2-4,2 3-3,-2-1-3,2 1-2,-1-1-4,0 1-5,2 0-1,-2 1-3,2 2 2,-3 1 0,-3 2-1,1 2 1,0 0 1,0-2 3,2 0 5,3-1 4,-1 1 2,0-3 7,-1 4 5,0-2-1,2-1 0,-1 1 2,4 3-1,-6-2 0,4 4-3,0-1-5,0 2-2,-3 2-6,5 0-3,-1 1 2,2 2-2,-1-3 1,-3 1 4,3-2-4,1 2 0,-2-1 2,2 2 1,3-1 0,-2 1-2,3 0-3,0 2 4,0-2-4,0 1-4,0 1 2,0 3 0,3-3-2,-2 2-3,5-1 2,-1 0 1,1-1 1,-2 0-2,4-1-1,-2-3 1,3 1 1,-2-1 0,-1 0 2,0-1 2,0-1-4,1 1-1,-1-1 0,1 1 1,0-2 0,4 2-4,-4-1-2,3 1-5,2 0-3,-2-2 3,0-2 2,2-1-1,1 0 2,0-3 2,0 1-3,2-1 5,1-1 4,2-1 3,-2-1 2,2-1 0,-1 0 0,1 0-1,0 0-3,0 0-1,3 0 3,-2 0 0,-2-1 0,1 1 0,0-2-2,-3-1-1,2-2 4,1 0-3,4-1 1,-3 0 3,-1-1-3,4-3-1,-4 4-2,-1-4 0,0 0 6,-3-2-6,0 1 2,-5-2-1,-1-3-1,-1 0 1,1-1 2,-4 1 1,0-2-1,0 1 3,1-1-6,-2 0 6,0 0 9,0-2 10,0 1 4,-3-2 0,1-1 1,-1-2-2,0 0 6,-3 2 3,1 0-1,-3 1-1,1 3-11,-2-2-10,0 5 0,-3-1-4,1 1 0,-2-1 0,3 4-4,-5-2-6,2-1 1,-5 1-3,1 1 0,-3 0-2,1 1-2,-6 1-1,2 1-1,-5 1-3,-5 2 1,1 1 1,2 0-1,-3 1 1,4 0 0,4 1-6,2 3-8,0 0-23,2 1-32,-1 0-44,-1 2-71,3 2-74,-2-1-113,7 0-184,-5 3-265,6 0 0,0-2 0,4-1 0</inkml:trace>
  <inkml:trace contextRef="#ctx0" brushRef="#br0" timeOffset="163447.7743">8277 7652 351,'0'0'43,"0"-1"19,0 1 30,1-1 33,1 1 32,-2 0 25,3 0 33,-1 0 34,0 0 26,-2 0 2,4 0-3,-4 0-2,0 0-20,0 0-28,2 0-25,-2 0-20,0 0-29,0 0-34,0 0-31,1 0-24,-1 0-19,1 0-11,3 1-2,0 2-6,2 2 0,-2 2-3,-1 1-2,0-2 5,1-1 11,1-2 7,1 1 5,-1-3 1,1 0-4,-2-1 3,2 0-4,1 0 1,-2-1-4,2 1-2,-1 0-5,-2 0-1,0 0-1,-1-1 4,-2-2 2,4 1-1,-3-2 1,3-1 2,0-1 3,3-2 1,3-3-4,0-2-2,3-3-6,-1 1-8,3-2 0,-2-2 6,0 5 3,0 1-3,-5 1 0,0 3-2,-5 4-2,-1 0-5,0 2-5,-3 2-4,0 1-6,0 0-14,0 0-14,0-1 0,0 1-14,0 0-22,0 1-52,0-1-45,0 1-82,4-1-203,-4-18-373,2 17 0,-2-4 0,-2 0 0</inkml:trace>
  <inkml:trace contextRef="#ctx0" brushRef="#br0" timeOffset="165401.3099">1696 8423 777,'0'0'59,"0"0"18,0 0 19,0 0 22,0 0 19,0 0 27,0 0 29,0 1 23,0-1 27,0 0-17,0 0 15,0 0 1,0 0-8,0 0-11,0 0-14,0 0-22,0 0-21,0 0-18,0 0-25,0 0-30,0 0-23,0 0-22,0 0-18,0 0-13,0 0-6,0 0-1,2 0-4,-2 0-5,5 0 0,1 0-2,-2 0 4,6 0 5,-2 0 6,-1 0 4,1 0 1,2 0-3,-1 0-3,0 0-1,1 0-1,2 0-1,-2 0-4,-2 0 0,3 0-1,-1 0 2,0 0-2,2 0 0,-2 0 0,2 0-3,1 0-12,-2 0-4,0 1 0,0 1-3,-1-1-2,-3-1-1,1 1 2,-6-1 1,0 0 0,1 2 2,-3-2 4,0 0-9,0 1 0,0 0 1,0-1-13,0 0-40,0 1-62,0-2-122,25-5-505,-23 4 0,-2 0 0</inkml:trace>
  <inkml:trace contextRef="#ctx0" brushRef="#br0" timeOffset="165988.5209">1867 8325 2260,'0'0'73,"0"0"2,0 0-2,0 0 19,0 0 16,0 0 9,3-2 4,-2 1 5,3 1 1,0 0-67,2 0-3,1 0 0,-2 0 5,2 0-16,2 0-15,-2 0-7,2 3-3,1 0-3,3 5-1,-2 0-2,1 0 1,-1 3-3,2 0-4,-4-4-8,1 2-5,-3-1-5,-4 0-7,-3-1 4,0 0 7,0 2 5,0 0-2,0 0 4,-4-1 5,-6 1 5,-1 1-7,-5-1-17,0 0-45,2-1-121,16-2-492,-17 0 0,5-1 0</inkml:trace>
  <inkml:trace contextRef="#ctx0" brushRef="#br0" timeOffset="168298.7671">5889 8175 1957,'0'-1'75,"0"0"20,0 0 12,0-3 23,0 0 14,0 1 18,0-2 14,0 0 16,0 2 16,0-1-36,0 0-24,-2 0-15,1 1-13,-6 0-22,-3-2-12,-2 0-19,0 0-13,-1 3-16,-1-2-14,3 1-12,-4 1-2,-2 0-4,-1-1 0,0 1 0,3 1-3,1-1 0,4 2 0,1-2-2,1 2-3,-4 0 1,0 0-2,2 0 2,-4 2-1,0 0-3,-1 1 3,0 2 4,2 1-2,-1 1 2,-2-1 4,2 1 9,3-2 8,0 0-1,1 0 4,0-2 4,2 0 0,-2 3-1,2 1 2,1 1-2,-3-1 0,2 3-15,-3-1-4,-2 4 1,4 2-5,-6 0 0,5 1-1,-3 3-4,4-3-2,3-1-1,2 1 0,1-1 6,3-1 2,0 0-4,0-1 4,0 2-2,3-1 4,-1 0 3,0-2 2,4 3 5,1-1-1,-2 1-5,0-1 0,0 0 2,-2 2-1,2 0 1,-1 0-3,2-3-3,1 2 0,-3-1-5,4-3-1,0 1 2,1-2-2,1 2 2,2-2-1,-1 2 2,-3-2-2,3 0 0,-1 0 7,0-1-5,3 1 0,-1-4 0,3 1 2,2-2-1,4-2 2,-3 1-2,4-2 4,0 1-1,3-3-2,-1 0 5,-2 0 1,1 0 3,-2 0-3,0-2 0,-3-1 1,0-1-1,-2-1 1,1-4 0,0-1 0,-2-1-1,3 0 0,-1-2-3,-1-2-1,1-1-2,0-1 0,-3 0-2,-1 1-4,-5-1 2,-3 0-7,-1 4 2,-1-5 2,-3 1-1,0-2 1,0-3-2,0-1-2,-4-1 4,-2-3-1,-4 0 3,-2 2 2,-3 1 0,-6 2-4,-1 3-1,-3 2 1,-3 5 1,-2 3 1,-2 0-4,1 3-8,2 4-20,2-2-58,7 2-35,0 2-42,9-2-81,3-1-158,5-7-388,-2 10 0,2-5 0,0 4 0</inkml:trace>
  <inkml:trace contextRef="#ctx0" brushRef="#br0" timeOffset="172067.5693">8339 8406 797,'0'0'100,"0"0"15,0 0 13,0 0 20,0 0 14,0 0 6,0 0 7,0 0 12,0 0 8,0 0-75,0 0-10,0 0-4,0 0 5,0 0-6,0-2-4,0 2 1,2-1-3,2 1-8,-2 0-5,-2 0-4,2 0-10,-2-1-8,3 1-18,-3-1-14,3 1-8,1-2 0,1 2 0,1 0 0,-2 0-1,0 2 0,2-1 2,-1 3-7,1 1 3,0 1 2,-1 2 1,3-1-4,-2-1-3,2 0 3,-2-1-2,1 1 2,-1-2 2,0-1 8,0 1 0,-2-3 2,-1 0 1,1 1 0,0-2-3,-1 0 0,1 0 2,-1 0-2,1 0 0,-1 0-5,2-1 1,1 0-2,-5-3-2,5 0-1,1-1-1,-5-1-4,4 1-1,-3-2-2,3 2-2,-2 0 0,0-3-1,0 2-3,0 0-4,5-3 2,0-2 0,1 3 1,2-4 1,5-2 1,-3-1-4,5 0 1,2 1 0,-2 0 3,-3 2-2,-1 1 1,-4 4-2,-3 2 7,-5 1 8,0 1 11,-3 1 15,0 1 5,0 0-1,0 0 1,0-1 3,0 1-1,0 0 3,2 0-4,-2 1-9,0 0-15,2-1-10,1 0-4,-3 1-2,1-1-3,-1 1-3,0 0-8,0 0-5,0 0-9,0 0-13,0 0-14,0-1-19,0 1-17,0 0-23,0 0-33,1 0-44,-1 0-80,1-3-105,0-3-82,7 0-226,-6 4 0,-1-1 0</inkml:trace>
  <inkml:trace contextRef="#ctx0" brushRef="#br0" timeOffset="174626.8017">13686 3320 1659,'0'1'83,"0"-1"43,0 0 21,0 0 16,0 0 19,4 0 11,2 0 11,2 0 10,3 0 12,3 0-24,0 0-29,3 0-20,3 0-11,7 0-7,7-1-13,2 1-6,5 0-9,-1 0-9,-4 0-47,-7 0-90,-9 0-134,-2-4-232,-11 4-370,-9-2 0,-13 1 0,-10-3 0</inkml:trace>
  <inkml:trace contextRef="#ctx0" brushRef="#br0" timeOffset="176873.8059">13588 3349 171,'0'-3'13,"2"2"1,4-1 2,0-1-1,-1 1 2,1 0 0,-2 0 1,-2 0 0,3 0 1,-4 1 0,1 0 16,1-1 14,-1 1 13,-2 1 17,0 0 17,1 0 9,-1 0 8,0 0 9,3 0 24,-3 1 11,0 2 12,0 0-2,3 2-5,-3-1-3,3 1 2,-1 1 3,0-2 1,5 4 1,-7 0-9,2 1-9,-2 3-15,1 3-6,-1 3-4,0 2-11,-1 4-19,-4 3-13,-1 3-7,1 0-7,-2 4-11,-4-1-3,4 2 1,1 1 15,-1 0 12,-1 1 21,3-1 5,-1 3 12,1 1 2,-1 1-2,2 2-7,-3 4-5,-1 1-16,0 0-15,2 0-17,0 1-20,0-1-5,4-2-9,-1 2-2,2-3-3,0 2 3,1-1-5,0 1-2,0 0-2,0 1-3,0 2 3,0 1-2,0-3-1,0-4-2,0-3 4,0-3-4,-2-4 4,2-2 3,0-4-5,0-2 0,0-5-13,0-5-3,0-3-2,0-6 6,0-2-3,0-2-5,0-3-13,0-3-20,-3 0-12,0-2-15,-5 1-10,-6-4-16,-5 3-22,-9 3-10,-8 0-3,-2 4 5,-3 3 11,1 2 17,1 3 14,5 4 11,8 0 18,4 2 18,8 1 18,3-3 3,5 2 1,1-1-3,2 2 2,3-4 4,0 3-1,0-1 1,0 0 2,0-2-3,0 1-3,2 0 5,6-3 2,7-1-1,3-6-7,3 1-2,2-5-1,-2 0 1,-3 0-2,-7 0 4,2 0 3,-6 0-6,-4 0-5,0 2 3,-3 1 3,0 0 2,0 1 1,0 0 1,0 1 2,-3 1 4,0 1 5,3 0 10,-3 0 10,-1 2 14,2 5 9,2 4 5,-2 3 2,2 8 9,0 1 4,0 3 8,0 3 3,-2 2 0,0 0-2,-1 2-6,-1 2 0,1-2 8,-1 1 9,1 3 0,-4 2 3,0-2-3,3 2-2,0 4-3,2-1 1,2 2-4,0-2-9,1 0-11,-1-1-10,0-4-13,0 2-9,0-4-5,-1 0 0,0 0 3,-4-1 1,-1-3 8,-1 2 11,-3-2 4,5-1 3,-4-1 11,3 6 2,0-4 1,2 4-4,-3-3-8,-1 1-2,0 2-10,-1 2-11,-1 0-4,1 1-2,-1 3 0,1-4-1,0 2 0,0 0 2,1-1 2,1-1 0,-4 2-2,4-1 3,-4 0 0,0 2-1,1 4-8,-2-2-2,2-3-2,-1 0 3,1-1-5,1-2 1,0-4 2,-3-1-2,5-1 1,-3-3-2,-1-2 2,1 0 2,1 0 0,-1-1-5,0 0 2,2 3 0,-3 0 1,2 1-4,-2 0 1,-1 1 1,5 1 2,-2-2-6,4-1 2,-2-1 2,3 0 1,2 0 0,0-1-3,2 2 4,0-1-1,0 0-3,0-3-1,0 2 2,2-2 0,0 0-3,-1-1 0,4 2-1,2-3 4,-2 1-1,2-4 0,1 2 0,5-4 0,-2-2 12,7-1-9,1-4 11,6-2-2,6-3 8,13-1-5,12-6-3,11-3-11,8-6-5,4-6-28,-5-6-75,-6-6-139,-4-12-374,-23-4-440,-16-6 0,-11-4 0,-10-7 0</inkml:trace>
  <inkml:trace contextRef="#ctx0" brushRef="#br0" timeOffset="177853.9858">12084 4309 2029,'0'-1'68,"0"0"13,2 0 19,-2 1 16,0-2 15,0 2 8,0 0 10,0 0 12,0 0 17,0 1-34,0 3 6,-5 3 7,1 7-2,-6 8-2,-6 4-7,-1 7-4,-2 4-6,2 5-8,2-2-16,0-1-11,6-2-22,1-3-20,4-5-13,0-8-15,4-3-8,0-8-23,0-3-98,0-4-208,-3-32-596,-1 24 0,-2-4 0</inkml:trace>
  <inkml:trace contextRef="#ctx0" brushRef="#br0" timeOffset="178573.1312">12384 4326 950,'0'0'114,"3"2"56,-3-1 47,1-1 29,-1-1 26,0 1 27,1 0 29,-1 0 29,0 0 13,0 0-89,0 0-27,0 0-41,-2 1-35,-8 1-17,0 4-15,-8 4-22,-7 5-19,-7 9-22,-1 8-9,-3 6 10,5 3-1,9 1-3,8-3-8,9-5-9,2-1-11,2-4 0,1-4-10,1 0-5,4-6 2,1-5 3,5-7 4,6-1-10,2-4-3,3-5-2,-4-3-5,1-2-24,-11-2-33,-4-4-47,-10 1-51,-8-1-61,-10 2-44,-4 1-52,1 1-144,2-7-446,6 6 0,8-2 0,7-2 0</inkml:trace>
  <inkml:trace contextRef="#ctx0" brushRef="#br0" timeOffset="179546.3482">12092 4038 1599,'2'-11'37,"2"-2"14,-2-4 29,-2-2 30,2 5 31,-2 2 33,0 2 8,-2 2 1,-6 0 5,-7 3-28,-8 2-2,-5 0-8,-6 2-20,-1 0-24,-3 2-21,5 0-21,1 3 13,1 1 15,2 5 24,-1 3 17,2 2 23,-1 3 5,-1 6 6,-3 5-5,-1 9-8,1 4 0,-2 5-22,4 0-10,9 3-24,4-3-16,7-4-25,7 2-10,0-2-11,4 2 0,6-1-2,9 3-8,5 2 0,11 2 2,11 1-4,2 0-1,2-2-1,-2-5-2,-2-5-1,-5-5 0,-5-6 0,0-6-2,0-4 2,-2-7-5,2-7 0,1-1-1,2-4-1,4-2 1,3-3-1,6-4 0,4 0-1,4-3 0,2-2-3,1 1 1,-1-2-5,-5 0 2,-2 1-1,-7-5-2,-6 3 2,-2-5 1,-7-3-4,-4-5 4,2-4-1,-4-8 2,-2-2-1,1-3 4,-4 1 18,0-2 20,-3 6 18,-6 2 8,-1 2 12,-7 4 16,-1-4 4,-1 2-8,-10-6 3,-3-4-3,-8-5-19,-7-3-17,-6-4-26,-8 3-8,-10 0-19,-10 6-26,-10 5-26,-14 9-31,-12 10-31,-10 6-47,-5 9-84,2 8-110,9 5-188,9-11-582,18 18 0,12-4 0,21 3 0</inkml:trace>
  <inkml:trace contextRef="#ctx0" brushRef="#br0" timeOffset="185719.8059">11843 5373 976,'3'2'60,"-3"2"20,1-1 20,1 3 19,2-1 15,-3-1 15,2-1 16,1 1 13,-3 1 13,1-2-19,-2 1-13,0 3-6,0 2-8,0 0-11,0 3-8,-2 4-10,-4 3-12,-4 2-9,-3 4-10,-2 3-14,-3 7-10,0 1-14,4 5-8,0 2-6,-1 3-6,1 4-3,1 4 1,-3-1-1,2 1-1,-1 1 4,-7-6 5,2-1 3,-3-2 2,-2-1 0,-7-3 0,-2-1 0,-2 1-4,-6 0-2,-3 0-2,-3 0-7,0-1 0,3-1-4,-1-3-4,3-1-1,-2-3 0,5 0 2,-3-2-2,4-3-2,-1 0 1,1-6 2,2-1-2,0-2 0,-1-1-1,1 1-1,-1-3-1,-2-1-4,1-1 4,0-2 0,-4 1 0,-1 0 0,-2-3-4,-1 2 0,4-1 3,-3-2-2,6-2-2,0 1 3,1-2-1,4-1-1,1 0 0,-3-2-4,7 2 2,1 0 1,-1-1-2,3 1 3,-5-1-4,7-1 3,-4-1 0,7-1 2,1 2 5,7-3 7,4 1 1,8-3 10,-2-1 17,4-4 13,4 0 10,0-3 4,4-2 4,0 2 5,5 0-6,-5 0-1,2 3-2,-3 2-8,1-1-14,2-2-16,4 1-5,2-4-6,7-2-5,2-3-3,1-1-2,3-4-2,-1-1-1,-3-1-1,-2 3 0,-5 2-2,-4 3-2,-5 4-2,-2 2-15,-6 2-14,-1 6-8,0 1-5,-6 0 3,-2 1-3,-6 6-3,-5-1 3,-5 8 2,-1-1 3,3 5 12,-6 0 13,3 2 10,3 1 2,1 1-1,0 0 2,2 0 2,4 0-1,-1-1-1,3 0-2,1-3-4,6-2-4,0-2-1,5-2 0,2-2-1,-1 0-2,0-4 2,3-1 1,4 2 2,7 2 8,5 1 8,6 2 3,2-2 2,4 4 4,1 2-19,-1 1-68,-1 2-154,10-4-765,-20 4 0,-2-7 0,-7-3 0</inkml:trace>
  <inkml:trace contextRef="#ctx0" brushRef="#br0" timeOffset="186831.193">9568 5801 778,'0'0'83,"0"0"22,0 0 28,-1 2 48,1-4 33,0 2 29,0 0 28,0 0 20,0 0 18,0 0-44,0 0-4,0 0-9,0 0-8,0 0-26,0 0-25,0 0-28,0 0-34,0 0-14,1 0-5,1 0-10,5-2-8,5 2-9,2-3-16,7 1-18,5 0-8,2 0 2,0-1 7,-1 1-4,2-1-9,-5 1-11,-5 0-10,-6 2-10,-2 0-6,-5 0-3,-6 0-1,0 0-2,0 0-6,0 0-19,1 0-73,-1 0-65,0 0-88,0 0-110,0-5-498,-1 5 0,-5 0 0</inkml:trace>
  <inkml:trace contextRef="#ctx0" brushRef="#br0" timeOffset="187584.9466">9539 5820 595,'0'0'109,"0"0"32,0 0 46,0 0 40,0 0 36,3 0 24,0 0 14,-2 0-1,-1 0 6,3 0-56,-6 0-10,3 2-14,3 5-12,-3 4-15,-3 5-29,3 4-21,0 1-5,0-2 6,-1-3-4,1-2-8,1-7-24,-1 1-14,0-5-28,0-3-18,3 3-4,1-3 0,4 0-9,2 0-6,4-3 2,0 3-5,3 0-9,-1 3-5,-2-3-9,4 2-2,-4 2-5,-4 3-2,-2 1 2,2 1-4,-6 1-2,1 0-5,0-1-1,-1 0-4,-4 1 1,1 1-7,-1-3 8,-4 0 4,-7-2 2,-4-1 2,-11 4-1,-2-4 2,-6 0-17,-3 1-58,6-1-84,1 0-124,10-12-660,8 7 0,6-5 0,5-4 0</inkml:trace>
  <inkml:trace contextRef="#ctx0" brushRef="#br0" timeOffset="189058.6771">9604 5512 1094,'-3'-2'48,"-3"-2"4,0 1 16,-6-1 4,-4 2 3,1-1 4,3 3 5,-5 0 4,0 0 7,1 0-8,2 0-16,-6 0 11,2 3-6,-5 3 15,2 0 8,-7 4 6,2 3 9,-3 1 13,4 2 11,1 3 2,2-2 6,0 1-4,0 3 5,1 1-8,0 1-7,5 3 0,1-1 5,5-3-2,1 1-4,5-2-4,0-3-8,-2 2-8,1-1-11,2 4-4,-4 3 2,-1 3-8,-1 1-15,0 0-12,-1 1-8,4-5-9,4-1 0,-1 1 0,3-3 1,0 0-3,3-1-1,2-2 4,5-2 3,4 2-3,5-3 1,2 1-8,3 0-3,2 1-2,2 1-7,-3-1 1,-3 1-7,0-1-5,0-3-3,-1-2 0,-3-3-7,3-2 6,1-2-1,0-5-2,1-2 1,0 0 1,3 0 1,-1 0 1,2 0-5,3 0 0,-2 0 1,0-2-2,2-1 2,-1 0-2,3-1 0,1-1-2,-1 0-1,-1-1 2,1 0-1,-3-1-1,-8 1 4,1 0 0,1-3-2,-3 2 1,0-3 0,3-1 0,3-4 1,1 2-3,2-4 0,-3 1 3,2-3-4,-1 2-4,-1-3 5,0-2-3,-1 1-3,-3-1-1,-3-4-1,-5 2 7,-1-2 2,-6 2 0,1-3-4,-6 0 5,2-1-1,-2-3 6,1 0 0,-2 1 5,1 0 2,-2 2-9,3 0 0,-3 3-6,0-1 1,0 2-4,-5 0 9,-1-2 2,-6 3 11,-7-3-2,-3 1 6,-2-3 14,-1 0-6,-3 2 10,2-3 1,-1 4 2,-4 2-22,-5 3-8,-7 4-6,-7 5-3,-12 4-10,-9 3-10,-5 4 14,-5 4-45,-5 4-41,2 6-119,-5 6-184,-4-2-783,-3 17 0,3 3 0,-4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0T16:18:10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19874 1856 1108,'0'0'97,"0"0"44,0 0 26,0 0 24,0 0 16,0 0 14,0 0 21,0 0 29,0 0 33,0-1-47,0 0-4,0 0-31,0-3-19,0 1-14,0 1-10,0-2-3,-2-1-22,0 3-28,1-1-31,-2-2-28,-3 1-15,-1 2-12,1-3-6,-5 2-11,1 2-6,0 0-9,-1 0-2,1 1 0,-3 0-2,-1 3 1,-3 3 1,0 2 2,1 5 6,3 3 5,2 2 2,1 2 2,3 0 5,2 1-2,1-1 4,2-2-2,2 2-4,0-3-8,0-2-18,0-4-8,6 0 5,2-4 0,4-2-19,7-2-58,3-2-77,2-1-82,-2-3-148,4-11-115,-4 0-273,-2-1 0,-5-5 0,0 0 0</inkml:trace>
  <inkml:trace contextRef="#ctx0" brushRef="#br0" timeOffset="286.5036">19898 1902 487,'3'-5'105,"-3"1"35,2 0 25,0 1 16,-2 0 27,0 3 32,0-2 27,3 0 16,-6 2 10,6-1-56,-3 1-35,0 0-3,0 1-4,0 3 25,-3 1 1,3 4-3,-2 2-4,2 5-4,0 2-1,0 0 1,2 0-8,5-1-26,4-3-23,7-2-57,3-3-159,9-5-331,-1-1-580,-5-3 0,-3-1 0,-3-5 0</inkml:trace>
  <inkml:trace contextRef="#ctx0" brushRef="#br0" timeOffset="1845.9608">20974 1777 2310,'0'0'102,"0"0"29,0 0 16,0 0 8,0 0 10,0 0 8,0 0 15,0 0 34,0 0 25,2 0-54,-2 0-21,0 0-23,0 0-15,1 0 4,-1 0 11,0 2 9,0 7 5,0 6-22,0 5-20,0 3-15,0 4-6,0 3-3,0-5 0,0 1-10,0-5-21,-1-4-17,1-5-23,0-4-11,0-5-12,-2-1-16,1-2-14,1 0-25,-1-2-51,1-1-32,0-3-15,1-3-14,4 2-2,5-2-2,1 3 8,7 2 13,-1 2 12,2 0 23,-2 2 49,-5 0 28,-2 2 11,-3 3 20,-3 1 15,-1 5 5,-2 1 7,-1 2 10,0 0 4,-2 1 6,0-1 13,-2-1 13,-5-3 11,-1-3-4,0 0-13,-7 0-5,-2-6-29,-1 1-77,-2-2-144,14-6-748,-10-3 0,7 0 0</inkml:trace>
  <inkml:trace contextRef="#ctx0" brushRef="#br0" timeOffset="2809.6644">21888 1844 2052,'0'0'152,"0"2"35,0-2 21,1 0 18,-1 0 22,2 0 23,2 0 28,-2 0 27,-1-2 19,2 2-102,-2-2-43,-1 0-32,0 2-26,0-1-15,-1 0-21,-9 1-20,0-2-26,-5 2-25,-5 4-18,-4 2-1,0 2 2,2 8 6,0 5 9,10 1-3,5 4 6,1-1-2,10 1 3,6-4-4,3-2 0,5-1-21,6-4-80,11-1-348,-7-9-648,-1-1 0,-1-8 0</inkml:trace>
  <inkml:trace contextRef="#ctx0" brushRef="#br0" timeOffset="3101.9548">22114 1958 1914,'0'4'67,"0"5"52,0 3 27,0 3 18,0 2 13,0 1 19,0 1 14,0-3 5,0-2 4,0-4-51,0-3-61,0-2-99,0-3-162,9-7-557,-12 3 0,3-5 0,-3-2 0</inkml:trace>
  <inkml:trace contextRef="#ctx0" brushRef="#br0" timeOffset="3264.9631">22100 1938 3618,'2'-9'151,"1"-1"7,-2-1 1,1-2-12,-2 6-96,1 5-155,-1-1-147,0-11-534,0 10 0,0 4 0,0-4 0</inkml:trace>
  <inkml:trace contextRef="#ctx0" brushRef="#br0" timeOffset="3696.9122">22200 2015 2118,'2'8'143,"0"2"21,1 3 19,0 2 5,-3-3 6,0-5 2,0 0 2,3-2 1,-3 0 4,0-3-117,0 0-16,0-2-44,0 0-36,4-2-21,0 0-14,4-3 1,3-2-2,2 0-3,3 0 5,3 0 23,-2 2 37,3 0 66,2 2 50,-5 2 33,-2-1 22,-6 5 14,-1 1 9,-7 4 3,-1 3-4,0 4-32,0 0-73,0-2-131,0 0-286,0-39-693,3 27 0,1-7 0,7-3 0</inkml:trace>
  <inkml:trace contextRef="#ctx0" brushRef="#br0" timeOffset="4851.896">23644 1913 1362,'0'0'116,"0"0"44,0 0 28,0 0 26,0 0 22,0 0 9,0-1 10,0 1 23,-4-2 29,-3 2-32,-1 0-27,-2-1-20,-5 1-17,1 0-21,-3 3-16,-1 0-3,1 4-6,1 4-21,6 1-36,2-2-33,5 4-16,2-3-15,7 1-8,4-2 0,5 1 0,5 3-5,6-3-3,-5 2 0,1-1 7,-6 1 0,-6-2-10,-2 1-8,-4-4-9,-4 1-5,0-1-8,-3-2-4,-4 0-17,-5-3-54,-8 0-163,6-3-270,-9-2-466,-2-5 0,7-2 0</inkml:trace>
  <inkml:trace contextRef="#ctx0" brushRef="#br0" timeOffset="5434.3234">23805 1992 3448,'0'-2'131,"4"-1"16,-4 2-2,0-2 4,0 3 25,-4 2 17,4 4 10,-4 3 8,-2 4 4,2 4-104,1 3-32,2-2-17,5-1 4,3-5-4,5-4-32,4-2-46,3-4-111,3-2-101,3-2-99,-3-5-93,-5-8-63,-3-1-1,-10-3 63,-1 4 77,-3 4 85,0 6 76,0 5 129,0-2 100,0 2 121,0 0 134,-3-3 111,0 6 35,2 3-52,-4-2-62,-1 7-75,6 4-44,-2-1-33,1 2-45,1-2-126,3 1-230,9-11-716,-9 1 0,3-4 0</inkml:trace>
  <inkml:trace contextRef="#ctx0" brushRef="#br0" timeOffset="6177.5096">24103 2038 2462,'4'1'137,"-2"0"57,0 2 45,1 1 40,-1 2 18,-1 2 8,-1 2 4,0 4 2,0 0 1,0-1-91,0 0-47,0-5-72,0 1-54,0-5-46,0-2-58,0-1-57,0-2-42,1-1-32,3-5-16,0 0-19,4-5 10,-1-2 20,3 2 20,-1 1 21,1 4 64,-2 4 77,2 1 80,5 0 71,3 2 29,-2 5 23,0 1-1,-4 1-5,-1 3-11,-8 3-14,-2-1-31,1-4-31,-2 1-42,-2-3-38,4-5-32,-2-1-38,4 0-14,-1-1-19,4-5-8,2-1-23,-2-3 6,0-2 10,3 1 16,-2 4 12,-2 0 35,2 4 68,3-1 28,-1 2 26,0 2 18,-1 2 30,-1 2 7,-3 3-5,-5 3-12,3 3-16,-3 1-32,0 0-60,0 1-140,0-2-219,0-33-655,0 24 0,0-4 0,2-4 0</inkml:trace>
  <inkml:trace contextRef="#ctx0" brushRef="#br0" timeOffset="14923.8674">22971 1711 2294,'0'0'17,"0"2"10,0-1 18,0 0 8,0 0 7,0 0 7,0-1 6,0 0 9,0 0 11,0 0 9,0 0-5,0 0-7,0 0-18,-1 0-7,0 0-6,-2 0-6,1 0-4,1 0-8,-2 0 0,2 0-1,-2 0 20,3 0 33,0-1 34,0 1 20,0 0 6,0-1 1,0 0 1,0 1-3,0 0-11,0-1-21,0 1-23,0 0-36,0 0-29,0 0-20,0 0-2,0 1-1,0 1 5,3 0 3,-3 5 7,0 0 9,3 1 4,-1 3 3,0-1 0,3 1 0,-2 1 2,1 0 2,-1 0-5,0 1 1,0 1-4,-1-3-3,0 1-2,0 0 0,0-1-2,-1 0 0,-1 0-3,3-4-1,-3 3-1,0-1 1,1-1-4,-1-1 0,2 0-3,-2-3-2,0 3 1,0-4-4,0 3-3,0 1 0,0 0 0,0 0-5,0 2 4,0 2-3,0-2 3,0 2 0,0 0-2,0-1 0,0-1 3,0 0-2,0 0 2,0-2 1,0 1 0,0 1-1,0-2-1,0 0-1,0 1 0,0-1 0,0 0-2,0 1-1,0-1-1,0 1-2,0 0-1,0 2 0,0-2 2,0 1 0,0 1-1,0-3-1,0 2 2,-2-1 0,1 1 1,-2-1-2,3-2 0,0 2 0,-1 1 0,1-1 0,-4 3 1,4-2 4,0 1 1,0 2 1,0-1 6,0 2-1,0 1 4,0 2 15,0-2-1,0 2 0,0 1 4,0-1 0,0 1 0,0-1 3,0 2-10,2-3 0,0 2 2,-1-1-19,2-1 4,-2 0 0,1 0-4,-1 0-3,-1-1 0,3 1-5,-3-2 4,3 1 2,0-2-9,-1 0 3,0-2 2,2 2-3,-1 1 5,-2-2-7,0 2 4,1-2 1,-2 2 0,0-1 0,1-1 0,-1-1 6,0 2-4,0 0-2,0-1 0,0 1 10,0-3-9,0 3 2,0-1 0,0 0 0,0 0 0,3 2-5,-1-1 1,0 1 4,-1 2-5,1-1-5,-2 2 11,0 0-5,0 2 6,0-2-1,0 2 12,0-1-8,0 2 1,0 0-3,0-1 4,0 0 4,0 1-7,0 1-2,0 0 1,0-2-2,0 2-11,0 1 10,0-2-5,0 2 5,0 0-4,0 1-2,0 1-6,0-1 4,0 1-5,0 0 4,0 1 0,0-2-7,0 4 2,0-3-2,0 3 6,0-1 5,0 0-2,0-1 5,0 1-1,0-2-3,0-2 3,0 2 8,0-2-2,0 2 1,0 0-4,0-1-5,0 1 6,0-2-3,0 2-1,0 1 0,0-1-5,0 1-1,0 0 2,1 1-4,-1 2-3,0 0-4,2 3 0,0 0-3,-2 1 13,3-1 3,-1 3 2,-2-3 4,1 1-1,0 1 3,1-3 6,-2 1 3,4-1-7,-2 0 3,0 0-14,2 0 5,-4 0-5,2 0-1,0-1-3,1 1-1,1 0-1,-1-2-4,4 3 3,-3-1-4,0 3 15,-2-2 0,5 0 6,-7 2-1,4-2 7,0 1-1,-1 1 0,-2 0 4,2 1 3,-2 1 3,1 1-9,1-1-8,-2 1-2,0 1 1,-1 0-5,2 1-4,2 0 2,-4 4 15,2-2 3,0-1-3,1 1 0,-2-2 5,-1 2 3,3-4-5,0-1 4,-1 3 0,1-3 5,0 0-17,1 1-4,-1-1 0,3 1 2,-2-3-7,1 3-2,-1-1 2,-1 0 9,0 2 5,-3-4-7,4 1 10,-1-2-8,-1 0 9,0 0-6,2 0 4,-2-1 0,-1 1-1,2-3-11,-3 5 3,1-3-3,-1 3-6,0 1 3,0 0-8,3 3 5,-3 1-6,0 2 3,0 1 4,0 1-1,0-2-4,0 2 2,0-2-2,0 1 11,0-1-6,-3 0-3,3 0 6,0-1-8,-3 1-1,3 2-5,-1 0-1,0 2 9,1-2-8,-2 1-5,2-1 16,-4 0-5,4-2-2,0 1 2,0-4 0,-1-1 6,1 2 2,-1-2-11,-1-3 10,2 2-5,-3 1-6,-1-1 1,4 0-2,-3-1-2,2 2 0,-3-2 3,-2-1 0,1-3 1,3 2-4,-5-1 9,6 0-4,-5-1 2,5-1 8,-5 0 0,4 1 3,-4-1-8,3 2-2,-2 0 2,3 0-2,-3 3-5,3 0 4,0 3-6,0-2 2,1 5-2,-2-1 1,0 0 4,2-1 3,-3 0 2,4-3 3,-3 1 1,3-5-2,0-1 7,0-7-8,0-2 8,0-5-10,0-1-15,0-6-32,0-1-40,0-4-106,0-2-250,0-19-950,0 7 0,0-8 0</inkml:trace>
  <inkml:trace contextRef="#ctx0" brushRef="#br0" timeOffset="17809.4949">19644 2536 1310,'0'0'33,"0"0"2,0 0-4,0 0 5,0 0 15,0 0 20,0 0 33,0 0 20,0 0 31,3 0 5,-3 0 9,0 0 10,0 0 19,0 0 12,0 0 0,0 0-14,0 0-30,2 0-18,4 0-26,3 0-30,4 0-16,2-1-10,7 1-14,-6 0-14,5 0-14,1-1-8,2 1-1,-2 0-3,3 0-1,-3 0-3,3 0 2,-4 0-3,-3 0 4,4 0-4,-1 0-2,2 0 5,0 0-2,3 0 0,0 0-3,2 0 2,0-1-3,4-1 1,0 0-3,-3 0-1,7-1 1,-3 1-1,-3 2 2,1 0-2,2-2 2,-2 2-1,1 0 2,-2-1 0,-1 1-1,-1 0 0,1-1 2,-1 1-1,0 0-3,-1 0-3,3 0 4,0 0 0,0 0-3,-2 0 0,3 0 3,-2 0-1,0 0-2,-2 0 0,2 0 3,-3 0 3,0 0-5,2 0 2,1 0 1,0 0 0,2 0-3,-1 0 4,1 0 2,-2 0-1,0 0-2,1 0 0,1 0 2,-3 1-2,2 0-3,-2 1 4,-1-2 1,4 0-3,3 0 0,0 0 2,4 0 1,1 0-1,-2 0-3,-2 0 1,2 0 5,0 0-3,-3 2 0,0-2 1,-3 3-1,0-3 3,2 1 5,1-1 10,3 0 9,0 0 9,2 0 1,-3 0 2,3 0 1,-3 1-2,-1 0 5,-1 0-7,1 2-4,-3-2-8,1 3-5,-2-2-10,1 0-2,-2-1 0,2 2-4,0-2 1,-2-1-2,0 2 3,-2-2-2,0 0-2,-1 0 2,0 3 1,0-3 2,3 0 1,1 0 9,2 0 5,3 0 0,1 0-1,1 0 0,2 0 3,-5 0-2,4 1 0,1 1-3,-1-2-1,1 1-10,-1 2-3,-2-3-2,2 2 3,1-1-3,2-1 1,4 0-2,4 0-2,-1 0 0,3 0 0,1 0 2,1 0-3,-3 0 1,1 1 0,-4-1 0,-1 0-1,1 0-1,1 1 2,-4-2 1,3 1-4,0 0 1,0 0 4,0 0-3,-2 0-2,0 0 3,0 0-2,1 0 0,-3 0 0,1 1-1,-3-1 5,-1 1-2,-4 1-1,-5-2 0,-7 0 1,-3 1 3,-7-1 17,-6 0 19,-1 0 11,-5 0 12,-1 0 7,-1 0-1,-1 0-1,0 0-14,0 0-43,0 0-156,0 0-270,-1-15-623,-4 11 0,-7-2 0</inkml:trace>
  <inkml:trace contextRef="#ctx0" brushRef="#br0" timeOffset="19534.8562">20027 2933 2320,'0'0'116,"0"0"36,0 0 32,1-2 42,-2 2 34,2-1 35,-1 0 20,0-1 14,0 1 2,0-1-85,-1 0-35,-2 1-32,0 1-32,-5 0-39,-6 1-36,-3 1-33,-3 2-21,-3 4-13,0 4-2,-1 0 2,4 4 10,7 0-3,1 3-1,3-3-1,5 3-1,4-2-4,-4 0 1,12-1 4,1-1 2,4-4 2,4-3-7,9-2 1,1-5-3,2-2 0,8-5-1,-6-2 0,-5-4-6,-2-3-14,-10-4-4,-9-1-1,-5-3 0,-5-2 1,-2-2-2,-3 4 0,-5 7 1,-5 4-28,2 9-72,0 3-148,36 0-749,-20 6 0,4-1 0,11 4 0</inkml:trace>
  <inkml:trace contextRef="#ctx0" brushRef="#br0" timeOffset="20264.5572">20959 3106 1745,'0'-2'51,"-4"-1"20,2 1 12,0 0 8,-5 0 16,1 2 21,-4-1 24,-1 2 24,-1 0 32,-1 1-18,0 4 23,1 2-2,-1 3 23,5 3 6,5 2-8,0-2-16,6 0-3,2-3-18,13-2-26,2-2-17,10-4-31,5-1-22,-1-4-35,4-5-13,-6-1-7,-5-4-14,-7-2-25,-9-3-6,-7 1-9,-8-2-4,-7 0 0,-11-1 0,-3 5 4,-7 2-3,1 7 2,5 3-5,5 3-70,10 3-143,5 0-199,8 0-501,16 2 0,6 1 0</inkml:trace>
  <inkml:trace contextRef="#ctx0" brushRef="#br0" timeOffset="21019.4227">21905 3073 1383,'1'0'131,"2"0"42,0 0 29,-1 2 19,-2-4 11,0 2 7,0 0 2,0 0 17,-2 0 16,-1 0-67,-2 2-34,-5 1-9,-3 4 6,-2 6 1,1 4 6,3 1 1,5 4 3,4-1-4,4-1-7,8-3-9,4-2-7,1-3-25,12-5-35,2-6-17,4 1-13,2-4-8,-2-4-6,-4-2-17,-4-1-18,-8-6-7,-11 0-11,-6-6-7,-9-1-2,-8 0-6,-9 1-2,-5 4 0,-6 7-37,1 4-137,12 5-308,-2 2-523,5-1 0,6 2 0,8-2 0</inkml:trace>
  <inkml:trace contextRef="#ctx0" brushRef="#br0" timeOffset="23669.4142">19954 3858 1638,'0'0'149,"1"2"34,-1-2 29,0 0 30,0 0 29,0 0 35,0 0 25,0 0 14,0 0 8,0 0-107,0 0-30,-4 0-31,-2 0-30,-5 0-27,-1 2-29,-5 1-33,0 3-18,1 4-9,2 2-1,0 3-2,4 1-2,5 3-5,3-4 6,4 1 8,7-3 5,5-3 5,4-4-3,10-2-4,8-4-4,0-4-3,3-3-3,-1-2 1,-5-4-8,-10 1-18,-10-3-14,-8 2-8,-10-2-10,-9-1-1,-11 0-6,-5 1-1,-5 3 1,0 4-30,7 5-73,9 0-135,11 3-219,9 0-462,10 0 0,10 0 0,8 0 0</inkml:trace>
  <inkml:trace contextRef="#ctx0" brushRef="#br0" timeOffset="24275.5772">20970 3929 2462,'0'0'53,"-4"-3"2,-2 3 9,-1-2 12,-5 2 28,-2 2 23,-5 1 28,2 3 39,-5 4 26,6 3-41,4 0 12,5 1-10,4-2 9,9-1 11,8-2-15,6-3-19,7-2-27,10-3-42,4-1-23,-3-5-18,-6-1-30,-7-2-5,-12-3-20,-7-1-23,-14-3-14,-8 1-7,-8-1-3,-4 2-53,-4 3-91,9 5-162,5-6-538,11 7 0,14 3 0</inkml:trace>
  <inkml:trace contextRef="#ctx0" brushRef="#br0" timeOffset="24785.6354">21914 3894 2160,'0'0'215,"0"0"62,2 0 29,-2 0 11,0-1 1,0 1 1,0 0 13,4 1 23,-4 3 20,0 3-128,1 7-55,1 7-57,1 6-26,-1 7-20,-2 2-38,2 5-207,-2-9-972,-2 2 0,-3-9 0,-2-8 0</inkml:trace>
  <inkml:trace contextRef="#ctx0" brushRef="#br0" timeOffset="25883.4253">19917 4951 2045,'-2'-1'87,"-3"-2"5,0 3 2,-2-2 10,0 2 14,-4 0 5,0 0 20,-3 2 17,0 1 33,-4 5-62,-1 5 31,2 2 10,3 3 13,10 2-1,1 0-1,6-2 4,7-4-10,6-3-10,8-6-24,8-3-25,5-6-42,3-3-27,-2-5-29,-8-3-26,-11-4-30,-11 1-11,-7 0-16,-10-1-15,-9 2-38,-5-1-24,0 4-37,-5 3-47,6 4-120,7 0-432,7 7 0,7 2 0,15 0 0</inkml:trace>
  <inkml:trace contextRef="#ctx0" brushRef="#br0" timeOffset="26915.7597">21046 4920 2526,'2'0'28,"-1"1"40,0 2 58,1 3 41,-2 4 44,0 5 45,1 4 22,-1 5 14,3 6 14,-2 0-12,4-1-6,-2-1-38,3-5-68,-3-2-97,0-4-206,2-2-245,-5-24-608,0 17 0,0-7 0</inkml:trace>
  <inkml:trace contextRef="#ctx0" brushRef="#br0" timeOffset="27486.5382">21953 5035 1992,'3'0'177,"0"0"28,-3 0 8,1 0 28,-1 0 29,0 2 15,0 3 17,0 4 30,0 1 25,0 5-119,3-1-32,0 1-23,2-2-4,8-1-19,1-3-26,9-6-13,4-1-14,2-2-25,-1-5-28,-6 0-19,-4-6-14,-11 1-4,-5-7-8,-11 1-17,-11-2-13,-6 0-24,-7 4-118,-6 3-270,-7 6-617,0 3 0,-2 4 0</inkml:trace>
  <inkml:trace contextRef="#ctx0" brushRef="#br0" timeOffset="28543.3837">19977 5855 1787,'-4'0'80,"-3"3"33,-1 1 38,-5 3 31,-2 6 30,2 2 34,1 4 38,-1 2 38,9 3 42,2-5-15,3 0-27,10-4-25,6-4-27,3-6-26,9-3-27,5-2-33,0-6-36,-2-3-39,-7-3-46,-5-5-31,-8 0-18,-8-1-13,-8 0-13,-9-1-21,-10 1-11,-3 2-26,-6 3-41,2 5-84,5 5-136,15 0-222,6 3-375,5 0 0,17 0 0,14 0 0</inkml:trace>
  <inkml:trace contextRef="#ctx0" brushRef="#br0" timeOffset="29083.4995">21127 5848 3147,'0'0'70,"0"4"48,0-1 58,0 5 46,0 6 20,0 9 8,0 3 15,-3 9 6,0 1 3,2 4-27,-1-4-41,1 0-48,1-6-85,1-6-152,-1-2-283,-1-16-693,1 4 0,0-8 0,0-4 0</inkml:trace>
  <inkml:trace contextRef="#ctx0" brushRef="#br0" timeOffset="29590.4816">22195 5930 1932,'0'0'101,"0"0"32,1 0 57,2 1 72,-3 3 62,0 3 30,1 6 36,-2 5 16,-2 9 14,2 3-87,-2 5-8,0 1-32,3 2-76,0-5-181,3-2-394,-3-3-713,0-9 0,0-12 0,0-4 0</inkml:trace>
  <inkml:trace contextRef="#ctx0" brushRef="#br0" timeOffset="30546.1273">20125 6914 1475,'2'0'164,"2"-2"26,-1-2 36,5 1 46,-4-1 47,2 1 48,-5-2 23,2 2 13,-1 0 9,-2 2-107,0 1-14,1 5-13,-1 5-25,0 8-36,0 9-41,0 10-48,-1 6-23,-1 2-20,-1-3-37,2-1-83,-2-8-272,3-19-845,0-1 0,0-7 0,4-8 0</inkml:trace>
  <inkml:trace contextRef="#ctx0" brushRef="#br0" timeOffset="31131.327">21196 6990 1986,'-1'0'89,"-3"4"51,-3 3 59,0 2 41,1 5 31,2 0 28,1 1 15,3 0 27,6-3 18,3 0-28,8-7-47,7-4-47,7-1-57,3-4-41,-1-2-40,-6-6-41,-8 2-32,-8-5-46,-8 0-30,-11 0-22,-12 0-4,-6-3-7,-8 4-24,-3 4-59,1 4-77,11 4-210,3 3-411,13 1 0,12 0 0,12-2 0</inkml:trace>
  <inkml:trace contextRef="#ctx0" brushRef="#br0" timeOffset="31665.5885">22074 6925 2240,'0'4'93,"0"2"30,0 3 48,-3 3 29,-2-1 27,2 2 19,0 2 36,1-1 34,2-3 18,5-2-36,5-2-32,9-5-22,6-1-42,12-2-27,5-5-24,0-1-19,-3-2-35,-9-3-38,-13-2-22,-9 1-13,-16 0-15,-13-3-16,-11 3-30,-7 3-122,-1 2-362,-13 3-519,3 5 0,4 0 0,10-4 0</inkml:trace>
  <inkml:trace contextRef="#ctx0" brushRef="#br0" timeOffset="32587.5348">20202 7875 2065,'4'-3'209,"0"1"60,0-1 37,-1-1 19,-2-1 15,1 5 21,2-2 20,-4 4 19,2 4 14,-2 5-146,3 6-28,-3 8-45,-3 10-31,1 3-18,-2 4-22,2-1-51,1-3-52,0-4-114,3-10-361,0-7-696,2-9 0,-2-7 0,5-7 0</inkml:trace>
  <inkml:trace contextRef="#ctx0" brushRef="#br0" timeOffset="33193.4502">21396 7990 2891,'0'2'65,"-3"1"52,-2 3 35,-3 4 19,0 5 11,-1 1 6,3 5-9,4 1 2,4-5 8,9 0-18,3-5-32,11-8-60,5-3-44,2-2-41,0-7-37,-7-1-31,-10-3 3,-7-2-6,-14-5-11,-13-1-12,-12-1-4,-5 0 5,-9 4-2,3 3-19,9 7-109,8-2-496,6 8 0,14 1 0,12-1 0</inkml:trace>
  <inkml:trace contextRef="#ctx0" brushRef="#br0" timeOffset="33603.2727">22389 7855 3232,'0'3'28,"0"-1"42,0 5 67,-1 3 52,1 5 44,-6 5 18,-3 6 14,-3 9 5,0 8 1,-1 4-13,5 0-38,5 0-110,6-3-376,2-6-787,5-11 0,-3-6 0,-1-10 0</inkml:trace>
  <inkml:trace contextRef="#ctx0" brushRef="#br0" timeOffset="34596.9245">20245 8879 1939,'4'-4'221,"0"-3"60,0-3 54,-1 0 34,1 1 22,-2 1 9,-2 2 0,0 3 6,1 2 12,-2 3-123,2 7-56,-1 5-35,0 6-30,0 12-17,-3 6-9,-1 5-3,0 4 3,-2-3-7,1 0-54,5-7-91,0-5-157,11-8-452,-10-6-611,5-7 0,-2-7 0</inkml:trace>
  <inkml:trace contextRef="#ctx0" brushRef="#br0" timeOffset="35170.3612">21568 8967 3540,'3'-3'112,"-1"2"52,-1-1 36,0 1 29,-1 7 16,0 7 9,-3 9 5,-3 7 3,-3 7 1,0 2-99,-2 0-25,3-6-79,5-2-143,3-9-317,3-5-681,0-7 0,2-4 0,1-6 0</inkml:trace>
  <inkml:trace contextRef="#ctx0" brushRef="#br0" timeOffset="35695.4084">22307 9042 2447,'0'-3'139,"1"3"36,-1 0 50,3 0 39,-3 0 34,0 5 21,0 3 13,0 6 12,0 5 4,2 0-105,4 3-19,3-3-27,9-3-46,7-4-35,7-5-24,5-3-16,3-4-16,-1-5-14,-6-1-15,-9-5-11,-10-3-17,-12-2-18,-10-6-10,-15 0-11,-9-2-16,-13 2-25,-9 6-110,3 7-281,-4 6-590,6 3 0,6 1 0</inkml:trace>
  <inkml:trace contextRef="#ctx0" brushRef="#br0" timeOffset="36485.5394">20218 9756 1581,'2'0'173,"2"0"66,-2 0 54,3 0 45,-1 0 39,0 0 28,0 0 20,0 0 17,-1 1 11,3 5-118,-5 3-29,6 6-57,-5 4-37,2 10-38,-3 5-40,-1 9-26,-1 4-46,1 3-45,-2-1-41,1-5-175,41-9-1021,-34-11 0,0-11 0</inkml:trace>
  <inkml:trace contextRef="#ctx0" brushRef="#br0" timeOffset="37031.5267">21476 9825 3574,'0'0'170,"0"2"40,0 5 22,0 5 15,3 6 10,-3 7 6,0 5 2,0 10-1,-3 4 0,-1 0-98,1-2-90,-2-1-63,-1-8-114,2-6-202,3-11-816,-2-5 0,0-8 0,6-6 0</inkml:trace>
  <inkml:trace contextRef="#ctx0" brushRef="#br0" timeOffset="37597.6403">22469 9851 1686,'3'0'110,"3"0"16,-2 0 15,1 0 25,-2 0 35,0 0 39,-3 3 50,0 0 56,0 2 45,0 5-66,-3 5 4,3 9-6,-4 4-5,-2 6-22,1 4-35,2 3-50,0-4-84,3 1-161,3-9-403,0-7-646,-3-9 0,3-10 0,-3-8 0</inkml:trace>
  <inkml:trace contextRef="#ctx0" brushRef="#br0" timeOffset="39348.361">23245 8492 854,'-2'0'70,"2"0"24,0 2 16,-1-2 20,2 0 42,-1 2 21,0-2 4,-1 0 3,-2 0-7,-1-2-57,-2 2-56,2 0-59,-1 0-52,3 0-62,2 0-73,0 0-27,0 0 1,0-2 11,0 1 27,0 1 40,0-1 63,0 2 75,0 2 77,0-3 62,0 2 39,0 1 7,0-2-7,0-1-14,0 3-19,0-3-19,0 0-25,0 3-28,0-1-26,0 3 1,0 2 21,0-1 20,0 4 34,0 0 20,0 0 14,0 3 10,0 3 4,0 2-8,0 0-7,0 2-15,0 2-26,-4 0-18,4 3-27,-1 0-19,-2 0-15,3 1-11,-4-3-12,1 3-3,-3 3-3,3-1-6,-2 2 0,-2 3-2,2-3-2,-2 4 0,3-2-1,-5 2-3,5-4 3,-2 2-3,2-2-5,-1 0-2,0-3 1,-1 1-3,2-4 0,-2 3-1,3-2-3,-3 1 0,4-3-3,-2 3 0,1-1 1,-1-2-2,2 1 2,1-1-1,-2 0-3,-1-1 1,0-1 3,-2 0 0,-1 0-2,3-1 0,-2 1 2,0-1 2,2-3-2,-2 0 0,3 2 4,-2-2-4,2 2-3,-1-1 0,0 0 2,2-1 2,1 0-4,1 1 7,0 0-1,0 3 0,0 0 0,0 3 1,-2-2 2,0 0 1,2 2 2,0 1-7,-2-4 4,0 0-3,-1 1 4,0-2-1,0 2 3,3-3 4,0 3 2,3-2 2,-3 0-1,0-2 8,0-1-4,0-1-1,0-3-5,0-2-3,0-1-18,3-1-5,-3-2-33,5-5-50,-1 2-124,5 0-200,-3-24-596,2 15 0,1-2 0,1-7 0</inkml:trace>
  <inkml:trace contextRef="#ctx0" brushRef="#br0" timeOffset="42499.5887">23857 3028 2758,'0'-1'164,"0"1"63,0-4 43,2 0 23,-2-1 9,0 2 10,0-1 7,0 0 4,0 3-1,0 0-103,0 0-67,-4 1-61,0 0-41,-6 1-24,-3 2-6,-5 5-7,3 3-5,-1 6-5,6 4 4,3 1 6,4-1 4,3 2-3,3-2-1,2-4 1,5-1 3,4-2 0,8-8-3,3 0-6,4-5-7,4-1-6,-1-4-3,-1-4 0,-10-2-4,-3-5 3,-9-4-6,-3-3-4,-9-3 2,-5 0 5,-9 1 4,-7 5-3,-9 6-36,-4 8-159,22 3-920,-16 6 0,8-2 0</inkml:trace>
  <inkml:trace contextRef="#ctx0" brushRef="#br0" timeOffset="43688.4108">23762 3773 1100,'0'0'69,"0"0"47,0 0 44,0 0 45,1 0 37,-1 0 42,0 0 54,0-1 58,0-2 33,0 1-20,0-2-23,0 1-44,0 1-44,0 2-49,0-1-38,0 1-41,0 1-53,-2 5-52,-3 8-27,1 4-20,-5 11 0,-3 4 6,3 7 6,3-2 15,5 0 2,-1 0 1,2-3 0,3 0-4,-3-5-4,-1-3 0,1-6 11,1-4-22,-1-5-8,0-9-15,0 2-16,0-4-38,0-1-108,0-1-272,0-33-670,0 25 0,0-1 0,0 0 0</inkml:trace>
  <inkml:trace contextRef="#ctx0" brushRef="#br0" timeOffset="45085.6452">23759 4867 1088,'2'0'118,"3"0"80,-2 0 67,1 0 45,-1 0 44,-1-2 29,-2 1 29,0-1 22,0 1 16,0 0-61,0-1-37,0 2-77,0 0-64,0 0-45,0-2-43,0 2-31,0 0-29,0 0-26,0 0-14,0 2-10,0 3-7,0 4 1,-1 6-2,-6 3 2,-2 7 4,-4 3 1,3 5 8,-1 0 10,3 2 6,5-2 2,0-2 6,3-1 2,0-2 2,0-4-4,2-3-2,-2-6 1,0-4-1,1-6-2,-1-2-19,3-3-29,0 0-37,-2 0-58,3 0-142,-2 0-209,-2-12-634,-1 7 0,-1-4 0,-5-1 0</inkml:trace>
  <inkml:trace contextRef="#ctx0" brushRef="#br0" timeOffset="46669.9191">23744 5922 1015,'0'2'104,"0"-2"46,0 1 31,0 0 18,0-2 16,0 2 11,0-1 14,0 2 18,0-1 16,0-1-57,0 1-16,-1-1-25,-4 1-16,-2 0 0,-1 1-1,0 1-4,-4 2 2,-1 0-5,1 4 3,-4 2 1,2-1-8,2 3-10,2 3-10,1-1-14,3 2-9,6-2-4,-2 2-10,2-4-12,3 1-19,4 0-11,3-1-6,5-1-8,3 0-7,1-3-5,3 0-4,-2-3-4,3 0-4,-3-3-1,-2-3-2,-1 0-6,-2 0-8,-1-1-4,-3-4-3,1-2-3,-2-4 0,-1-1-9,-1-3-5,1-4-1,-6 0 3,3-3 6,-4-2 8,-2 4 4,0 3 7,-2 1 4,-1 3-1,-4 4 4,-7 5-30,-1-1-137,0 5-269,-6-1-583,1 2 0,2-5 0,0 2 0</inkml:trace>
  <inkml:trace contextRef="#ctx0" brushRef="#br0" timeOffset="48530.6555">23873 6858 1167,'0'0'127,"0"0"42,1 0 28,-1 0 12,2 0 18,-1 0 26,2 0 27,-3 0 19,2-3 21,-2 3-60,0-3-36,0 0-31,0 3-15,0-3-7,0 3-18,2 0-30,-2 0-26,0-2-21,0 2-19,0 2-17,0 0-11,0 2-4,0 6 2,-2 5 6,0 6 16,-2 3 18,0 5 3,2 3 5,-1 2 4,3-2 1,0 1-1,3-2-5,-3-5-11,0-3-13,0-3-11,0-7-14,0-7 2,0 0-8,0-3-19,0-3-44,0 1-126,2-1-230,-2-14-623,0 9 0,1-1 0,-1-3 0</inkml:trace>
  <inkml:trace contextRef="#ctx0" brushRef="#br0" timeOffset="50038.1592">23930 7920 646,'0'-1'19,"0"-1"15,0 2 31,0 0 29,0 0 30,0 0 30,0 0 35,1 2 34,-1-1 31,0 1 14,1-2 16,1 1-5,-2-1-27,0-1-28,0 1-28,0 0-20,0 0-25,0 0-28,0 0-26,0 0-27,0 0-15,-2 0-12,-3 1-1,1-1 4,-6 3-2,-3 0-4,1 2-3,-4 1 4,-1 0 7,3 5 9,-1-1 11,-1 3 10,7 2 9,-1 1 2,5-1 5,3 4-6,-1 1-6,6 0-12,1-2-12,3 3-13,1-4-17,6-4-22,4-2-23,2-3-21,1-6-16,1 0-14,3-2-9,1-4-2,2-2-11,-2-5-10,1 0-17,-5-8-7,-4-1 6,-6 2 25,-8-2 18,-1 3 26,-9-1 11,-3 6 9,-6-1 17,-2 1 16,-5 4 20,-3 1-27,7 3-116,15-2-660,-14 6 0,6-4 0,3 0 0</inkml:trace>
  <inkml:trace contextRef="#ctx0" brushRef="#br0" timeOffset="51979.4236">23792 9023 1475,'0'0'93,"0"0"31,0 0 19,0 0 12,0 0 6,-1 0 0,1 0 6,-4 0 16,-2 0 15,2 0-40,-4 3-8,-2-1-8,-3 3 18,1 4 16,0 2 26,-5 5 11,2 4 8,4 3-11,4 2-13,2-1-5,5-2-15,8-5-14,4-4-32,7-4-24,11-4-28,7-4-10,0-2-12,5-6-1,-4-3-7,-5-2-18,-7-4-24,-4-2-28,-9-1-19,-8 1-28,-10 0-18,-5 2-37,-9 0-43,-9 5-48,1 4-63,-3 1-150,1-3-450,1 9 0,7 0 0</inkml:trace>
  <inkml:trace contextRef="#ctx0" brushRef="#br0" timeOffset="53416.2051">23865 9868 1345,'0'2'100,"0"2"49,2-1 32,-2 1 26,0-1 20,0-1 17,0-2 11,0 1 15,0-2 11,0 1-43,0 0-34,0 0-47,0 0-30,0 0-13,-2 1-2,0 3 5,2 1 17,-4 4 5,4 5 0,0 2-7,0 5-1,-4 5-1,4 3-1,-2 7-12,-2-1-15,2 2-23,-1-4-23,1-5-22,2-5-11,0-7-8,0-4-3,2-5 0,-2-4 3,0 0-9,1-3-19,2 0-35,1 0-82,1 0-105,1-3-206,-2-21-532,-1 17 0,-1 1 0,-1-7 0</inkml:trace>
  <inkml:trace contextRef="#ctx0" brushRef="#br0" timeOffset="81910.4527">1904 2681 770,'2'-1'38,"-1"1"3,2 0 2,0 0-3,-2-1 2,2 1 9,-3 0 28,0 0 32,0 0 43,2-1 10,-2 2 11,2-1-1,-1 0 0,2 0 3,-3 0 1,0 0-9,0 0-26,2 0-30,-1 0-34,3 0-44,-4 0-13,3 0 1,1 0 0,-1 0-1,1 0-1,4 0 2,-2 0-3,1 0 0,1 0-7,-1 0-1,3 0-2,-1 0 0,2 0-1,-2 0-2,2 0 2,-1 1-1,-2-1 0,3 1 0,-1-1-2,5 0 0,-3 0 3,3 0-4,1 0 3,2 0-2,-3 0-1,5 0 0,-4 0 1,1 0-4,-4 0 2,-1 0 0,-2 0-3,1 0 4,-3 0-5,6 0 4,0 0-1,0 0 0,5 0-1,-1 0 2,-3 0 0,2 0-2,0-1 0,-5 0 0,1 1 0,-5 0-1,3-1-1,-7 1 1,2 0 0,-1 0 1,1 0-2,2 0 1,0 0 0,1 0 2,2 0-1,2 0-4,3 0 1,-1 0 2,3 0-1,-5-3 1,2 2 0,-4 1 1,-1 0 0,1 0-3,-4-2 3,0 2 4,4 0-2,-3 0 0,4 0 3,0 0 5,2-3 2,0 3 2,1 0 1,2-3-2,-2 2 1,1-1 2,-1 2 0,1 0 0,-4 0-3,2 0-6,0 0-3,-5 0-2,0 0 1,0 0 1,-1 0-1,3 0-2,-1 0 1,1 0-1,3 0 0,-2 0 0,6 0 3,-5 0 0,6 0-3,-5 0-2,2 0 2,0 0 1,0 0-2,-2 0 1,3 0 1,-3 0 0,4-2-2,0 2 0,3-2 0,-3 2 2,4 0-1,0 0-1,0-1 1,0 0-1,3 1-1,3-2 0,-3 1 0,-1 1 1,1 0 0,-2 0 1,-2 0-1,2 0 2,-3 0-1,2 0 1,-4 0-2,3-2 9,3 2 4,1-3 6,0 2 1,-1-2 1,3 1 2,1-1 3,-3 2 4,0 0 2,-6-1 6,-4 2-1,-1-3 0,-6 3 23,-1-2 28,-1 2 16,-3-3 16,2 2 13,-3-2 8,-2 1 2,2 1 2,1 0-5,-1 0-1,-2 1-26,1 0-30,-1 0-13,1 0-16,1-3-16,-2 2-12,0-2-13,0 3-29,0 0-50,0 0-125,0 0-269,0 0-521,-4-2 0,-1-2 0</inkml:trace>
  <inkml:trace contextRef="#ctx0" brushRef="#br0" timeOffset="85464.7686">1879 13390 2257,'2'0'121,"-1"0"18,2 0 16,-3 0 24,4 0 20,-4 0 19,3-2 13,0 2 8,-1-3 16,0 1-81,-1-1-20,1 2-13,-2-1-11,0 0-21,1 2-17,-1 0-19,0-1-10,1 1-7,4 0-15,0-1-13,3 0-4,5 0-3,2-1-7,-2 0-2,3-1 0,1 3-1,-2-2-3,-1 2-2,0 0 0,-3 0 0,4 0-4,0 0-2,3 0 3,-1 0-3,4 0-5,-2 0-2,1 0 2,-1 0-1,2 0-3,-2 0 0,-1 0 1,4 0-2,-2 0-3,2 0 0,1 0 2,-1 0 2,0 0-5,1 0 4,-3 0 1,2 0-1,-1 0 1,-4 0 0,2 0 2,2 0 1,-2 0 1,-4 0 0,3 0 3,1 0-2,-2 0 3,1 0 4,2 0-5,-2 0 0,1 0 2,1 0-1,1 0 2,1 0 1,-3 0-1,2 0-2,-2 0 1,1 0 0,-2 0 0,-1 0 1,2 0 1,-1 0 0,-1 0-3,2 0 3,2 2 0,-2-2 2,2 0-2,0 0-2,0 0 4,1 0 0,-3 0-2,2 0 2,-4 0-1,1 0-4,-3 0 2,3 0-2,-3 0 3,3 0 0,0 0-6,2 0 2,-5 0 0,4 0 0,-2 0 1,1 0 2,0 0-3,0 0 4,1 0-3,-3 0 0,-1 0 5,3 0-2,0 0 2,-4 0-3,1 2 1,2-2-1,4 0 0,-3 0 0,5 0 1,0 0-2,0 0 1,2 0 0,0 0-1,0 0 2,0 0-2,0 0 2,1 0 0,-1 0-1,0 0-2,2 0 3,-2 0-3,0 0 0,3 0 0,3 0 3,1 0-3,0 0 2,4 0-1,0 0 3,3 0 1,-2 0 1,1 0 0,2 1 3,0-1 0,2 2-1,-2 0 5,3-2 1,-1 0 2,0 1 2,0-2 2,1 1 1,-3 0 3,5 0 5,-4 0 9,5 0 7,-3 0 10,7 0 9,-1-2 6,2 1 0,0 1 1,-3 0 0,-6-1 0,0 1-6,-9 0-8,-5 0-10,-4 0-9,-5 0-12,-4 0-7,-5 0-4,-3-1-4,-1 1-5,-5 0-7,-1 0-23,1 0-48,-2 0-103,3 0-325,-4 0-551,-5-2 0,0-2 0,-3-3 0</inkml:trace>
  <inkml:trace contextRef="#ctx0" brushRef="#br0" timeOffset="89382.5777">4387 2669 609,'0'0'97,"4"0"46,-4 0 27,3 0 27,-2 0 16,2 0 17,-3 0 22,0 0 30,0 0 38,0 0-18,1 0-27,1 0-33,-1 0-28,-1 0-26,0 0-14,6 0-12,-5 0-20,5 0-28,1 0-39,2 0-32,0 0-19,0 0-10,0 0-1,-1 0 1,0 0-2,2 0-7,0 0-11,1 0 1,3 0 2,-2 0-5,6 0 2,2-3-3,-1 3 0,3 0 0,2 0-4,-2 0 0,4 0 6,-2 0-3,2-1-3,-4 1-2,1 0 1,-3 0 2,2-2 1,-5 2-1,1-2 2,2 0 2,0 1-1,0 0 2,2-1 2,-1 1 2,2 1 2,-3 0-6,5 0 2,-3 0 0,-4 0 0,1 0 3,0 0 0,-3 0 2,1 0-2,-3 0 3,4 0-4,-4 0 5,1 0-2,-3 0 1,6 0 1,-1 0-2,2 0 1,0 0-3,0 0 2,-2 0-1,-4 0 0,0 0 1,-4 0-1,-7 0 0,2 0 3,-2 0 3,-1 0 6,-1 0 1,1 0-2,-1 0-25,3 0-116,1-2-219,-1-12-414,1 11 0,-1-1 0,0 1 0</inkml:trace>
  <inkml:trace contextRef="#ctx0" brushRef="#br0" timeOffset="90559.704">5818 2838 876,'0'0'59,"0"0"13,0 1 12,0 1 15,0-2 17,2 0 10,-1 3 14,0-1 20,4-2 27,-1 3-23,0-3-1,4 2 1,-1-2-8,3 2-10,-2-1-10,2-1-10,-1 0-10,4 0-21,1 0-24,0 0-17,2 0-19,-2 0-10,3 0-5,1 0-5,0 0-5,0 0-3,-1 0-2,-1 0 1,4 0-1,-2 0-2,1 0 0,2 0-1,0 0 1,0 0-1,2 0 0,2 0 1,-1 0-4,6 0 0,-5 0-3,0 0-5,-4 0-1,-3 0-3,-3 0-1,0 0 1,-2 0-1,-1 0 1,2 0 1,3 0 1,2 0 2,-1 0 4,3 0-2,2 0 2,1 0-2,1 0 2,0 0-1,0 0 1,0 0-1,0 0 2,2 0 1,-2 0 0,1 0 2,-3 0 0,0 0 4,-1 0-2,-2 0 0,-7 0 0,-2 0 1,-4 0 0,-4 0-5,-3 0-4,0 0-7,0 0-7,0 0-32,0 0-60,0 0-73,6-4-391,-8 5 0,-4 1 0,1-1 0</inkml:trace>
  <inkml:trace contextRef="#ctx0" brushRef="#br0" timeOffset="93962.468">8335 2756 1208,'0'0'104,"1"0"37,-1 0 26,0 0 19,-1 0 25,0 0 30,0 0 21,-2 0 15,6 0 19,-6 0-49,1 0-10,2 0-25,0 0-23,-1-2-16,0 2-27,-2 0-27,-3 0-23,2-1-16,-4 4-20,-2 2-23,0 4-17,1 4-8,-1 3-1,2 0 1,1 1 2,3-3-2,1 0 1,0-4 6,3-2 5,0-3 0,0-2 8,0-3-12,0 0-19,0 0-30,0-4-18,3-2-21,1-3-19,3 0-30,0-3-32,1 1-32,0 0-12,-1 0 7,1 0 12,-3 2 26,2 0 18,0 4 21,-2-1 19,0 3 23,-3 0 30,0 2 29,0 1 11,0 0 7,2-2 16,-2 5 20,1-1 14,-3 4 6,2 2 14,2 3 9,3 3 10,0 2 3,8 1-2,-2-2-6,4 0-16,-4 0-53,4-3-104,13-7-697,-20-2 0,-2-1 0,-6-4 0</inkml:trace>
  <inkml:trace contextRef="#ctx0" brushRef="#br0" timeOffset="95175.508">8323 2804 769,'0'0'55,"0"0"0,0 0 12,0 0 18,0 0 19,0 0 15,0 0 16,0 0 23,0 0 20,0 0-38,0 1 1,0 0 4,0 2 6,0-1 1,0 2-6,0 1-5,0 0-7,0 2-11,0 2-14,0-4-4,0 4 1,0 1-2,0-2-16,0 5-17,0-2-9,0 1-7,0 3-5,0-2-12,0 0-5,0 1-8,-1 0-3,1 2-1,-2-2-2,2-1 0,-1 0-2,2 2-1,-2-3 0,1 3 0,-2-2 2,1 1 2,-2 0-2,3-1 2,-1-1 2,0 2-2,0-1 1,0-1-3,0 2-1,-2-2-1,1 1-2,2 1 2,0-1 0,-1 1-2,1-1-4,0 1 3,0-1-2,0-1 3,0-2 1,0-1 6,0 0 3,0 0-2,0-3 4,0-1 0,0 0 5,0-3-2,0 0 5,0-2-1,0 2 3,0-2 1,0 0 3,0 0 6,0 0-3,0 0 1,0 0-5,0 0 2,0 0-13,0 0-30,0 0-74,0 0-146,0-8-698,0 4 0,-4-1 0,0-4 0</inkml:trace>
  <inkml:trace contextRef="#ctx0" brushRef="#br0" timeOffset="98473.5315">9328 2720 817,'0'0'31,"0"0"41,0 0 37,0 0 36,0 0 45,0 1 40,0-1 36,0 3 32,0-3 21,0 0-2,0 0-2,0 0-37,0 0-37,0 0-35,0 0-45,0 0-42,0 1-31,0 2-33,0 1-20,0 4-14,0 4-11,0 2-3,0 1 1,0 0 0,0 1 4,0-3 3,1-1-2,1-5-1,1-2 4,-3-3 10,1 0 7,2-2 4,0 0 3,-2-2 0,3 2-4,-2 0-2,1-2 1,-3 2-1,1-3-5,-1 1-19,3-1-12,-1 3-10,0 0-3,2-3-2,0 2-1,2-1-1,1 1 1,1 0-1,-2 0 2,0-2 8,3 2 3,-2 0 2,1 1 1,2-2 1,-3 2 1,4 0-2,1 0-1,-2 0-3,4 0-1,-2 0-2,2 0 0,-1 0 1,-1 0-2,4 0-6,-3 0 2,1 0 1,3 0-1,2 0 2,4 0 2,0 0-1,3 0-2,4 0-7,-1 0-1,-3 0 2,3 0-4,-4 0 0,0 0-4,-7 2-5,1-2 1,-4 1 0,1-1 5,-1 0 7,3 0 2,6 0 2,-3 0 3,2 0 0,1 0 5,-2 0 3,3 0 0,-2 0 2,-3 0-3,1 0 2,-3 0 0,0 0-1,3 0 1,-3 0 0,1 0 1,2 0 1,3 0-1,0 0 0,-1 0 2,-1 0-1,4 0 0,-5 0 1,-3 0-1,1 1 1,-1-1-2,-2 1 1,2-1 2,-4 0-1,3-1-2,-1 1 1,-1 0 2,3 0 0,-3 0 2,2 0-1,1 0 1,0 0 1,-4 0-4,4 0 1,1 0 2,-2 0-1,1 0 1,-1 0 0,-1 0-2,-2 0 5,3 0 13,-2-1 5,1 1 10,3-3 6,-1 2 2,-4-2 11,1 0 6,-1 0 5,-3 0 13,1 0 6,-3-2-2,-1 0 0,-1-1-6,1 0-2,0-2 3,-5 1-3,6-2 6,-4 2 7,-2-3-9,0 4-7,-1-3-11,-2 2-7,1-1-10,-1 3-22,-3 2-62,-2 0-100,-1 2-119,-3 1-197,-4-1-448,-4 1 0,-1 0 0,-6 0 0</inkml:trace>
  <inkml:trace contextRef="#ctx0" brushRef="#br0" timeOffset="99378.1685">9983 3160 2302,'3'0'127,"-3"0"22,3 0 17,-2 0 11,0 0 8,-1-2 1,0 2-1,0 0 15,0 0 23,0 2-70,0 5-12,0 2-5,0 4-13,0 5-2,-1 1-2,1-1 2,0-1 4,-1-7-13,2 0-21,-1-3-25,0-5-18,0 1-19,0-2-60,0-1-158,14-4-824,-14 2 0,-3-7 0</inkml:trace>
  <inkml:trace contextRef="#ctx0" brushRef="#br0" timeOffset="99678.828">9940 3080 2850,'0'-5'150,"0"-6"43,0 1 34,0-2 16,0 1 8,0 3 0,0 1 2,0 2-12,0 2-39,0 1-185,0 2-91,0 0-184,3 1-190,-3-1-371,0 4 0,1 1 0,3 0 0</inkml:trace>
  <inkml:trace contextRef="#ctx0" brushRef="#br0" timeOffset="100431.5297">10108 3187 1963,'0'0'136,"0"0"45,2 0 43,-2-1 38,1 1 22,0-2 6,0 2-1,-1 0-2,4 0 3,-4 0-90,2 0-19,2 2-34,-2 1-34,0 6-34,0 0-18,2 4-5,-2 1 5,-1 0 1,-1-5-2,1-2-20,-1 0-30,0-4-10,0 0-8,0-2-10,0-1-21,0 0-23,0-2-30,0-3-32,0 1-13,3-6 0,0 1 0,2-2-9,1 2-6,7 0 5,-4 1 18,2 1 15,4 3 31,-5 0 33,-2 0 19,2 1 18,-3 1 22,0 1 23,-2 1 29,1 1 24,-2 3 18,-1 3 16,-3 5 4,0 5 2,0 0 0,0 2-8,0-1-7,0-3-26,0-2-56,0-2-121,0-6-224,4-4-556,-4-1 0,0-3 0,3-3 0</inkml:trace>
  <inkml:trace contextRef="#ctx0" brushRef="#br0" timeOffset="101065.7272">10402 3220 3160,'1'0'4,"2"0"15,0 0 15,3 1 20,-6 3 27,2 2 27,-2 4 28,0 4 32,0 3 18,0 4-17,3 0 36,-3-1-6,3 1-13,-3-3-18,2-3-26,-2-2-26,2-5-27,-2-2-29,0-3-18,0-3-28,1 1-29,2-5-27,-3-1-27,0-4-17,0-3-8,0-4-3,-3-1-3,2-2 0,-1-1 1,0 0 26,2-3 28,0 4 31,0-2 32,0 0 19,0 4 7,0 2-2,0 4 0,0 1-7,2 3-8,1 2-5,3 1-9,3 2-7,0 2 1,5 0 0,0 0 6,-1 4 5,1 1 2,-5 2-1,-2 4 6,-3 4 0,-4-1-11,-2 4-8,-6-3-24,0 1-70,-5-2-46,-1-6-134,6-3-186,-6-2-342,3-2 0,8-3 0,0-2 0</inkml:trace>
  <inkml:trace contextRef="#ctx0" brushRef="#br0" timeOffset="101532.7907">10582 3232 2406,'3'0'203,"-2"-1"55,2 1 32,-3-2 15,3 2 4,-3-2 3,0 2 16,0-1 14,3 4 3,-2 0-152,5 5-48,1 0-55,-2 1-27,7 1-12,-2-4-4,7 0-7,4-2-25,1-3-24,0-1-14,-2 0-6,-5-3-30,-5-1-8,-4-1-4,-3 0 1,-3-1-5,0 2 1,0 4 11,0-2 17,0 4 16,-3 2 13,1 2 30,-1 0 11,2 5-3,-1 0-5,2 1-3,2-3-37,-2-2-107,1-1-180,2-7-635,2 1 0,-2-3 0</inkml:trace>
  <inkml:trace contextRef="#ctx0" brushRef="#br0" timeOffset="101907.5999">10837 3027 3152,'2'-6'97,"-1"2"-5,2 0 1,0 2 7,-2 0 13,-1 5 24,3 1 19,-3 7 12,0 6 10,0 6-76,3 2 8,-6 3 16,6 0 10,-3-4 2,1 0-5,2-4-20,0 0-17,-1-5-12,4 1-9,-5-6-12,1 1-15,0-4-22,0 0-38,-2-2-60,3-2-93,-1 1-196,-2-16-624,2 10 0,-2-2 0,0-4 0</inkml:trace>
  <inkml:trace contextRef="#ctx0" brushRef="#br0" timeOffset="102072.161">10873 3196 2593,'5'-4'46,"1"1"6,4 3 3,3-3-1,4 1-37,2 2-153,-7-16-400,2 11 0,0 2 0,4-3 0</inkml:trace>
  <inkml:trace contextRef="#ctx0" brushRef="#br0" timeOffset="102226.9987">11162 3111 5419,'0'-5'19,"0"0"-51,0 2-214,0-15-786,0 13 0,0 1 0</inkml:trace>
  <inkml:trace contextRef="#ctx0" brushRef="#br0" timeOffset="103058.5079">11108 3195 2409,'3'0'136,"-2"0"35,3 0 36,-2 0 38,-2-4 27,1 2 14,0-1 5,-1 1-10,2-1 3,-4 3-93,-2 0-32,-1 0-30,-2 0-34,-4 3-33,-3-1-25,2 3-15,4 2-9,4 0 10,0 1-8,4-1-9,4-1 5,-2 0 1,2 2 1,2-2-3,3-1 2,-1 5 3,-1-4 6,0 1 9,-4 3 11,0-1 6,-3 0-8,0-1-4,0-2-4,-6 3 2,-1-4-17,-5 0-45,-6 0-187,-3-5-875,-1 1 0,1-2 0</inkml:trace>
  <inkml:trace contextRef="#ctx0" brushRef="#br0" timeOffset="105489.7571">1741 3503 1182,'0'0'91,"0"0"50,0 0 29,0 0 21,0 0 21,2 0 20,1 0 7,-3 0 3,3 0 4,0-2-48,-2 2-18,-1-3-30,3 2-12,-1-2-7,0 0-11,-2 2-16,5-2-5,-3 2 3,-2 0-4,6-2-9,-2 3-15,3 0-17,-2 0-18,4 0-12,0 0-8,2 0-5,3 0 0,4 0-1,2 0 4,5 0-2,-1 0 3,3 0 0,2 0 2,3 0-5,-3 0 0,2 0 2,2 0-1,3 0-5,0 0-4,1 0 2,1 0-5,1 0-2,1 0 3,3 0 5,4 0-3,-3 2-3,1-1-1,-2 0 4,0-1-1,3 0 0,-5 0 3,-1 0 0,-2 0-5,-5 0 1,-5 0 0,-2 0 2,-3 0-2,-1 0-1,-6 0 0,-3 0-1,-5 0-5,-5 0 3,-3 0 9,0 0 3,0 0 0,0 0-9,0 0-38,0 0-90,0 0-167,10-2-606,-9 0 0,3 2 0,-2-1 0</inkml:trace>
  <inkml:trace contextRef="#ctx0" brushRef="#br0" timeOffset="108963.5161">5527 3236 757,'1'0'85,"2"0"33,0 1 41,-3 2 43,5-2 32,-2 1 23,2-2 23,0 0 19,-4 0 29,5 0-29,-1 0-24,1 0-27,-5 0-33,5-1-33,-2 1-26,-1 0-19,2-1-17,-3 1-15,0 0-28,0-1-18,2 1-14,-1-2-6,1 2-7,3 0-11,1 0-6,-2 0-5,5 2 0,0 1-5,0 2 1,0 2-1,2 1 4,-2 0 2,-4 1-2,1-1 3,-1 0 2,0-2 0,0 1-1,0-3 1,-3-1 1,3 1 0,0-3-1,-3 0 3,0-1 4,2 0-1,-1 0 5,-1 0 6,2 0 3,-2-2 4,0-1 6,-2 0 0,0-1 4,1-1-4,1 1-1,-2-2 0,2 1-5,0 0-5,3-2-6,1-2-4,7 1-9,1-3-3,3-3-2,2-2-2,4 0-3,-4-2-4,4 2 0,-9 1-1,1 4 0,-10 3 1,0 0 2,-4 3 4,-2 4 0,-1-2-1,0 2 1,0 1 2,0-1 1,1 1-1,-1 0-1,0 0-2,0-1-2,0 1-3,0 0-1,0 0 0,0 0 0,2 0-3,-2 0-3,0 0-6,0 0-17,0 0-63,0 0-123,4 0-219,-4-36-525,0 32 0,2 1 0</inkml:trace>
  <inkml:trace contextRef="#ctx0" brushRef="#br0" timeOffset="113867.3357">1992 4243 1062,'2'0'51,"0"0"14,1 0 28,-1 0 40,0 0 33,-2 0 19,0 0 11,4 0 14,-4 0 19,0 0-20,0 1-4,0-1-9,0 0-27,0 2-41,1-2-29,3 0-17,5 0-7,2 0-13,3 0-17,3 0-17,3 0-8,2 0-4,-2 0 0,5 0 0,0 0-3,-4 0-5,1 0-3,4 0-3,2 0 2,5 0-22,4 2 6,4-2 3,5 0-1,1 0 1,0 2 1,-3-4 4,1 2 0,-5 0 0,-5 0 1,-6 0 20,1 0-8,-9 0-3,-2 0 1,-3 0 1,-4 0 4,1 0 4,-7 0 2,0 0 9,-2 0 17,-2 0 20,-2 0 14,0 0 12,0 0 6,0 0 4,0 0-3,0 0-9,0 0-25,0 0-74,0 0-129,6-4-256,-4 3-404,2-3 0,3 0 0</inkml:trace>
  <inkml:trace contextRef="#ctx0" brushRef="#br0" timeOffset="114717.517">3811 4226 2502,'0'0'47,"0"1"-1,0-1-1,0 0 18,0 0 26,3 0 25,0 0 16,1 0 12,7 0 10,0 0-20,2 0 21,2 0 15,2 0 8,5 0-7,6 1-23,6-1-22,7 0-15,8 1-8,4 0-8,4-1-24,0 1-32,-3-1-16,-10 0-5,-4 1-10,-12-1-6,-7 0-2,-8 0-4,-5 0 17,-8 0 18,3 0 13,-3 0 6,-3 0 5,6 0-2,-3 0-7,0 0-21,0 0-61,0 0-145,0-6-801,0 5 0,1-3 0,5-2 0</inkml:trace>
  <inkml:trace contextRef="#ctx0" brushRef="#br0" timeOffset="115334.1232">5248 4009 1304,'0'3'67,"0"1"62,0 1 71,3 1 48,1-5 13,2 1 6,6-5 4,6-1-1,0-2-13,2-3-51,2-3-57,-4-2-113,-1 3-184,5-7-204,-10 10-281,-6-2 0,-2 4 0</inkml:trace>
  <inkml:trace contextRef="#ctx0" brushRef="#br0" timeOffset="117844.1897">1800 5007 871,'0'0'43,"0"0"2,0 0 4,0 0 16,0 0 27,0 0 18,0 0 11,0 0 12,0 0 5,0 0-36,0 0 7,0 0 11,0 0 13,0 0-9,0 0-12,0 0-11,0 2-3,0-2-9,0 0-4,0 0-5,0 0 1,0 0-6,0 0-10,0 0-6,0 0-11,0 1-7,2 1-5,2-2-2,-4 2 1,2-2 3,4 3-10,-4-3 2,5 4 4,1-2 6,0-1 3,2-1 2,4 2 1,-2-2 1,2 2-1,0-2 0,0 0-1,1 0-9,-3 0-8,1 0-10,-3 0-1,0 2 0,-3-2 1,-2 0 0,2 0 0,-2 0-1,1 0 1,-2 0 5,6 0 0,1 0 1,1 0 1,1 3-7,-1-3-1,0 2-3,0-2 1,-1 0-4,0 2-5,-1-1-9,1 0 2,0-1 7,3 1 3,-2-2 5,5 2 0,0-1 4,-1 0-3,1 0 6,2 2 4,2-2 7,-2 0-6,0 2-6,-1-1-2,0-1-5,-3 1-2,-1-1-2,1 0 1,0 0-8,-2 0 1,2 0-1,-3 0 4,5 0 1,0 0-4,1 0 0,3 0 0,-5 0-1,2 0-5,-1 0 1,-3 0 1,4 0-4,-3 0-3,0 1-1,-1-1-5,4 0 5,-2 0 1,0 0-1,1 0 6,1 0-1,2 0 0,0 0 4,4 0-3,1 0-4,-2 0 0,2 0-5,2 0-7,-1 0-2,0 0-2,2 0 2,-5 0-6,-3 0-1,-3 0 1,-9 0 8,-1 0 10,-4 0 10,-1 0 13,-2 0 1,0 0 0,0 0-2,2 0 5,-2 0 7,0 0 7,0 0-1,0 0-22,0 0-30,0 0-56,0 0-112,0-1-106,25-7-453,-27 7 0,-4-1 0</inkml:trace>
  <inkml:trace contextRef="#ctx0" brushRef="#br0" timeOffset="121545.5294">1982 12651 1382,'0'1'89,"0"1"28,0 0 17,0-1 20,0 1 23,0-2 28,0 0 19,0-2 24,0 2 22,0 0-30,0 0-21,0-1-18,0 1-7,0 0-8,0 0-18,0-1-31,0 1-25,0 0-22,0 0-17,4-1-23,2-1-9,3 2-4,1-2-10,3 1-5,-1-2-9,-2 2 5,2-1 5,-2 2 1,2 0-3,1-3 1,0 3-8,2 0-3,0 0 0,2-2-5,1 2 2,-2 0-2,2-2 2,-1 2-5,-2-1 0,0 2-3,1-1 4,-4-1-5,1 1-1,1 0-1,-2 0 2,3 0 5,-1 0-6,3 0 2,-2 0 0,3-1-1,0 1-9,-4 0-2,4-3-4,-4 2-4,4 1-4,-3-3-10,-2 3 0,-2 0-4,3 0 0,-2 0 0,2 0 5,0 0 4,4 0 5,3 0-1,1 0 6,3 1 6,0 1 6,3-1 1,-2 2 0,0-2-1,1 0-2,-4 1-7,4-2-5,-2 2-6,1 1-2,2-3-5,-3 1-8,-1 1 4,0-1 0,1 1 1,-1-1 7,2 1 3,-1 1 6,-2-2 7,0 0 0,-1 1 6,-1-2 4,-1 1-3,1 0-1,-1-1-2,-1 2-5,5-2 2,-3 0 1,2 1-2,-1-1-2,5 0-3,2 0-3,3 0 0,1 0 0,0 0 1,2 0 1,-3 0-1,1-1-1,1 1 5,-3-2 1,3 0 2,-5 0 4,1 0 1,-1-2 0,-2 0 4,-4 2 1,-2 0 0,-3 2-3,-6-3-5,-3 3-8,-5-2-26,-2 2-44,-2 0-63,0 0-29,0-3-28,0-1-88,0-8-256,-2 10 0,1-2 0,-2 1 0</inkml:trace>
  <inkml:trace contextRef="#ctx0" brushRef="#br0" timeOffset="132289.6958">3576 2871 1225,'0'0'38,"0"0"22,0 0 15,0 0 24,0 0 22,0 0 21,0 0 18,0 0 24,0 0 33,0 0 6,0-1 7,0 0-11,0-1 7,-3 0-11,0 0-19,0 1-21,1 0-18,-3-2-25,1 2-32,0 1-32,-3-2-18,-1 1-12,0 1-21,-2-1-13,0 1-5,-1 0 1,-1 0 1,-5-2 4,1 2-1,-1 2-1,0-1 2,0-1 1,6 1-4,3 1 3,0-1-2,6 2 1,-6 1-3,3 0-1,-4 0 1,2 1 1,-3 3-6,1-3 1,-1 2 4,0 0-2,-1 2 4,3 1-1,-3 0 1,1-1 0,3 0 1,1 1 2,1-3 1,1 2 1,-2 0 1,5-1 5,-5 1 0,1 1 2,1 0 2,-2 0 2,2 3 1,-2-1 0,-1 2 2,-1 0 0,0 0 2,4 3-3,-6-2 1,6 1 1,1-1 1,-1 2-7,1-2 2,-2-3-2,4 2 1,1-1 3,-2 0 0,2 0-4,1-1 0,-1 1 1,0 0-2,0-2 5,0 4-4,0-2 2,0 1-2,0 0-4,1-2-3,-1 0 2,1 1-7,1-2-2,1-1-1,0-2-6,1 0-6,0-1-4,-1-1 1,3 1-1,0-2 1,0-1 1,-2 2 6,4-1 1,-1-1 3,0-1 4,2 4 4,0-3 0,0-1-4,2 2 0,-3 0-5,6-2 2,0 0-2,2-1 5,-1-1-3,4 1 0,-1-2 1,1 0 5,2 0 6,1 0 1,2 0 1,-2 0-1,2 0-3,-1 0-6,-2 0 0,0 0 3,-2 0-4,2 0-1,-2 2-2,3 2-2,-2-2 3,3 2-1,0-3 0,-1 3 0,0-3 1,3 2-4,-3-2 5,0 2-2,2-3-2,0 3 0,-1 1-1,1-4 0,-2 2-1,0 1 1,-1-3 0,-3 3-2,3 1-1,-3-1 2,0-2-5,0 0 3,5 0 0,0-1 1,0 0 1,6-1 1,-5 2-4,1-1 8,0 0 0,0 0-3,1 2 7,3-2-1,-2 0 0,-1 0-3,3 0 2,0 0 0,2 0-2,-4 0 0,-2 0-1,0 0 2,-1 0-2,-2-2-1,-1 2-1,1 0 4,0 0-4,3 0 0,-3-1 3,6 0-1,-3 1 0,2-1-1,0 0-1,2-1 0,-6 1-3,1 1-4,-4-5 4,-1 2 0,2 2 0,-7-1-3,4-5 1,2 3 4,-4 0 0,2-1 0,3 0 4,-3 0 3,0 1-4,0-2 2,0 0-1,0-1 5,-1 3-5,-1-3 1,0-1 1,-5 1 0,1-3-2,-2 1 1,0-2 3,1-2-3,0 1-1,-3-2-2,0 2 4,2-1-3,-4 2 2,-1-2-6,2 1 0,-3-2 2,-1 0 3,3 2 2,-6-3 3,2-1 1,1-1-3,0 2-2,-2-2 2,2-1 1,-3 0 3,0 1-4,0 0-7,0 1-1,0-1-3,0 0-2,0 3 1,-4-1 3,1 1-6,-2 2 1,-2-3 1,1 3 3,-2-2 0,-2 0 2,6 1 2,-4 2 2,1-2 2,0 0-1,0 1 2,-1-1 2,-1 1-1,-3 2 1,2 0 1,-5-2-1,3 1 1,-4 0-3,-2 1-2,-4 0 2,-6 0 0,0 0 3,-1 1 0,1 0-2,1 1-2,0 1-1,3 0 2,-2 0-3,-1 1 4,-5 3-2,-1-1 0,-5 3-2,-3 1-1,-4-1 0,-6 1 3,-5 1-2,-3 0-2,-6 1 5,-2 3-4,5-2 4,-2 2-1,3 0 2,4 0-1,3-3 5,2 0 2,0-1 5,5 2 0,3-3 6,2 1 0,7 1 1,4-2-1,8 0 1,2 1-1,6 1-6,-1-1-4,1 2-14,1 0-13,-1 2-33,0 1-70,1 1-91,-2-2-198,-1-7-481,0 6 0,2-1 0,1-2 0</inkml:trace>
  <inkml:trace contextRef="#ctx0" brushRef="#br0" timeOffset="134213.6345">1663 6203 1968,'0'0'44,"0"0"24,0 0 32,0 0 48,0 2 28,0-2 16,0 0 24,0 0 36,0-2 25,0 2-2,0 0-7,0 0-18,0 0-28,0 0-44,0 0-32,0 0-18,0 0-26,0 0-42,0 0-33,0 0-32,1 0-26,-1 0-10,0 0-11,2 0 7,2 0 8,-2 0 21,3 0 8,2 0 6,0 0 10,0 0 6,4 0 18,1 0 8,1 0 9,-1 0-16,2 0 2,1 0-18,-1 0-8,5 0-3,-3 0-13,-2 0 5,0 0-8,-3 0-1,-4 0 0,0 0 3,1 0-6,-4 0 1,2 0 4,-5 0 4,2 0 9,1 0 1,-3 0 6,2 0-2,-1 0-1,-1 0 0,-1 0 1,0 0 2,1 0-6,1 0-29,-2 0-74,0 0-64,1 0-124,2 0-165,-3-2-361,0 2 0,0 0 0,0-3 0</inkml:trace>
  <inkml:trace contextRef="#ctx0" brushRef="#br0" timeOffset="135197.6056">1832 6073 1528,'0'0'99,"1"0"33,-1 0 44,0 0 39,0 0 19,0 0 14,0 0 27,0 0 23,0 0 27,0 0-41,0 0-17,0 0-23,0 0-39,0 0-43,0 0-36,2 0-22,-2 0-34,3 0-21,-2 0-9,5 0-19,-1 0-14,5 0-8,-3 0-7,3 2 10,2 1 17,-1 1 12,2 1 9,-1 0-3,-1 2-17,3-1-4,-4 2-7,1-2-5,0 0-5,-6 0-4,2-1-7,-1 0-5,-3-1-5,1-1 1,0 0-3,0 2-4,2-1 4,-2 2 0,-1-1 4,1 0 0,0 0-5,-1-1 4,1 1-12,-1-2-10,0 1-9,-2 0-9,-1-2-3,0 0-3,0 1-2,0 0-6,0-2 8,0 0 4,0 0 14,0 0 12,0 1 15,0-1 13,0 0 9,0 2 11,0-3 8,0 2 8,0 2 2,-4-1 0,1 1 0,2 1 1,-5 0-1,-2 4-13,-1-3-14,-2 4-5,-3 0-65,-1 1-126,11-4-657,-17 2 0,-1-1 0,0-1 0</inkml:trace>
  <inkml:trace contextRef="#ctx0" brushRef="#br0" timeOffset="146580.3414">2386 5856 1298,'0'-1'95,"0"1"22,0-3 17,2 0 21,-2 0 72,0-1 15,3 0 3,-3 0 4,3 2 9,-3-3-37,3 3-26,-3-1 5,0 3 0,1-2-8,-1 2-65,0-3-14,0 3-1,0 0-2,0 0-7,0-1-16,0 1-19,0 0-30,0 0-24,0-1-14,0 1-6,0 0-3,3 1 1,-3 0-2,3 2-1,-3 0 5,1 0 0,-1-1 6,1-1 9,-1-1 3,2 0 4,-2 0 6,0 0 6,0 0 5,0 0 1,0 0-4,0 0 4,0 0 2,0 0-6,0 0-3,0 0 1,0 0-12,0 0-13,0 0-9,-3 0-9,2 0-14,-2 0-2,-1 0 0,-2 0 7,1-1 5,-2 1-1,-3-1 8,4 0 6,-3 1 7,-3 0 6,4-1 17,4 1-2,-4 0-3,0 1-4,1 0-4,-1 1-2,0 2-2,0 1-1,2-1-4,1 2 1,1-2-2,1 2 3,-1-1-1,-2 2 2,1-1-1,-1 2 0,-1 0 2,3 0-2,-3 0 1,2 1-1,2-1 3,-3 1-2,1 3 4,1-2 1,-1 1 2,0 1-3,-1-1 1,1 1 1,3 0-1,0-1 0,-1-1-4,3 1-1,-2 0-4,2-1-1,2-1 1,-2 1 2,0-4-2,0 3 3,0 0 0,0-1 3,0 1 3,0 2 2,0-1-2,0-2 0,0 2 1,0 0-4,0-2 1,0 1-2,0-1 0,3 2-2,-3-2-2,2 2 1,-2 0-1,2-3 1,3 2-3,-2-4 1,0 2-3,-2 1 3,1-3 2,-1 2 0,-1-1-3,0 2 4,1 1-2,1-3 0,-2 4 0,3-3 5,-1 2-3,0-2-2,0-2-5,0 1-4,2 0 1,-4-2-4,3 1 1,-3-1 0,4-1 2,-1 3-6,1-4 4,0 3 4,0 0 0,-1 0 5,1 1 4,2-2-3,-4 0 1,4 0 1,-2-1 0,2 0 0,-5 0 1,6 0-3,-3-1-1,0 1 0,2 1 3,1-3 5,-3 2-1,6-2 1,-3 1-2,1-1 3,-2 1 0,3 0-1,-2 0 4,-1 1-2,1-1-4,-1-1 0,0 2-3,1-2 0,1 0 4,-2-1 0,1 0 3,3 0 2,1 0-1,-3 0-1,3 0 4,-1 0-3,-1 0 4,3 0 0,0 0-5,-3 0 0,3 0-2,-1 0-1,3 0 1,-2 0 1,1 0-4,-1-1 0,1 0 2,-2 1-3,0-2 1,-1 1 0,0 0-1,0-1 2,-1-1-4,2-1 2,-4-1 3,4 1-2,-3-1-1,1 0 1,-1-4 0,0 2-2,1-1 0,-5-1 0,1 1 1,2-2 0,-2 1 0,0-1 1,-2-1 2,2 1-1,1-2 1,-5 2 1,4-1 0,-3 0 1,2 0-2,-2-3 1,0 2-4,1-2 0,-3-1-2,3-1-2,-3 1-1,0 1-1,0 0-2,0 1 2,0-1 0,0 2-3,0 2 3,0-1 3,0-2-2,-3 3 4,2-6 2,-5 2 0,0-1 1,0 0-3,-3-1 1,4 0-4,-2 1-7,3 1-3,-3 1 0,1 2-5,-2 2-1,1 1 0,-3 2 5,-1-1 4,0-2-2,0 1 7,-3 0 9,2 1 1,-1-2 2,2 2 4,0 0-3,-1 0 1,-1-2-3,2 3-2,-3-1-3,2 1-4,1 1-3,-3 0-1,-1 0 0,-2 0-4,-3 3 0,2 0 0,-1 0 1,4 0 0,-3 2 5,5 0 6,-2 0-3,4 0-8,0 0-28,5 0-50,-1 2-103,3 3-180,27-4-622,-18 9 0,3-1 0</inkml:trace>
  <inkml:trace contextRef="#ctx0" brushRef="#br0" timeOffset="149793.4239">3476 5832 1560,'0'0'101,"0"0"30,0 0 22,0 0 22,0 0 25,0-1 20,0 1 14,0-2 9,0 0 14,0 0-34,0-1-38,0 1-20,0-1-14,0 2-19,0 0-25,0-2-23,0 3-21,-3-1-8,1 1-9,0-1-15,-2 1-9,0-2-8,2 2-8,-2-1-2,-2 1 0,1-1 5,1 1 5,-5 0-2,4 0-2,-2 0 1,0 0-4,-1 0-4,5 1 3,-1 0-2,-2 2 0,-1 1-1,2-2 0,-1 3-2,0-1-2,1 2 3,1 0-3,-3-1 4,0 1-3,3 1 6,-2 0 0,-1 0 2,0 0 0,2 1 4,1-1 1,-2 1 0,1-3 5,-1 4 2,-1-2-1,3 1 2,-2 1 1,1 0 0,2 2 11,-1-2 0,0 2 5,-2-1-4,3 1 2,-2-1-4,2 2 2,2-3 0,-3 2 2,1-1-1,0 0-6,0 0 0,2-1-5,-1-3 5,0 2-9,2 0 1,-2 0 0,2 0-4,0 1-4,-2 0 1,2 1-5,0-1 1,0 2 0,0 0-5,0-1 6,0 0-4,0-4-4,0 2-2,0-2 2,0-4-3,0 1 3,0-1 0,0 1 2,0 0 4,2 0-2,-2 0 5,2 4 2,2-2 4,0 1-1,-1 0 1,1 0-2,0-1-7,-1 1-2,2-2 0,-2 1-4,3 0 0,-2-2 2,0 1-2,-1-1 0,2 1 1,1-2 0,-3 3 4,1-1 1,4 2-4,-1-2 4,-3 1-4,2 1 0,2-1-1,-1 1 0,-1-2 2,0 1-2,0-2 0,0 1 1,-1 0 0,-2-3-3,2 2 3,1-1-2,0-1-3,3 2 1,0-2-4,-2 1 4,4-1-1,-4-1 1,0 0 2,0 2 2,1-2-2,-3 1 1,1 2 2,0-1 1,-1-1-1,1 2-3,2-1 0,0-1 1,0 2-2,1-3 2,-1 0 0,0 0-4,1 0 2,-2 0 3,-2 0-3,4 2 3,-4-2 0,2 0 0,-3 1-1,5-1 0,-5 0-4,1 0 6,5 0-4,-2 1-2,-1 0 4,3-1 0,-2 1-3,2 1 2,-2-2-2,1 1 0,1-1 2,-1 2-1,0-2 1,-3 0 1,1 0-2,-1 0-1,1 1 1,1-1-2,-1-1 0,3 1 1,-2 0 2,3 0 0,-1 0-1,1 0-4,1 0 2,-2 0-1,3 0-3,-2 0 0,-2-2-1,1 1-2,0-1-2,-3 1 3,-2-1 0,0-1 1,0 0-1,0 0 2,0-3 3,0 0-1,2 2 3,0-5 1,-1 1 2,1 0-3,0 0-1,-2-1 4,-2 1-2,0 0 0,1 0-3,-1 2 4,-2-1-3,3-1 3,-4 0-2,0-2 0,0 0 0,0-1 1,0-1 1,0-1 0,0-1 0,0 2 0,0-3 2,0 3-3,0-2 0,0 4-3,0-1 1,0 2-2,-4-2-2,0 1 4,1-1 0,-4 0 0,3-1 1,-2-1-1,0-3 1,0 2 1,2 2 0,-3-3 0,0 0-2,3 4-1,-3-1-3,1 1-5,2 1 1,-3-1-1,0 2 1,2 0 4,-1 0 0,-1 2-2,-1-1 2,1-1-2,-1 0 2,-2 1 2,3-1 2,-4 3 0,0-3 1,0 4-2,4-2-3,1 1 6,-4 1-2,4 1 1,-3-1 1,2 0 0,-2 3-3,0-3 0,2 2-3,-2-1-3,-1 2 4,3-1-5,-4-1-2,1 3 1,2-3-1,-2 4 2,-1-2 1,3 1 1,-1 1-1,1 0 6,0 0-2,-2-2-2,3 2 4,-3 0-2,-1 0-2,-2 0-3,0 2 1,-1-1-5,-2 3 4,2-1-4,1 1 0,-2-1 4,2 3 1,1-3-2,-1-1 3,4 2 0,2-1-1,0 1-9,3-1-19,2-1-31,2 1-51,0-1-80,0-2-77,2 0-146,10 0-469,-2 1 0,5 1 0,9 0 0</inkml:trace>
  <inkml:trace contextRef="#ctx0" brushRef="#br0" timeOffset="152074.2959">4770 5825 1160,'0'0'66,"0"0"31,0 0 38,-3 0 34,3 0 25,0 0 25,0 0 15,0 0 8,-3 0 3,2 0-40,-5 0-20,-2 0-29,-2 0-35,-2 1-31,1 0-21,-3 1-22,3 3-10,-3 1-7,4 0 4,-1 1 3,1 1-2,4 0 5,-3 2 6,3-3 7,0 3 9,0 1 6,2 1-1,-3 1 3,1 3 3,-1 0-1,2 0 3,-1-1-3,1-1-6,2 0-5,-1-2-13,1 0-5,2-2 1,-1 3-3,2-5-7,0 3 0,0-2-8,0 2 1,0 0-4,0 1-1,0 1 2,0-3-4,0 3-2,0 0 0,0-2 2,0-2-7,0 3 3,0-1-3,0-1-1,0-1-4,0-1 0,0 0-1,2-1-2,-1 2-2,2-1-1,2 0 6,1 1-7,1-2 5,-2 2-2,4 1 4,-1-1-4,2 0 5,-1 1-2,1-1 1,0-2-4,1 2-8,-2-4 1,1 1 4,0-1 5,3 0-4,-3-2 4,3-1-2,1 2 1,0-1 0,1 0 6,2-2 2,-1 3 6,4 0-9,-5 0-1,3-1 0,-1 1-2,0-2-1,-2 2-1,0-1 0,-2-3-2,0 0 4,0 0-3,-1 0-1,3 0 2,-1 0-1,0 0 2,0-3 0,0 3 2,-3-4 0,3 2-4,-6-4 1,5 2 2,-2-1 0,3-1-4,-3 0 3,3-2-1,-3 2-1,-2 0 0,1-1 1,2-1 0,-3 0-3,1 1-1,-2-2 1,-2 2-3,-2-2 2,3 2 0,-3-3 2,0 0 0,0-1 0,-1-1 3,0 1-2,1-1 4,0 2 0,-1-1 1,1-1-4,0 0 0,-4 0-6,3 4-5,0-5 0,-3 3-8,0-2 0,0 2-1,0-1 1,0-1 0,0 0 2,0 1 2,0-1 8,0 2 4,-6 0 0,6-3 4,-7 1 3,3 2-4,-4-1-1,4 1-4,-4 0-2,0-2-8,-1 1-1,1 1-4,-2-1 2,-3 1 1,5 1-2,-2 2 4,-1 0 4,1 0 5,2 2 1,1-2 7,-3 2 1,3 0 0,-2-3-2,0 1 0,-3 1 0,2 1-4,0-2-2,-2 2-1,-1 1-2,1-1-1,-6 1-3,4 1-2,-4-1 0,-4 1 2,1 0 1,-1 0 1,-3 1-3,4 0 5,-4 2-1,2-1 0,0 1 0,1 0-3,3 0-29,6 0-47,-1 0-55,5 0-78,2 0-107,5-1-172,0-1-305,0 2 0,2 1 0,0 0 0</inkml:trace>
  <inkml:trace contextRef="#ctx0" brushRef="#br0" timeOffset="157830.1656">7922 5375 1816,'0'0'67,"1"0"14,1 0 29,1 0 23,1 0 17,0 0 12,-2-2 3,3 2 3,-5 0 2,0 0-38,0-1-23,0 1-9,0 0-21,0 0-19,0 0-10,1 0-7,2 0 5,0 0-1,3 0 2,3 0-2,4 0-3,-1 0-3,1 1-7,3-1-6,2 2-5,3 2-5,3-2-9,5 2-6,-2-4-1,4 3-2,4-3 1,-2 1-7,2 0-5,2-1 1,-1 0-4,-4 0 0,0 0 1,0 0 2,-4 0-3,-1 0 2,-5-2 0,-1 2 4,-4 0 5,-3 0 0,-1-3 2,-4 3 0,1 0 2,-3-3-2,-2 3 4,1 0-1,-2 0 0,-3-1-4,0-1 1,0 1-2,-1-2-2,4 1 0,-4-1 0,0 1-1,0 0-4,1-1-7,-1 0-6,0 0-12,-1-1-12,-2-2 2,1 2 4,-4-3 0,-3-1-2,0 2 0,-4-1 2,1-1 9,-1 0 7,1-3 16,-1 2 13,1-1-1,1 1-2,2 1 1,4 1 4,-4 2 6,7 0 5,2 2-2,0 1-5,0 1-7,0 1 0,0 0 2,0-1-1,0 1 5,5 0 4,1 1-4,2 1-3,9 3 2,-2 2 6,4 5 5,1 0 0,-2 4-1,-3 3-1,-4 1-4,-4 1-3,-5 1 0,-5-2-2,-11 1-4,-3 0-56,0-3-145,-5-18-482,6 13 0,2-8 0,10-3 0</inkml:trace>
  <inkml:trace contextRef="#ctx0" brushRef="#br0" timeOffset="158402.1245">8916 5144 1965,'-3'0'23,"-3"0"4,-3 0 14,-2 0 41,-1 4 42,-1 1 34,-1 4 26,-2 6 17,-2 6 19,4 3-2,3 2 21,8 2 8,0 0-6,6-4-32,3-3-40,4-2-27,2-5-44,6-2-109,4-5-257,5-8-593,-2 2 0,-5-5 0,2-2 0</inkml:trace>
  <inkml:trace contextRef="#ctx0" brushRef="#br0" timeOffset="158769.3298">9052 5253 3114,'-4'-1'62,"-1"0"24,-2 1 19,-2 4 17,0 5 11,-1 5 13,2 7 0,5 2-1,3 0 4,0-2-41,7-5 8,7-4-16,1-6-13,6-4-12,1-1-10,2-7-6,-4-3 0,0-1 9,-12-7 7,-4-6-6,-5 1-18,-3 0-7,-11-1-2,-2 5-3,-4 5 0,-3 5-11,4 6-59,3 1-130,11 2-279,4 1-500,10-2 0,6 0 0</inkml:trace>
  <inkml:trace contextRef="#ctx0" brushRef="#br0" timeOffset="159553.9267">9287 5239 1894,'3'9'109,"2"3"21,-2 1 22,1 6 15,-2-1 6,0-2 8,1 3 9,-3-4 2,0-3 6,2-5-47,-2-1-8,0-6-16,0 0-21,0 0-10,0-6-5,2 0-10,1-3-17,1-6-8,2-2-11,2 1-35,2-1-26,-1 2 4,1 4 12,0 4 5,1 4 16,-1 3 23,-2 1 24,-1 6 17,-3 3 9,-1 3 9,-2 3 1,2 2-7,-3-3-8,0-1-6,0-3-19,0-6-20,0-3-31,2-2-19,1-2-13,3-3-22,2-4-28,1-3-27,0-3-8,0 2-7,2-1 3,-4 2-6,-2 6 22,2 3 20,-3 2 29,-1 2 42,3 5 43,-4 4 31,0 2 4,-2 4 7,0 3-4,0-2-29,0-3-91,1-4-204,2-35-653,0 22 0,-2-4 0,5-2 0</inkml:trace>
  <inkml:trace contextRef="#ctx0" brushRef="#br0" timeOffset="160789.5477">9669 5276 2676,'3'9'150,"3"5"18,-2 2 12,2 4 8,-6-2 4,5 1 8,-3-6 0,-1 2 4,0-7-9,1-1-114,-4-5-30,2-1-25,0-1-19,2-3-20,-2-3-33,0-3-30,1-3-26,2-3-13,1-4 9,0 2 5,3 2 9,1 0 16,-1 9 26,-1 4 34,2-1 58,2 6 43,-3 3 44,1 1 20,0 3 4,-3 5-3,-1 0-5,0-2-8,-4 0-15,0-6-19,3-4-23,-3 0-12,4-3-20,-4 0-13,3-2-9,1-2-14,1-6-12,1-1-5,5-4-3,-3-2-10,1 5-7,-1 2-13,-2 1 2,-2 6 6,0 0 9,3 3 13,-4 0 12,2 3 15,1 3 5,-2 0 4,0 4 7,-1 3 5,0 3 4,2-2 5,1-2 7,2-2 3,-1-5-4,4-1-6,0-2-7,6-1-1,-2-4-5,2-3 0,-1-1-10,1-4-15,-3-1-23,-3-2-14,-4 1-15,-4 2-16,-2 1-3,-1 2-5,-4 5 9,0 2-1,-6 1 5,-1 3 10,-3 6 9,3 0 3,1 0 13,9 7 19,-2-3 20,6-2 14,0-1-2,6-3 5,5-2-2,1-1-25,5 1-52,2-4-72,-1 0-53,-2 0-142,2-4-125,-7-6-30,-3 0 5,-3 1 72,-2 3 97,-6 1 50,0 4 60,0 1 118,0 2 90,0-1 156,0 3 138,0 2 48,0 2-2,-3 0-71,3 0-89,-3-3-29,3-1-11,0-1-44,3-4-55,0 0-35,5-1-37,3-2-28,2-2-11,5-5-2,-3 1-5,-1 1 4,-3 1 17,-4 5 31,-2 1 34,-3 4 22,1 6 15,-3 4 2,1 4 5,-1 0-10,1 2-47,1-3-140,20-9-296,-18-2-439,2-6 0,5-7 0,3-7 0</inkml:trace>
  <inkml:trace contextRef="#ctx0" brushRef="#br0" timeOffset="161107.7503">10423 5130 4128,'0'-8'81,"0"2"-4,0 0 3,2 0 15,-4 4 31,4 3 16,-2 3 13,0 6 4,0 5 3,0 6-73,0 7-5,2 3 11,-2 5-4,4 0-8,-1 0-27,4 2-14,0-3-10,3-3-5,-2-4-3,0-2-7,-2-6-11,-2-5-37,0-2-86,1-4-132,7-4-290,-10-2-444,0-6 0,2 1 0</inkml:trace>
  <inkml:trace contextRef="#ctx0" brushRef="#br0" timeOffset="161312.2937">10467 5414 2003,'0'-2'148,"1"2"50,2 0 50,3 2 35,-1-6 27,9 4 14,3 0 5,-1 0-3,5-1-46,3 1-278,9-1-331,-8-4-495,-4 1 0,2-5 0,-3 0 0</inkml:trace>
  <inkml:trace contextRef="#ctx0" brushRef="#br0" timeOffset="161469.5638">10786 5349 4763,'0'0'71,"2"0"7,-2 0-26,1-2-214,-1-40-798,0 32 0,0 0 0,-3-4 0</inkml:trace>
  <inkml:trace contextRef="#ctx0" brushRef="#br0" timeOffset="165814.3827">1788 5083 998,'0'0'39,"0"-1"10,0 1 23,0-2 31,0 2 39,0 0 24,0 0 17,0 0 16,0 0 14,0 0-12,0 0-3,0 0 1,0 0-14,0 0-27,0 0-37,0 0-21,0 0-16,-4 0-15,2 0-12,-3 0-12,1 0-10,-2 2-12,-1-1-6,-1 2-7,-1 1 2,1 1-2,0-1-1,2 2 0,-2 0 0,4 0 0,-5-1 1,0 0 0,2 2 2,1-3 2,1 2-4,1 1 4,-3 0 2,1 2-2,2 0-1,-4 1 0,-1 2-1,1 1 0,2 0-4,-3 3 0,2 0-3,0-3-2,4 2-2,-3-1 1,1-2 0,5 1-2,-3 0 1,1 0 1,0-1 2,-1 0-1,2 0 3,0 2 0,-1-2 2,-1 1 0,2 0 0,1-1-1,-1 3 2,-2 0-1,3-3-2,-3 3-1,3-2 0,-3-2 0,3 3-1,-1-4 0,1 1 1,-1 0 0,-1-1 0,-2 2-1,1-1 1,-1-1 3,3 2-3,-2-1 1,1 0-2,0 0 1,-1-1-3,3-3-1,-1 0-9,1 0-1,0-4-1,1 2 1,-1-1 2,0 0 1,0 2 2,0-1 1,0 1 2,0-1 2,0 2 8,3-1-1,-1 2-2,4-1-3,2 0-2,-1 0 0,3-2 3,-2 2 9,1-2-4,-1-1 2,0-1 6,2-1-1,0 1 4,0-1 6,2-1 1,-1-1 1,0 1-9,1-1-6,-3-1-2,2 1 4,-3 0-10,2 0 6,-3 0 0,4 0-3,-1-1 3,1-1-2,0-1 4,-3 1-5,3-3 4,-4 1-1,2-1 3,-1 0-7,0 1-1,-4 1-1,3-2-7,-1 3-1,-2-1 0,0 1 0,-1 1-2,1 1-3,-1 0 1,0 0-1,2 0 2,2 0 2,-1 0 4,3 0 4,0 1-2,0 0 1,3 0 2,-4 2-1,3 0 5,0 0 1,-4 0 0,1-2-1,1 3-3,-3-4 0,0 2 4,-2-2 4,2 1 3,1-2 3,-3 1 1,1 0 1,2-2 3,0 0-2,2-1 1,-1-2-1,2 1-9,-2-1-5,0 1-9,1-1-9,-1 0-5,0 1-5,-1-2-9,1 0-6,-2-1-4,-3-1-4,1 0 13,-2-2 9,2 2 14,-2-3 10,0 3 5,0-1 8,0 0 4,1 3 8,-1-3 4,1 1 4,2 0-6,0 1-7,-4-2-12,5 1-4,-1-1-2,-2 2-4,3-1 1,-2 1 2,-1 2-1,-2-1-1,0 0 1,-1-3 5,2 0 2,1 0 1,-1-4 1,-2 3-2,2 0 0,2-1-1,-3-3 0,-1 5 0,3-3 2,0 0-6,-3 1-7,0-1 1,0-3-1,0 3 4,0-2 2,0-1-1,-3-1 2,0 1-2,2 0-1,-5 1 0,-1 0 5,2 1-1,-2 3-1,-1-1-3,1 0 1,-1 1 1,-1 1 1,1 1 4,1-1 1,0 1 7,0-1-5,0-2 0,0 1-5,-1 1-5,-5 2-3,2 0-2,-1-2 1,-5 3 1,0 0 3,3 0-3,-3 1 4,0 1 0,-1-2 6,1 3 5,-1 0 1,0 3 2,2-2-4,0 2-1,4 0-6,2 0-3,2 0 2,6 0 0,0 0-1,2 0-1,-2 0 3,2 0-1,0 0 3,-3 0-3,2 0 1,1 0 0,-1 0 1,-1 0 1,2 0-8,0 0-18,0 0-68,-1 0-118,1 0-202,-5-11-470,-1 9 0,0 1 0</inkml:trace>
  <inkml:trace contextRef="#ctx0" brushRef="#br0" timeOffset="176512.532">3606 5083 428,'0'0'33,"0"0"16,0 0 34,1 0 41,-1 0 23,0 0 18,0 0 26,2 3 19,-2-3 25,0 0-12,0 0 4,1 0-3,-1 0-21,0 0-35,3 0-16,-3 0-18,0 0-26,0 0-24,0 0-36,0 0-20,0 1-14,2 1-10,-1 1-13,2 1-6,-2 1-5,2-1-2,-3 0-4,1-2 5,-1 0 17,1-2 24,2 0 9,1 0 3,2 0 2,4-2-5,5-2-9,4 1-2,1-4-15,5-1-39,1-1-89,2-3-119,0-4-345,-2 6 0,-4 3 0</inkml:trace>
  <inkml:trace contextRef="#ctx0" brushRef="#br0" timeOffset="177712.4324">4842 5024 425,'0'0'53,"0"0"11,0-1 16,0 1 21,0 0 24,0 0 25,0 0 22,0 0 20,0 0 21,2 1-23,-2-1-7,0 2-5,0-2-17,0 2-21,1-2-22,-1 0-23,0 0-21,1 0-20,2 0-16,-2 2-14,0-2-4,1 3 1,2-1 4,0 0 4,-1 1 1,4 1 2,-2-1 5,1 1 3,-2-1 0,2 1 5,-2-2 2,2 0 3,-1-1 7,2-1 5,0 0 0,4 0-1,-3-1-3,2 1-4,3-1-1,-1-2-6,3-1-5,-1-4-11,1 0-12,-2 0-10,2-1-11,-1 0-21,0-1-21,1 1-27,-2-1-46,2 1-70,-4-1-99,4-2-328,-9 7 0,-2 1 0,-1-1 0</inkml:trace>
  <inkml:trace contextRef="#ctx0" brushRef="#br0" timeOffset="183912.3255">18835 2699 1054,'-1'0'72,"-3"0"15,1 0 10,-1 0 30,0 0 14,0 0 3,-6 0 7,3 0 18,-5 0 25,-1 0-20,-2 0-6,-4 0-1,-2 0-5,2 0-22,-1 1-7,-2 2 15,-1 2 4,4 1-8,1 1-18,0 1-8,1 3-12,2 1-5,0 3 9,-4 2 3,3 3 1,1 4-16,1 2-9,0 4-7,3 4-7,-1 1-11,-1 3-8,2 1-9,3 4-15,2-3-10,2 5-12,8 1 2,2 1 2,7 4-1,7 2 4,5 5-4,4 4 3,-2 2 9,3 2 2,-5 1-1,-6 0 8,-2-2-6,-7 0 0,-6-3-2,-4-1-5,-2 1 5,-3-5-5,-2 0-7,-3 0 4,-1-3 2,-3-1 2,6 3 5,-2-3-1,3 3 5,-1-3 1,4 3-6,-2-2 9,0-1 0,-1 2 0,-3-1-1,0 1-4,-7-1-2,1 0-1,-4-2-3,-5 1-3,3-1 1,-6-2-7,5 1-5,-2-4 1,0-1 2,3-3-5,-3-3 1,-3-3-1,2-2 0,-1-1 0,-3-3 2,-1-4-3,0-1 5,0-2-3,1-3-7,0-4 1,4-1 0,2-5-3,2-2-2,4-5 3,4-4 2,4 2-3,4-4-6,3 2-5,3 0-2,0 0-3,5 0-5,1 0 6,2 0 1,6 0-3,4 0-1,2 0 2,2 4 5,0 0 4,3 5 5,-2 1 5,-2 4 3,0 3-2,0 1 3,-2 3-2,1 5 0,-1 2 1,2 6 5,-3-1-2,3 2 4,1 2 0,-1 0 1,4 0 4,-3 1-4,0 0 8,-2 3-4,-3 1 7,2-1-5,-3 4 3,1 0-5,-5 5-3,4 2 8,-7 2 0,3 2-2,-7 0 2,2 0 0,-1 1-1,-1 0 2,-5 0 0,0 2 2,1 0 7,-1 2-5,-1 1 0,1 0 7,-4 2-4,-3-1 5,-2 0 3,3 0-4,-3 3-3,4 1-6,-2 1 1,0 0-5,1 1-5,-2-1-2,2 0 1,-2-3-3,-3 1-6,0 1-2,-1 1-1,-4 0 10,1 3 1,1 0 4,-4 1 5,0-3 0,1 3-4,-1-2 3,2 0-10,-4 3 11,5-1 4,4-1 7,-3-1-9,6-5-3,-1 0-6,4-3-2,2-1 3,3 2-13,-1-1 12,1-1-2,1 1-3,2-5-6,2-1-1,4-3 5,3-3-3,7-1 1,0-5-6,6 0 12,7-2-1,-3-4-10,4-4-7,2 2 0,5-3 10,0-7-14,5-3 13,6-2 5,7-6 1,4-2-7,9-5 3,7-5-2,7-1 0,6-4-16,-4-4-14,-2-4-2,-16-2-48,-12-2-66,-18 0-169,-6-7-1018,-20 5 0,-13-4 0,-10-9 0</inkml:trace>
  <inkml:trace contextRef="#ctx0" brushRef="#br0" timeOffset="187327.3209">7503 6105 1220,'0'-1'67,"0"0"44,0 1 29,0-1 24,0 0 29,0-1 42,0 0 22,0-1 11,0 1 10,0-1-7,0 0-2,0-1-34,0 0-21,0-1-25,0 2-20,6-1-39,-3 0-20,8-1-11,1 4-10,5-3-19,2 2-34,2 1-14,0 1-2,1-2-7,-1 2-10,-6 0-4,3 2-4,-3-1-3,-2 2-4,-2 0-4,0 3-3,-5 2 1,2-3-8,-2 3 4,-4-2 1,0 2 0,2-1 1,-4 2 1,1 3 3,-1 1 1,0 3 2,0 0 3,0 5 2,-1-1 6,-3 4-2,1 1 2,0 1 3,-3 2 1,-1 0 7,1-1 3,0 3 5,-1 0 4,-1 2 7,4 1 1,-5 1 9,4 3 3,-2 0 4,1-1 8,1 1-3,-1 1 6,1 0 2,2 0 0,-4-1-4,4-1-1,0 0-5,1-2-1,2 1-3,-2-1-6,2 1-3,0-1-5,0-1-2,0 0-2,0-1-1,0 1 0,0-1 4,0-1-3,0 4-3,0-1 2,0-1-2,0 0 0,0 1-5,0-1-4,0-3-2,0 0-1,0-2-5,0-2-1,0 1-1,0-3-4,0 2 2,0-3 0,0 1-4,0-1 2,0-4 0,0 3-2,0-1 0,0-1 4,0-2 3,2-1-1,-2-3 0,0-2 0,0-3-1,0 1-2,0-3 0,0-3-5,0 0 1,0-3-4,0 1 4,0-2 1,0 1-1,0-2 1,0 1 4,0 0 3,0 0 3,0-2 1,0 2 0,0-3 0,0 1-5,0 1-5,0 0-6,0 1-5,4 0 0,-2 0 1,7 0 0,2 0 2,6 0 2,2 2-1,5 2 4,1 0 2,2 5 8,2 2 2,-2 2-5,-2 2 2,1 0-3,-5 2-2,-3 0-4,-6-1 3,0-4-10,-10 2 0,0 2 2,-2-4-5,-2 1 0,2-3-8,-6 0 5,0-1 0,-5-1 3,-3 0 1,0-1 5,-4 0 4,-2-3-2,-3 3 1,0-1 9,-1 2 3,-1-2-2,0 4-1,-1-2-1,6 2-14,-1-3-10,2 4-41,4-2-83,5 0-85,3-2-160,11-3-562,-5 0 0,2-1 0,-1 2 0</inkml:trace>
  <inkml:trace contextRef="#ctx0" brushRef="#br0" timeOffset="189404.1917">7607 8283 1302,'0'0'48,"0"0"4,0 0 4,0 3 6,0-3 15,0 3 25,0 2 11,0 3 11,0 2 4,0 0-42,0-1 10,0 4 17,-2-2 20,2 3 18,0-1 15,-3 2 5,3 1-3,0 0-10,0-1 2,0-1-3,-3 0-7,2 3 0,-1-2-17,-3 3-15,2 1-20,-1 2-21,2-3 22,1 3 4,-3-1-1,0 0-1,2 0 0,-2-3-16,0 0-7,4 0-5,0 1-8,0-2-11,-3 3-26,3-1-6,0 1-4,0 0 0,0 2-4,0-1-5,0 0-1,0 3-1,0-1 1,0-1 2,0 2-2,0-4 0,0-2 1,0-1 0,0-2-1,0 1 0,0 1 3,0 1 0,3 1 2,-3 0 0,0 2 0,3-1 0,-2 0 0,3 3-1,-4-2 3,2 0-1,0 1-1,0-4-3,1 2-3,-2-1-1,0 1 0,-1 0 0,1 1 4,1 0-2,1-1 0,0 0 0,-2 2 1,3-1 3,-7-1 0,6 1 1,-6-3 0,6 2-1,-3-4-1,0 3 0,0-2 0,2 3 3,-2-1 2,0 1-4,0 1 4,1-1 4,-1-2 0,0 3 2,0-3-1,3 3 3,-3 0 1,3-1-3,-3 1-2,2 0 0,0-3-5,-2 1-4,4-2-1,-3 1-3,-1 0 0,0 2-5,0-1-1,0 1 0,0 0 0,0-2-1,0 0-3,0 4 2,0 0-4,0 0 3,0 2 1,0-1-2,3 0 2,-2 2 0,2 0-3,0-1 5,0-1 1,-1-1 1,4 1 2,-3-2 0,1 0-3,-4 1 4,3 1-2,-3-1-1,0 3 0,0-2-1,0 1 1,0 1 0,0-4-3,1 1-1,1 0 2,-1-1-3,2 1 2,-1-2-3,1 3 3,0-1-1,-3 1 2,7 0-1,-4 0 4,-2-1 0,2 0 1,0 0 1,-2-2 0,2 4 0,-2-3 0,2 2 1,-2 0-1,-1 0-1,3 0 0,0-1-2,0 0-2,-2 1 0,2 0-1,0 0 1,-2-1-2,3-1 0,0-3-3,2-2-4,-6 2-3,3-3 2,-2 1 0,-1-2-1,-1 1 1,2 1 0,-2 1 1,1 1 0,-1 0 2,1 2 7,-2 0 4,2-1 1,-3-1-1,3 3 4,0-1-1,3 0 3,-3 2-1,0 0 1,0 0-1,0 3-3,3-2-3,-2 0 2,3 1-3,-4-2-3,2 3 1,-2-4-1,1 0 0,-1 0-1,0-2-4,0-2 0,1 0-1,-1-1-3,0-3 0,0 1-1,0-4-1,0 2-6,-1-1-3,1 0-2,-3-3 4,-1 1-7,0 0 4,-3-4-1,-1 0-1,2 0-4,-1 0 1,0-3 2,-1 1 3,1 0 3,-6-2-2,1 1 7,-1-1-2,-2 1 4,-1 0 6,-5-1 11,2 2 6,-4-2 13,-2 0 8,3 0 8,-3 0 17,3 0 11,5 0 1,3 0-9,2 1-19,8 0-22,-2 2-25,3-2-40,1 1-73,-2 2-134,-1-3-157,3 0-164,-4-20-375,-1 16 0,-3-3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0T16:21:52.29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EA700D"/>
    </inkml:brush>
  </inkml:definitions>
  <inkml:trace contextRef="#ctx0" brushRef="#br0">14191 1974 1425,'0'0'93,"0"0"46,0 0 52,0-3 29,0 3 33,1-4 25,2 2 37,-3-3 39,0-1 18,2 2-44,-2-2-24,0 0-40,0 2-50,0 0-29,0 0-35,0 0-22,-5 1-43,0-1-43,-3 2-14,-5 1-19,0-1-6,-1 2-8,-3 2 0,0 0 0,0 4 3,2 2-5,0 5 10,-2 4 5,-1-1-3,5 5 5,1 1-1,5-1 2,2 0-1,2 0 0,3-2-2,4-2 6,3-3-2,3-4-11,5-2-24,7-7-81,3 1-111,3-5-76,-2-6-64,-1-3-48,-8-5-13,-3-4-7,-2 0 17,-5 3 52,-3 5 100,0 4 149,-1 2 160,-2 3 92,-1 2 67,2 0 53,-2 1 21,0 1 21,0 0 15,0 3-21,0 3-59,0 1-58,0 4-36,0 3-5,5 2 3,2 0-3,2-4-18,9 1-129,15-3-379,-6-6-574,1-3 0,4-4 0,-5-3 0</inkml:trace>
  <inkml:trace contextRef="#ctx0" brushRef="#br0" timeOffset="1015.006">15001 1877 1280,'0'0'142,"2"0"48,-2 0 53,1 1 38,-2-2 35,1 0 17,1 1 3,-1 0 1,0 0-3,0-2-99,0 2-12,0 3-27,0 6-17,0 3-27,0 6-28,-3 9-12,0 4 0,2-1 3,-2-1 2,0-1-8,0-6-21,3-6-18,0-4-31,-2-5-9,2-3-13,0-2-16,0-2-30,0-2-29,2-2-30,-2-2-12,4-1-12,4-1-8,3 1-6,1 4 0,5 1 18,-2 2 22,0 0 40,1 4 37,-4 3 43,0 2 19,-2 4 11,-3 1 8,-5 0 6,2 1 0,-4-1-1,-4-2-8,-2-3-11,0 0-12,-6-4-12,-2 0-2,-10-3-14,-2 0-42,1-2-131,3 0-142,3-11-691,11 4 0,4-2 0</inkml:trace>
  <inkml:trace contextRef="#ctx0" brushRef="#br0" timeOffset="1828.9946">15782 1933 1211,'0'0'121,"2"0"46,-2 0 41,3 0 38,-3-1 38,0-2 4,0 1-5,0-1 1,-3 1 4,-2 0-85,-2 2-19,-7 0-34,-3-1-20,-5 4-13,2 2-20,-3 3 18,1 2 19,0 7 6,5-1 13,5 2 6,4 1-1,3-1-1,5 1-18,3 0-21,1-1-14,4-3-24,8-2-17,6-2-34,4-3-165,9-2-220,-5-33-707,-2 25 0,-1-5 0,-4-2 0</inkml:trace>
  <inkml:trace contextRef="#ctx0" brushRef="#br0" timeOffset="2050.0482">15923 2047 3178,'0'-2'156,"3"2"0,0-1 6,-2 2 6,-1 7 6,0 5 1,0 4-10,0 4-13,0 1-26,0-3-205,-1-1-58,1-8-95,5-4-227,-5-4-282,0-4 0,3-5 0</inkml:trace>
  <inkml:trace contextRef="#ctx0" brushRef="#br0" timeOffset="2221.7484">15937 1969 3156,'5'-9'160,"-3"-1"6,4-2 0,-4 1-32,0 5-104,0 4-70,1 1-153,-3-11-522,0 11 0,3 1 0,-3 0 0</inkml:trace>
  <inkml:trace contextRef="#ctx0" brushRef="#br0" timeOffset="2641.0877">16054 2012 2026,'4'9'270,"0"1"39,0 5 18,0 2 8,-2-4 2,0 0 0,-2-3 4,0-2 3,0-2 8,0-2-192,0-3-64,3-1-41,-3 0-26,3-1-13,1-3-9,3 1-4,1-3-5,5-3-3,3 3-10,1-3-8,5 3 6,2 0 19,1 1 22,1 1 13,-3 3 8,-5 0 3,-5 2 5,-7 2 5,-2 5 5,-4 3-1,-4 4-10,2 2-40,0 1-138,3-3-349,-1-7-552,0-3 0,9-5 0,4-7 0</inkml:trace>
  <inkml:trace contextRef="#ctx0" brushRef="#br0" timeOffset="3692.7298">16926 1971 1432,'3'0'163,"1"0"52,-1 0 41,4-2 26,-3-2 43,0-1 43,0-1 22,0 0 15,-4-1 9,0 1-112,0 1-56,0 3-53,-6 0-34,-3 0-25,-2 2-42,-6 2-38,-2 2-16,-2 2-12,4 6-6,2 4 6,3 1 10,6 4 13,6 0 2,4-1 4,4-2 5,8-1-7,3-3-10,12-2-39,2-3-127,6 0-276,-5-7-674,-5-1 0,-6-1 0,-3-5 0</inkml:trace>
  <inkml:trace contextRef="#ctx0" brushRef="#br0" timeOffset="4217.1025">17289 1978 1638,'0'0'185,"3"1"59,-2-2 60,1-1 45,-2-3 18,0 3 4,0-2-7,0 3 5,-3-3 4,-4 2-137,-4 2-37,-7-3-55,-2 3-57,0 0-34,0 5-16,-2 2 4,5 1 10,6 4-3,2 1-5,6-1-3,3-1-1,7-2 2,8-2-12,7-1-31,6-3-16,2-3-18,1 2-18,-9-5 1,-1 2 1,-13 0-3,0 0-13,-8 0-8,0 1 14,0 2 27,0 3 16,0-1 15,0 3 12,0 3-3,2-5-37,5 2-133,10-5-261,-6-2-475,4-2 0,-4-5 0,3 0 0</inkml:trace>
  <inkml:trace contextRef="#ctx0" brushRef="#br0" timeOffset="5257.0537">17429 1983 3057,'0'0'82,"2"0"56,-1 0 50,3 0 32,2 2 21,-2 1 22,6 4 10,-2 0 2,3 3 4,1 1-86,-2 3 6,0 0-56,-5-1-50,1 1-32,-5-3-20,1 1-23,-2-6-20,0 2-11,0-6-9,0 1-29,0-3-54,0-3-66,0-6-37,0-2-27,3-3-8,-1-5-2,4 1 12,4 2 14,-1 3 24,5 5 56,0 1 76,-2 3 88,1 3 50,-1 0 41,3 3 25,-3 4 6,-1 2 1,-3 4 5,-4 4-18,-2 2-23,-1-2-24,-1 0-18,-1-1-12,2-4-10,-1-3-6,0-4-1,0-2-5,0-2-21,2-3-17,0-2-28,5-4-49,3-3-14,4 0-7,0-3-4,-2 2-10,1 3 10,2 1 38,0 1 41,-1 4 36,1 1 34,0-1 52,-7 4 11,1 0 9,-2 0-1,-4 1 3,1 3-12,-2 2-30,-2 5-27,0 2-16,2-2-1,0 2 4,5-3 11,1-1 4,7-4 3,-1-1-1,7-3-2,1-2-7,3-3-5,-5-3-5,-4 0-12,-7-2-10,-3-3-15,-4 1-8,-1 1-22,-2 2-8,1 3 4,-3 4 1,-3 7 6,-2 7 9,-3 8 2,-3 10 5,3 10 1,-3 3 2,3 2 21,4-1 10,0-3 2,-1-5 2,4-7-5,-2-4-6,1-9 0,-5-2 0,-3-6-1,-5-3-22,-3-5-45,-4-2-93,-2-4-68,2-8-52,7-3-29,7-9-24,9 0-35,8-2-44,15-2-88,1-8-127,2 16 0,3 3 0</inkml:trace>
  <inkml:trace contextRef="#ctx0" brushRef="#br0" timeOffset="8440.3991">16572 1709 1782,'0'0'126,"0"0"21,0 0 15,0 0 15,0 0 22,0 0 8,0 0 8,0 0 9,0 0 7,0 0-85,0 0-25,0 0-12,0 0-4,0 0-5,0 0-13,0 2 0,0 2 0,0-1-9,0 0-2,0 4 6,0-4-5,0-1-5,0 0-8,0 3-6,0-3-8,0 1-8,0 0-7,0 0 4,0 0-4,0-1-7,0 0 2,0 2 2,0-2-2,0 4 1,0 1 2,0-2 3,0 3-1,0 1 2,0 2 2,0 0-4,0 1-5,0 1-3,0-2 0,0 1-2,0 1 2,0-4 6,0 3-2,0-5 1,0 4-2,0-2 2,0-1-1,0 1-2,0-2 1,0 1-2,0-3-4,0 3-8,0 0 4,0 1-6,0-1 0,0 0 0,0-1 0,0 1 2,0-1 2,0 1-1,0-1 0,0 1 3,0 0 1,0 2-1,0-1-1,0 0-3,0 1-1,0-2-4,0 3-3,0-1 1,0 1 0,0-1-4,0 2 2,0 0-3,0 2-1,0 0 1,0-1 1,0 2 6,-1 2-4,1-2-6,0 1 5,-1 1-4,1-1-7,-2 0 4,2 1 0,0 0 2,0-1 10,0 0-5,0 0 3,0-1 6,0-3-7,0 4 4,0-4 7,0 2 2,0 0 0,0-4-3,0 2-12,0 2 8,0-5-4,0 2 1,0-2-4,0 3 0,0-2 1,0 1-5,0 0 4,0 1 1,0-2 1,0 1-9,0 3 5,0-2-3,0 1 8,0 0 0,0 1-3,0 0 0,0-2-3,0 3-4,0 1 0,2-2 0,-2 0 5,0 1-4,0 0 3,0 3-10,0-4 3,1 2-1,-1 0 2,0 0 0,1-1 2,0 4-3,-1-2-1,2 2 9,-2-1-12,0 0 12,0-1-3,0 0-2,4 1 1,-4 0 8,0-1 1,0 0 7,2 1-10,-2-1-2,0-1 10,2 1-8,-2 2 1,0-3 2,0 3 0,3-2-4,-3 1-2,0-2-5,0 1 6,0 2-7,2-2 2,-2 3 5,0 0-3,0-1 1,0 0-11,0 2 5,1-2-3,-1 1 6,0 2-6,0 1 4,1 2-11,-1-3 5,0 4 10,0-2-4,0-1 7,0-1-1,0 1 1,0 1-4,0-1 10,0 0-6,0 1 10,0-2-5,0 1-8,-1 0 3,1-2 1,-1 2-3,-1-2-1,2 3-4,-3-3-2,3 0 11,-2 3-10,0-2 1,2 1 6,-4 0-7,4 3 2,0-2-2,0 2 10,0-2 7,0 0-8,0-1-3,0-1 14,0 1-11,0-2 2,0-1 5,0 0-1,0 1 1,0 1-9,0-3 2,0 2 7,0-2-3,0 1-12,0-2 15,0 1-8,0 0 1,0 0-8,0 1 5,0 0-1,0-2-3,0 2 1,0 1-3,0 0-2,0 1-8,0 2 7,0 0-6,0 1 19,0 0-3,0 0 6,0 0-6,0 0 4,0-1 2,0 2 10,0-1-7,0 1 1,0 0 2,0-1-9,0 2-1,0-1-7,0 1 7,0 0-6,0 1-2,0-1-2,0 2 8,0 1-10,0-2 3,0 3 4,0 1-15,0-1 29,0 1-13,0 1 7,0-1 1,0-1-4,0-2 7,0 2 5,0-1 1,0-1-7,0 1 18,0-1-28,0 2 8,0-1-6,0-1-4,0 1-1,0 1-5,0 0 7,0 1-10,-2 1-9,1 1 18,0-1-1,0 1 7,-1 1-4,-1-3 9,3 2 2,-2 1 9,2-3-10,-2 3 10,4-1 10,-2 2-25,0 0 0,0 0-7,0 2 1,0 1-8,0 2-3,0 0-1,0 1 4,0 0 2,0 0-8,0-2 7,0 1 6,0-1 1,0 0-2,0-2 10,0 0 10,0-1-14,1-4-7,-1 3-2,1-3 3,1 0 2,-2 0-5,1-2-7,-1-1-1,2-1 2,-1-3-14,-1 0 14,0-4 5,0-2-3,0-2 3,0-3-13,0-4-24,0-1-27,0-3-14,0-2-60,1-2-240,2-18-856,-3 9 0,0-9 0,4-11 0</inkml:trace>
  <inkml:trace contextRef="#ctx0" brushRef="#br0" timeOffset="10755.8084">13969 2553 1097,'0'1'76,"0"1"11,0-1 6,1 2 18,-1-3 18,0 0 17,0 2 22,0-2 27,0 0 19,0 1-44,0 0-2,0-2 3,3 2 7,-3-1-7,0-1-9,0 1-9,3 0-19,-3 0-23,6 0-17,3 0-8,1 0 1,1 0-13,6-1-11,-2 1-8,4 0-8,4 0-7,3 0 3,3 0-2,2 0-3,2 0-9,0 0-12,0 0 0,2 0-2,-3 0 0,1 0-2,-1 0-1,0 0-4,1 0 1,1 0-2,-4 0 2,5 0-2,-2 0 2,2 0-1,1 0-1,-1 0-2,-2 0 0,3 0 0,-3 0-3,2 0 1,-1 0 1,4 0 1,-3 0-3,3 0 0,0 0-1,1 0 3,-2 0-2,2 0 2,0 0 0,-3 0-1,4 0-3,-1 0 1,-4 0 1,1 0-2,0-2 1,1 2-2,-2 0 3,0 0 2,3 0-4,2-3 2,1 3 0,0 0 1,2 0-2,-5 0 1,1 0 0,-2 0 2,-2 0-4,2 0 0,-1-1 3,0 1-2,0 0 3,2-2-4,-2 1 2,0 1 0,0 0-1,-1-3 0,-4 3 1,3-2-2,-3 1 2,0 1-2,0 0-2,2 0 5,-1 0-1,2-3-1,4 3 1,-1-1 1,1-1 4,5 2 0,1 0 1,2-2 8,0-1 12,1 1 2,0-2 7,-1 2 3,0 1 0,-5-2 1,-1 3-3,-1-2-1,-1 2-2,-5 0-4,3 0-12,2 0-2,-1 0-7,0-2-2,2 0-1,3-1-2,-2 2-1,6-1 1,-2 1 0,5-2-1,1 3-2,1-1-1,0 0-2,1 1-1,3 1 2,0-2 3,1 1-3,-2 0 1,-3 0 1,-9 0-2,-2 0 2,-12 0 0,-10 0-2,-8 0-6,-5 0-42,-5 0-71,-1 0-83,0 0-147,-8-9-541,1 6 0,-3 0 0,-3-1 0</inkml:trace>
  <inkml:trace contextRef="#ctx0" brushRef="#br0" timeOffset="12022.5692">14212 2894 1821,'-3'0'108,"3"0"47,0 0 36,-3 0 29,2-1 31,-2 1 31,-1-1 11,-2-3 6,1 2 2,-3 0-62,-4 1-43,0 0-46,-2 3-18,-3 2-8,1 2-22,-1 5-25,4 4-6,5 1-4,6 1 4,0-1 7,6-3 3,6-1 1,4-4-21,9-2-32,5-5-30,6-1-37,0-3-36,-3-5-13,-6-2-8,-10-2-8,-6-2-9,-6-3-4,-8-4 11,-8 2 10,-6-2 15,-2 2 33,-8 4 22,7 6-6,5 5-145,13-3-683,2 7 0,14-1 0,14 1 0</inkml:trace>
  <inkml:trace contextRef="#ctx0" brushRef="#br0" timeOffset="12659.7027">15029 2924 479,'-7'0'57,"-4"2"40,0 2 75,-3 3 53,0 4 66,0-1 56,3 3 25,-3 3 25,4-2 12,6-2-5,0-1-27,4 0-10,4-3-54,9-4-43,5-1-63,9-2-55,7-3-30,3-3-30,-1-1-16,-4-2-15,-10-5-16,-9 2-43,-7-3-46,-6 3-27,-5-1-18,-6 1-15,-3 0-27,-2 1-40,0 3-89,8 3-171,5-3-375,3 6 0,7-2 0,6 1 0</inkml:trace>
  <inkml:trace contextRef="#ctx0" brushRef="#br0" timeOffset="13150.973">15625 2967 1766,'0'0'44,"-3"0"49,1 2 18,-3 0 22,1 6 29,-2 0 23,1 3 14,1 2 16,1-3 20,3 2 4,0-2 34,7-3-23,3-1-8,5-3-17,10-3-25,4 0-20,6-5-10,-6-2-18,-1-2-16,-8-2-32,-6-5-46,-11-1-31,0-1-18,-13 0-8,-4 2-3,-11 1-12,-5 6-99,-8 4-165,1-9-722,0 13 0,4 0 0,-1-2 0</inkml:trace>
  <inkml:trace contextRef="#ctx0" brushRef="#br0" timeOffset="14373.7456">14207 3654 2268,'0'-1'106,"-1"0"25,-2-1 14,2-1 8,-6 1 7,0 1 9,-2 1 19,-4-1 30,0 6 44,-5-1-60,0 5-2,3 2-9,1 4-6,6 0 0,2-1-2,5-2 3,5-3-4,5-4-24,8-1-42,8-3-19,9-2-27,3-6-18,2-1-13,-6-5-9,-9-2-5,-10-1-18,-7 0-21,-9-3-7,-10-5-2,-8 3-7,-3 1-3,-6 4 1,1 5-14,5 7-70,8 4-112,6 3-130,21-2-202,8 4-329,8-1 0,12 4 0,11-1 0</inkml:trace>
  <inkml:trace contextRef="#ctx0" brushRef="#br0" timeOffset="14926.9829">14967 3681 1687,'-4'0'63,"0"0"38,-3 3 43,-3 0 45,-3 2 26,-1 2 22,4 2 17,0 1 17,2 0 15,4 1-39,3-3 18,-1-1 4,5-1-16,7-4-40,6-2-17,9 1-20,7-3-14,2-2-17,-6-4-10,-8 0-15,-5 0-26,-8-4-46,-7 2-27,-3-2-8,-9-1-9,-3-1-9,-6 1-20,-4 6-47,0 0-88,10 5-166,9 1-99,20-8-534,-3 9 0,8-2 0</inkml:trace>
  <inkml:trace contextRef="#ctx0" brushRef="#br0" timeOffset="15421.2312">15612 3628 1723,'0'0'188,"0"0"51,0 0 54,0 0 34,0-2 19,0 0 1,0 1-7,0 1-5,0 0 18,0 3-106,0 2-32,0 4-28,0 8-40,0 5-29,0 3-15,0 4 2,1 1 9,6 0-16,1-3-124,25-1-453,-19-3-585,-2-8 0,-5-8 0</inkml:trace>
  <inkml:trace contextRef="#ctx0" brushRef="#br0" timeOffset="16704.9459">14222 4474 844,'0'0'123,"0"0"50,0 0 40,0 1 38,0-2 38,0 1 33,0 0 29,0 0 34,0-1 28,0 1-66,0-1-38,-2-1-54,-1 0-46,-1 2-36,-2-2-37,-3 2-23,-2 0-19,-4 0-25,-2 0-20,-1 4-8,3 1 1,-2 4 11,6 1 9,3 2 2,6-1 0,2-1 0,2-2 0,6-1-8,7-3-3,6 0-5,8-4-8,7 0-8,1-4-8,0-1-5,-10-2-5,-2-3-8,-10 0-15,-8-1-11,-4 2-11,-8-5-3,-5-1 0,-7 1 2,-2-2-1,-5 4-3,6 0-25,3 5-76,5 4-142,6 1-175,7-24-486,8 21 0,10-1 0,8 0 0</inkml:trace>
  <inkml:trace contextRef="#ctx0" brushRef="#br0" timeOffset="17342.2375">15012 4409 1102,'0'0'34,"-1"0"45,1 0 40,0 0 25,-2 0 13,2 0 20,-3 0 29,1 0 41,2 0 33,-1 0-4,-1 0-5,2 0-52,0 0-32,0 2 11,-1 2 41,2 7 5,-1 4-3,0 5-31,0 4-30,0 4-14,0 1-6,0-2 10,0-5-11,2-4-57,-2-5-133,3-5-244,2-34-777,3 21 0,1-3 0,3-2 0</inkml:trace>
  <inkml:trace contextRef="#ctx0" brushRef="#br0" timeOffset="17939.6422">15557 4506 1725,'0'0'136,"3"0"31,-3 0 23,1 0 11,-1 0 8,-1 0 15,-4 0 40,-1 1 30,-4 3 24,-1 2-85,-3 3-14,6 1-19,-1 0-10,5 4 1,4-3 5,3-1-2,8-3-33,7-1-27,7-2-22,12-3-21,1-1-16,3-2-11,-8-4-13,-7 1-15,-8-3-17,-12-3-23,-6 0-9,-10-1-10,-10-5-2,-10 0-6,-5 4-51,-5 3-159,26 3-854,-22 4 0,10 3 0</inkml:trace>
  <inkml:trace contextRef="#ctx0" brushRef="#br0" timeOffset="19114.6303">14287 5267 1177,'0'0'72,"1"0"27,2 0 49,-3 0 42,2 0 38,1 0 38,-3 0 29,3 0 41,0-1 26,-3 1-41,0 0-9,4-2-36,-4 2-47,0-1-38,-7 1-33,3 1-24,-6-1-19,-2 2-28,-2 4-19,-1 2-9,1 6-4,-1 2 14,3 0 3,6 5 5,1-2 3,5 0-11,6-4-10,5-1-5,4-3-8,9-4-8,8-2-8,4-1-12,0-4-12,1-4-29,-6 2-21,-10-4-16,-6-3-14,-8-7-23,-10 0-4,-6-4 0,-9-4 3,-6 2 6,-4 5-1,3 0 25,0 6-16,7 3-97,11 5-172,3-32-512,8 28 0,11 0 0,13-3 0</inkml:trace>
  <inkml:trace contextRef="#ctx0" brushRef="#br0" timeOffset="19697.6623">15202 5203 2375,'0'0'45,"0"0"13,0 0 31,0 0 41,0 2 43,0 1 79,-2 2 31,1 4 27,0 5 28,0 2-30,1 3 10,0 3-3,0 1-25,1 1-34,0 0-38,0-3-77,4-2-35,-1-2-48,-3-3-74,2-2-156,0-3-239,1-33-681,-3 21 0,6-3 0,-3-2 0</inkml:trace>
  <inkml:trace contextRef="#ctx0" brushRef="#br0" timeOffset="20196.9595">15751 5195 2000,'3'0'152,"-3"0"26,1 0 21,-1 0 33,2 0 42,-4 0 43,4 2 27,-2 2 21,1 5 19,-1 5-102,0 8-26,-1 5-25,-2 7-15,-1 2-32,1 3-40,-1-1-58,2 0-57,2-6-201,9-8-968,-8-5 0,2-7 0,0-8 0</inkml:trace>
  <inkml:trace contextRef="#ctx0" brushRef="#br0" timeOffset="21449.1212">14318 6056 1737,'2'0'119,"-2"0"32,1 0 37,-1 1 36,0-4 31,0 2 24,0 1 10,0-1 9,0-1 3,0 2-72,0 0 2,3 1 2,-3 2-9,0 7-17,0 4-28,0 6-17,-3 6-11,3 0-5,0-1-2,0-2-15,0-7-47,0-1-72,0-4-182,6-3-322,-6-4-566,4-2 0,-2-5 0,0-2 0</inkml:trace>
  <inkml:trace contextRef="#ctx0" brushRef="#br0" timeOffset="22129.4753">15291 6009 998,'-3'1'67,"-4"1"37,-1 3 47,-6 4 34,0 2 38,-3 4 23,2 3 28,1-2 22,6-1 24,2-3-2,5 0-11,2-5-10,9-1-35,4-5-28,5 2-35,5-4-22,5-1-34,-1-3-30,-5 0-31,-3-4-30,-8-1-48,-8 1-66,-4 0-43,-7-3-18,-8 3-13,-1-1-6,-5 2-21,-1 1-33,2 3-121,12 0-101,6-4-260,4 8 0,6-4 0</inkml:trace>
  <inkml:trace contextRef="#ctx0" brushRef="#br0" timeOffset="22621.4901">15743 6051 1441,'-2'0'52,"-2"0"17,-1 5 51,2 1 50,-1 2 30,2 2 28,-2 4 25,4 0 10,0-2 20,4 0 5,2-2 21,6-2-2,2-3-42,7-3-48,7-2-27,-3-1-26,-2-1-26,-2-2-9,-8-1-25,-6-5-49,-5-1-48,-6-2-20,-8-1-17,-6 0-4,-2 3-43,-6 1-105,0 4-160,-1-15-572,6 16 0,3 1 0,2 3 0</inkml:trace>
  <inkml:trace contextRef="#ctx0" brushRef="#br0" timeOffset="23644.4628">14266 6734 732,'5'0'185,"-2"0"52,3 0 44,-1 0 36,-2-1 30,-2 1 26,-1 0 11,0 0 10,0-3 6,0 3-117,2 0-27,-2 0-28,0 3-14,0 1-19,2 5-12,-4 3-16,4 7-4,-4 5-4,2 2-4,-2 0-6,2 0-25,-1-5-28,1-4-28,1-3-39,-1-4-55,0-3-128,0 0-254,0-24-698,2 15 0,-2-2 0,2-2 0</inkml:trace>
  <inkml:trace contextRef="#ctx0" brushRef="#br0" timeOffset="24270.8774">15245 6716 1212,'-5'0'80,"-1"3"64,-5 5 50,-3 2 42,0 4 29,-1 6 15,1-1 11,7-3 19,5 0 42,4-3-9,9-4-21,4-4-56,9-2-48,5-3-38,0-4-28,2-3-19,-5-1-13,-7-3-20,-9-3-60,-4 3-62,-10 1-40,-8-2-31,-7-2-32,-3 4-26,-7 2-42,5 2-79,7-1-157,15 4-349,0 0 0,11 2 0,9-1 0</inkml:trace>
  <inkml:trace contextRef="#ctx0" brushRef="#br0" timeOffset="24685.6283">15893 6668 1723,'0'0'30,"1"0"4,-1 0 41,0 3 49,0-3 56,0 7 56,-1 1 56,0 4 54,-3 6 30,4 0-7,-1 4 9,1 4 1,1-2-38,2 2-52,-1-3-81,3 1-160,1-3-319,0-6-760,0-2 0,-4-9 0,-3-1 0</inkml:trace>
  <inkml:trace contextRef="#ctx0" brushRef="#br0" timeOffset="25687.857">14321 7444 1235,'0'0'164,"0"0"54,0 0 42,3 0 46,-6 0 51,6 0 39,0-3 27,-3 3 14,0 0 9,4 0-95,-4 0-61,0 0-55,0 0-38,0 0-39,0 0-41,-4 6-26,4 3-19,-6 7-11,3 5 1,-1 1 3,0 4-1,2 0 3,2-4-20,0-2-33,0-5-86,1-1-280,-1-37-789,1 23 0,1-3 0,2-6 0</inkml:trace>
  <inkml:trace contextRef="#ctx0" brushRef="#br0" timeOffset="26298.0073">15382 7416 2089,'0'0'103,"-3"3"48,3 0 60,0 2 59,-1 2 50,1 0 33,0 5 21,0 4 9,0 4 10,-1 1-64,-2 2-35,3 0-43,-3 0-60,2-4-59,1-3-55,0-4-53,0-1-76,0-3-157,8-6-374,-7 1-437,2-4 0,0-7 0,1-3 0</inkml:trace>
  <inkml:trace contextRef="#ctx0" brushRef="#br0" timeOffset="26837.6475">15875 7483 1408,'-2'6'157,"-5"1"32,2 5 38,-1 4 21,3-2 21,3 2 11,0-2 12,3 1 9,3-4 25,6-2-87,3-3-46,7-1-30,5-4-33,2-2-24,3-4-15,-3-1-12,-7-4-12,-2-1-10,-12-3-44,-5 1-46,-6-4-19,-5 1-22,-13-2-18,0 3-2,-8 3-60,-3 5-95,18 1-568,-15 5 0,1 4 0,2 0 0</inkml:trace>
  <inkml:trace contextRef="#ctx0" brushRef="#br0" timeOffset="27752.9517">14335 8154 1877,'0'0'149,"0"-3"37,1 0 34,1 2 44,-1-1 26,1-1 12,-2 2-2,1 0 8,-1 1 29,0 0-77,0 2-19,0 7-25,0 2-24,-1 7-40,-1 8-28,2 1-4,-1 0-1,1-1-10,1-5-52,-1-3-108,0-3-231,0-10-816,3-1 0,4-4 0</inkml:trace>
  <inkml:trace contextRef="#ctx0" brushRef="#br0" timeOffset="28283.867">15460 8111 2037,'0'3'95,"1"0"53,2 3 61,-2 1 72,1 3 44,1 1 25,-3 6 17,1 3 6,-1 3 4,0 2-53,0-1-38,0 2-50,0-5-71,0-6-99,0-1-161,1-4-217,-1-10-734,2 3 0,0-3 0,4-7 0</inkml:trace>
  <inkml:trace contextRef="#ctx0" brushRef="#br0" timeOffset="28811.4313">16088 8097 2452,'1'1'151,"-1"4"66,2 0 55,-2 5 33,3 2 29,-3 6 9,1 3 1,-1 8 1,1 1 1,-1 4-94,0 1-91,0-7-146,1-2-238,4-18-839,-2 2 0,2-6 0,1-4 0</inkml:trace>
  <inkml:trace contextRef="#ctx0" brushRef="#br0" timeOffset="30842.6855">16575 7260 976,'0'0'90,"0"0"34,0 3 41,0-3 30,4 0 24,-4 1 15,0 1 13,0-2 15,0 0 16,0 0-53,0 0-19,0 0-26,0 0-31,0 0-21,0 0-14,0 0-2,0 1 0,0 2 3,0 1 0,0-1 0,0 3 7,0-1 3,0 1-4,0 2 0,0-1-3,0 3-2,0-2-10,0 3-10,0 0-14,0 0-8,0 0-13,0 0-5,0 1-2,0 0-8,0-2-4,0 2-9,0-3-2,0 1-5,0 1-3,0 1-1,0 1-1,0 0-4,0-1-5,0 1-1,0 0-2,0 0-2,0-4 2,2 2-7,-2-1 3,0-1-3,0 0 1,0 3-3,0 0 2,2-3 1,-2 1 0,3 1-3,0-1 1,-2 2 2,2-2-1,-2 2 0,1-1 0,-1 3-3,0-2-2,-1 2 1,2 1 0,-2 0 2,0 0-1,3-2-1,-3 2 2,0 0-1,0-1-1,0 0 8,1 5-2,-1-3 0,0 0-2,0-1 4,0 2-3,2-3 1,-2 0-2,2 0 1,-2 3 1,4-2 0,-4 0-2,0 0-1,0 1-1,0-1-3,0-1 4,2 3-1,-2-2-2,0 1 2,0 0 1,0 2-4,0-2 4,0 1 1,0 0-3,0 1 2,0 0 1,0 1-2,0 1-1,0 1-1,-2-4 0,2 3 0,-4-3 3,2-1-1,2 0 4,-2-3-1,1 1-2,-2 0 3,1-1 6,1 2-2,0 0 1,-1 1 3,1 3-1,-2 0 0,2-1 0,-2 2 1,0-1 1,3-3-3,0-1 3,-2 0-4,2-4 3,0-3-6,0-3-2,0-2-5,0-3-28,0 0-67,0 0-204,25-6-842,-23-3 0,-2-5 0,4-5 0</inkml:trace>
  <inkml:trace contextRef="#ctx0" brushRef="#br0" timeOffset="33553.5268">17335 2825 1845,'0'0'91,"0"0"51,0 0 42,0 0 22,0 0 8,0 0 5,0 0 4,0 0 11,0 0 11,-2 0-35,2 0-33,-5 0-37,1 0-36,-2 0-10,-4 3 2,-3 2 18,2 3 9,0 2 2,-1 4-1,3 2-10,3 1-6,3 0-11,2 3 1,4-1-7,4 0-6,0-1-22,5-1-8,6-4-12,7-4-7,4-4-6,5-1-7,-1-3-15,4-2-13,-2-3-13,-5-1-19,-6-6-4,-9-2-15,-9-6 1,-3-1-6,-9-4 7,-4-2-2,-5 0 14,-4 4 6,-8 2 9,2 9-44,3 5-187,-1-6-730,5 10 0,4 1 0,3-1 0</inkml:trace>
  <inkml:trace contextRef="#ctx0" brushRef="#br0" timeOffset="34956.8353">17343 3580 1614,'0'0'183,"0"-2"39,0 1 33,-1-2 32,1-1 24,-1 2 1,-1 0 1,2 1 4,-4 1-1,-5 0-134,-1 0-50,-4 1-40,-2 4-30,-3 4-27,0 4-19,-1 6-1,5 0 5,4 0 6,5 2 8,5-6 8,2-2 10,5 1 8,4-6 4,6 1-5,8-2-18,5-5-50,4 1-66,2-1-54,1-2-46,-2 0-29,-7-3-15,-5-3-6,-8-4 1,-10-4 19,-3-7 47,-5-6 67,-4-3 75,-5-1 62,-4 1 42,-3 5 25,-2 6 3,1 8-45,3 6-190,-1-20-610,2 25 0,2 0 0,0 4 0</inkml:trace>
  <inkml:trace contextRef="#ctx0" brushRef="#br0" timeOffset="36182.8069">17274 4405 1216,'-3'0'38,"3"0"3,-4 0 7,-2 0 10,4 0 17,-1 0 25,-1 1 19,-3 2 21,-3 1 28,2 1-14,-3 1 21,1 2 16,-3 1 28,4 3 15,-1 1-8,6 3-6,0-1-4,4 1-7,4 0-20,0-1-11,3-3-20,5-2-12,4-2-32,6-1-29,3-5-18,0 1-30,2-3-21,-3-3-18,-2-1-9,-6-1-19,-4-4-20,-3-2-25,-5-4-8,-3-1 1,-3-4 5,-4 4-2,-4 1-1,-2 2 7,-5 5-2,-5 2-22,5 2-113,-4-5-552,3 8 0,-1-1 0,6-1 0</inkml:trace>
  <inkml:trace contextRef="#ctx0" brushRef="#br0" timeOffset="39304.6403">17221 5227 1232,'0'0'104,"0"0"38,0 0 38,0 0 33,0-1 33,0-1 19,0 0 18,3-1 32,-2-2 32,1 1-58,-2-3-11,4 2-29,-4 2-23,0-3-25,0 1-25,0 1-13,0 1-5,0-2-16,0 3-27,0 0-15,0 1-14,0-1-12,0 2-19,3 0-8,-3 0-4,0 2-10,0 3-11,1 5-12,-1 9-4,-1 4-4,1 8 2,0 0 3,0 2 8,0-3 1,0-1-4,0-5 6,0-3 2,0-4-3,0-6 0,0-4 3,0-2 6,0-4 13,0 0 1,0-1 4,0 0 1,0-2-10,0 0-20,0-1-13,0-2-44,0 3-195,0 0-182,0-6-680,-3 7 0,-3-2 0,-6 1 0</inkml:trace>
  <inkml:trace contextRef="#ctx0" brushRef="#br0" timeOffset="40828.8099">17210 5925 725,'0'1'125,"0"1"65,0 1 56,0 1 41,0-2 35,0-1 35,0-1 34,0-1 22,0 0 14,0 1-53,0-1-57,0 0-65,0-2-58,0 2-42,-2 0-32,-4 0-33,0 1-31,-1-2-22,-5 2-13,1 0-14,0 2 0,-3 1 2,0 2 4,2 2 5,-1 1-1,0 3 7,3-2 9,1 3 8,1 0 4,5 2 8,-3-2 1,6 2 0,0 2 1,0 0-1,3 0-2,0-1-4,0 0-14,2-1-6,5 0-4,1-4-4,3-1-1,-1-1-1,2-4-4,2-2 1,2-1-3,0-1-8,2-3-8,0 0-10,0-1-14,-2-6-14,-2 0-9,-6-4-4,0-4-2,-4 2-2,-4-3 1,-3 1 7,0 0 9,-2 2 8,-2 2 10,-3 1 15,-3 0-1,-2 4-75,-2 1-170,24-3-741,-23 8 0,-1-4 0,0 1 0</inkml:trace>
  <inkml:trace contextRef="#ctx0" brushRef="#br0" timeOffset="42542.5694">17127 6631 1152,'0'0'116,"0"0"44,0 0 33,1 0 20,-1 0 12,0 0 3,2 0 5,-2 0 10,0 0 14,1 0-55,-1 0-38,0 0-41,1 2-23,-1-1-9,0 5 8,0 1 24,0 3 15,0 1 14,0 6 10,0 4-7,0 1 4,2 1 5,1 3-6,-1-2-10,3 1-17,-3-3-26,0-5-21,-1-1-18,3-5-25,-4-2-6,0-3-9,0-2-4,2-3-1,-2-1-16,0 0-55,1 0-138,7 0-280,-6 0-529,-2 0 0,4-4 0,-8 4 0</inkml:trace>
  <inkml:trace contextRef="#ctx0" brushRef="#br0" timeOffset="43887.6495">17113 7352 459,'0'-1'90,"0"1"35,0-2 24,0 2 27,2 0 31,0 0 26,-2 0 22,4 0 25,-4 0 18,0 0-46,0 0-23,0 0-29,0 0-17,0 2-17,0-2-18,0 1-18,0 0-16,0 1-13,0 2-8,0 1 0,0-1 3,0-2 9,0 3 1,0-1 12,0-2-2,0 2-2,0 1 1,0-3-8,0 5-9,0-2-5,0 2-8,0 1-10,-4 3-3,4-1-19,0 1-2,0 1 2,-2 1-5,4 4 0,-2-2-2,0 4-2,0 0-1,0 0-5,0 0 1,0 0-4,0-3-6,0-2-9,0 0 0,0-4-4,0-3 1,0-3-1,0 0 1,0-4 3,0 0-3,0 0-1,0 0-3,0-1-4,0-2-7,0 1-13,0-1-30,0-1-60,0 3-100,0 0-135,4-2-148,21-6-479,-24 6 0,-2 1 0,-6-5 0</inkml:trace>
  <inkml:trace contextRef="#ctx0" brushRef="#br0" timeOffset="45719.0234">17166 8132 1179,'0'0'92,"0"0"46,0 0 55,0 0 41,0 0 39,0-1 28,0 1 34,0 0 24,4 0 18,-4-1-51,0 1-28,0-1-44,0-1-51,0 2-31,0-1-29,0 2-16,0 3-25,-4 1-17,4 4-10,-3 2 0,-1 2 1,0 4 1,1 3 3,-2 0-7,4 2-6,-1 2-13,-1-2-4,3 0-6,0-2-5,0-2-6,0-1-4,0-6-1,0-1-6,0-3-3,0-2-4,0-1-1,0-1-3,0-1-10,0-2-7,0 1-14,0 1-12,0-2-25,0 0-22,0 1-29,0-1-20,0 1-8,0 0-2,0 0 6,0 1 7,0-2 8,0 0 10,0 0 19,0 0 19,0 0 20,0 0 14,0 0 8,0 0 2,0 0 2,0 1-1,0 0-1,0 0 4,0 1 2,0-1 4,0-1 9,0 1 8,0-1 0,0-1 4,0 2 4,0-1 6,0 0 3,0 0 6,0 0 3,0 0 3,0 0-1,0 0 5,0 0-2,0 0-4,0 0-7,0 2-8,0-2-13,0 0-26,0 0-61,0 0-88,0 0-133,15-6-527,-12 5 0,0 0 0,-2-4 0</inkml:trace>
  <inkml:trace contextRef="#ctx0" brushRef="#br0" timeOffset="53875.6824">2032 2703 267,'0'-1'24,"0"-1"7,0 2 16,0-1 28,0 1 27,0 0 11,0 0 10,0 0 13,0 0 10,0 0-2,0 0 10,0 0 10,0 0-7,0 0-12,1 0-17,-1 0 2,0 0-2,3 0-6,-3 0-9,0 0-17,0 0-17,0 0-15,3 0-9,-3 0-15,3 0-8,-3 0-11,2 0-2,0 0 4,2 0 8,0 0 13,3 0 7,0 0 3,0 0 4,4 0 2,-1 0-1,-1 0 0,3 0-6,0 0-10,2 0-9,0 0-10,2 0-7,-2 0-1,3 0-4,-3 0-1,0 1-1,-2-1 0,-2 2 0,1-1 0,-2 0 1,1 0 0,0 1 0,1-1 0,-2 0 1,1 1 7,0 0 11,4-2 5,3 1 4,1-1-2,0 0-2,0 1 3,-1-1-1,-2 1 2,-3-1-4,1 0-8,-2 3-12,0-3-5,1 0-2,2 0 2,-1 0-2,2 0-1,-1 0-1,0 0-3,3 0 2,-2 0-2,0 0 1,-1 0-1,1 1-2,-5 0 0,2-1 2,-1 3 0,2-3 2,1 1 0,3-1 1,2 0 1,-1 0 1,1 0 2,0 0 0,-2 0-1,1 0-2,-1 3-1,-1-3 0,0 0 1,2 0-2,0 0 1,-3 0 0,-1 0-1,0 0-1,0 0 2,-2 0-1,3 0 1,-1 0 0,4 0 0,-1 0 0,1 0 0,1 0-2,1 0 0,1 0 1,-6 0-2,-1 0-3,-2 0-1,-5 0 2,2 0-2,-3 0 0,0 0 2,0 0 1,3 0-3,4 0 2,1 0 0,5 1 5,-1 1 0,6-2-4,-3 1 2,-1 0-2,1-1-4,-4 2 1,-5-2 2,2 2 1,-4-2-2,4 0-1,-1 0 2,0 3 0,1-3-1,1 0 3,-1 0-1,0 0 0,4 0 2,-3 0-4,5 0 1,-4 0 2,2 0-2,4 0 0,-2 0 1,2 0 1,-1 0 0,-2 0-1,-3 0-2,-4 0 1,-2 0 1,-1 0-3,-3 0 0,-2 0 0,-1 0 0,0 0 0,-2 0 1,-1 0-1,0 0 3,0 0 1,0 0 4,0 0 3,0 0 3,3 0 3,-3 0 4,0 0-1,0 0 6,0 0-7,0 0-16,0 0-58,0 0-92,0 0-61,0 0-98,26-3-431,-30 1 0,0 0 0,-6 1 0</inkml:trace>
  <inkml:trace contextRef="#ctx0" brushRef="#br0" timeOffset="58073.0603">1895 13351 42,'-6'1'2,"2"0"1,-4 0 1,1 2 0,1-2 4,2 0 15,1 0 29,3-1 22,0 0 23,0 2 23,0-2 25,0 4 20,0-2 9,0 1 4,0-1-3,0-1-15,0 0-30,0-1-25,0 2-21,0-1-25,0 0-22,0 0-10,0 2 12,3-1 6,0 1 1,-2-1 13,5 1 22,1 0 18,1-2 6,2 2 3,-2 1 2,3-2-10,-3 0-19,4 0-6,-4-1-2,2 1-14,1 1-15,0-1-14,-3 0-5,4 0-1,1 0-3,-3-1 0,5 0-2,-3 0-1,1 1-3,-3-1 0,2 0 0,-3 1-4,-1-1-3,1 2 0,-1-2-2,-2 0-1,0 1-1,5-1 1,-3 1 3,3-2 0,2 0-2,-1 0 2,2 0 0,4 0-2,-1 0 0,4 0 0,1 0 0,3 2-1,4-1-1,3 2-1,-2 0 1,5-1-2,-5 2 1,2-3-1,-4 2 4,1 0 1,-1-1 1,-1 1 2,0-3 1,1 1 3,-3 0-2,0-1 3,0 0-1,0 0 3,-3 0-2,2 0-3,-4 0-1,1 0-2,0 0 0,0 0-1,-2 0 0,1 0-1,3 0-1,2 0-2,0 0 1,-1 0 2,3 0-1,-2 0 2,2 0-1,-2 0-1,0-1 1,-3 0-1,0-1-1,0 1 0,-4 0-1,4 0 2,-2 0-3,1-1 0,1 1 1,-1-1 1,5 1-3,-3-2 1,5 0 0,-1 1 1,-2 1-1,1-2-1,-1 0 2,0 3-2,-3 0-3,-1 0 2,2-2 2,0 2 0,-1 0 3,1 0 2,2 0 3,2 0 1,1-1-1,1 1 2,-2-1 1,3 0 1,-3 0-1,1 0 2,-2 0-3,3 1-2,0 0 1,1 0 0,0 0 0,2 0 0,3 0 3,1 0-1,1 0 4,6-2 1,-2 2 2,3 0 3,-1 0 7,0-1 9,0 0 3,-1 1 10,-2-2 7,0 1 5,-3-2 5,1 0 7,-1 0-1,-2-1-2,0-1-5,-1 0-8,2 1-3,-3 2-11,-3-4-9,3 2-27,-11 2-81,-1 2-124,2-3-222,-14 3-412,-5-2 0,0-3 0,-1-2 0</inkml:trace>
  <inkml:trace contextRef="#ctx0" brushRef="#br0" timeOffset="63982.5632">4602 2060 1869,'0'-1'105,"0"1"25,0-2 38,0-1 44,0 1 16,0-2 12,0 1 8,0 0 15,0-2 16,0-1-65,0 2-28,0 0-26,0-1-31,-2 2-49,0 3-27,0-2-24,1 1-24,-3 1-47,2 0-23,-3 0-3,-1 0-6,-3 0 1,-1 0-6,-1 0 8,0 0 11,-3 0 13,1 0 15,-3 0 33,1 3 7,-2-1-1,0 2 0,1-2-1,3 2 0,5-1-3,-2 0-1,-1 0 0,1 0 0,0 2-2,1-1 1,-1 2-1,-1 1 0,1 0 1,1-1-2,-1 0 1,2-1 0,-1-1-2,5 1 0,0 0 1,-2 0 0,-3 1-1,3 0 1,-1 0 1,1 0 0,-3 2-1,2-2-4,3 0-5,-2 1-1,4 1-1,-1-2 1,-1 1 0,1 2-1,1 0-1,2 0 1,-1 3 1,2-1 4,-2 1 9,1 1 1,1 0-2,-1 0-2,0 2-1,0 0 2,0 0 2,0 0 2,0 3 0,0-3 1,0 1 2,2-1 0,-2 2 2,0-4 5,0 0 0,4-1-2,-4 1-2,1-1 0,1 1 1,1-1 3,-1 1-4,1 1 2,0-3 0,-3 2 5,0-1 1,1-1 4,-1-1-1,3 0 0,-3 0-2,3-1-5,-3-4-11,0 2-10,3-3 1,-1-1-5,0 2-1,2 0 1,-3 1-1,0-3-1,1-1 1,2 4 0,-4-2 10,6-1 10,1-1 2,1 2 0,2-3 1,2 0-2,0 0-1,5 0 1,0 1-1,-6-2 2,3 1 2,0 0-2,-2-1-5,1 1 1,-1 0-1,2-1-4,1 1 4,0-1-3,2 0 5,-1 0-3,6 0 0,-6 0-1,4 0 2,0 0-5,-4 0 1,2 0-6,-2 0-6,-1 0-1,1 1-8,-1 1 1,-2 0 1,2 0-1,-1 1-4,0 0 2,1-1-7,0 2 5,2-1 2,1 1-4,-1 0 5,1-2 0,4 5-1,-2-4 2,3 3 1,-1-3-2,0 2 6,-5-1 4,1 1 3,-1-1 4,-5 0 1,2 1 0,0-2 1,-4 1 1,0-1 0,-1-1 1,2-2 1,0 2-1,3 0 1,2-1-1,0 3 1,3-2-1,-1 2 0,4-1 0,-1 0 0,0 0 1,1-1-1,-1 2 0,-4-2-1,-2 0-1,0 0 0,-5 1-1,1-1 2,-1-1 0,2 1 0,-2-1 0,4 0 0,-1-1 0,3 0 0,2 0 0,3 0 0,0 2 2,-2-1-3,2 1 0,-2 1 1,2 1-2,1-2 1,0 0 1,0 3-1,3-2 1,-4-1-2,-2 1 0,0-1 2,-1 2-1,0-1 0,-5-1-1,0 0 1,-2 1 0,2 0 1,-4 1 0,1-2-4,1 3 2,3-1 0,0 1-1,2-1 1,3 1 1,0-2 1,2 0-3,0-2 1,-1 3 0,0 1 4,2-3-2,-5 0 0,-1 0 3,2 0-2,-1-2 0,0 1 1,-2-1 0,0 0 0,2 0 0,-3 0 0,1 0 0,2 0 1,-4 0-4,1 0 3,2 1-1,1 0 0,-1-1-2,2 0 2,3 0-1,-3 0 2,1 0-1,-2 0 1,-2 0 4,0 0 2,-2 0 2,2 0 6,-4 0 4,0 0 0,3 0 1,0 0 1,0 0-2,-2 0 2,2 0-5,3 0 1,-1 0-4,0 0-5,2 0-5,0 0-1,0 0 0,1 0-1,-6 0 2,5 0-3,-6-1 1,2 1-4,-1 0-2,-1-1 2,3 0 2,-1 1-2,-1-2-2,2 0 1,0 0 1,-2 1 0,2-3-2,2 2 2,0 1 3,3-2-1,1 2-1,-2-2 2,2 1 0,-3 1-1,0-2 1,-3 3 0,1 0-1,-4 0 2,-1 0 0,-3-1 0,2 0-1,1 1 1,-1-2-2,0 0 3,-1 1-1,-1 0-2,0 0 4,1-1-2,-2 2-2,0-2 2,2 2 2,-1 0-1,-1-2 2,1 2-5,4-1 5,1 1-4,-2 0 0,2 0 4,1 0 0,-1 0-2,0 0 4,1-1 2,-2 1 7,-2-1 8,3-1-2,-3 0 9,0 1-1,1-1 3,-1-1 3,1 1 2,-1 0 2,2 0 0,3-2-6,0 0-6,0 1-1,1 0-2,-2 1-1,-1-1-6,-2 3 0,0-2-2,-4 2-4,0-3 0,1 1 10,-5 0 14,1 0 15,-1 0 9,1-1 5,-1 1 1,5-2-2,-2-2 1,2 0 0,3-1-1,0-1-12,3 2-15,-2-1-15,1 2-9,-2-1-2,2-1 2,-4-1 4,1 1 8,1-2 6,-1 0 6,1 1 9,-3-2 8,-1-2 1,3 1 2,-2-2-5,-1 0 0,4-1-4,-4-2-6,0 0-2,4 0-12,-5 1-7,0-2-7,1 5-3,-5-1-3,-2 4 2,4-2-2,-2 1-2,2-4 0,-4 2-3,5-1 7,-2 0-5,-3-1-3,4-2 4,-1 1 0,1-3 1,-2 1-1,3 0 2,0 1-6,-3 2-4,3 2-9,-4 0-1,0-2-1,-1 2 0,0-4-4,0 1-4,-2-1-1,1-1-8,-3 1 2,0-3-6,-4 3-4,2 3 4,-4-2-10,-1 2-4,-4-2-4,0 2-1,-2-2-10,-1 2 9,-1 1-5,0 2 7,0 0 6,-2 0-15,0 4-15,1-1-16,-5 3 2,1 0-16,-2 2 8,1-2-23,-1 1 4,-1 0 3,-2 0 1,2 1 17,0-2 29,2 0 17,0 2 2,0-2 18,-1 0-23,-2 0 1,-3 1-16,-3-1 1,2 1 0,0 1 1,0 0-1,7 0 4,0-1-1,3 3 1,-2 0 17,2 0 5,0 0 4,-3-1-7,-2 1-7,-3 0-2,-2 0-1,-2-1-2,2 1 2,1 0 2,3-2 10,5 1 13,-1 0 11,5 1 9,-1-1 6,2 1 2,-1 0 1,-1 0 0,-3 0 1,-1 0 0,-6 0 0,-1 1 0,2 1 1,0 0 1,-1 0-2,-1 1 2,2-1 0,0 0 0,0 1 0,1 1 0,0-2 2,0 2 1,-1 0 1,-1-1-1,-2 1 1,0 0-1,-1-2-1,-1 2 0,1 0 1,-2-1-2,-2 1-1,2 0-2,1-2 0,-2 2 2,4 0 1,-3-2 0,2 2 1,-6-3-1,-2 1-1,-1-2 3,-4 0-4,3 0 4,0-2 4,5 2 11,1 0 1,2-1 2,4-2 0,-1 2 0,0-4 2,4 4 0,-3-1 5,1 0-4,-3 1-5,1 1-10,-4-1-2,0-1-1,1 0-2,2-1 0,-2 1-1,3-2-6,2 2 2,-1 1 2,6 1-1,4 0 0,4 0 1,5-3 0,1 3-14,3-2-23,2-1-38,3-1-96,2-5-439,-1 4 0,0 0 0,-1-1 0</inkml:trace>
  <inkml:trace contextRef="#ctx0" brushRef="#br0" timeOffset="66707.6093">8775 2770 1069,'0'0'52,"0"0"7,0 0 22,0 2 49,0-4 35,0 2 13,0 0 14,0 0 16,0 0 24,0 0-26,0 0 14,0 0 0,0 0-24,-3 0-53,2 0-40,0 0-13,-2 0-12,-4 0-16,1 3-25,-2 1-21,-1 0-11,-1 5-1,0 4 11,-1 2 6,0 2 6,-2 2 3,3-2-1,2 0 2,4-2 2,0-6 1,1-1 9,3-4 16,0-2 19,0-2 8,0 0-6,0-2-21,0-2-23,4-2-36,3-2-31,1-4-17,2 0-22,3-1-28,-4 0-35,0 3-12,-1-1 5,-2 1 19,2 2 23,-5 1 37,3 1 33,-4 1 18,2 0 7,-4 2 9,2 2 13,-1-1 3,2 1-1,-2-2-4,2 3-3,-3 0-6,4 0-6,1 0 3,1 6 8,0 0 2,2 3 8,3 4 5,1 2 4,1-2 8,1 2 4,-3-3 7,3 1-34,-3-6-113,22-6-644,-26 2 0,-1-3 0,-9-4 0</inkml:trace>
  <inkml:trace contextRef="#ctx0" brushRef="#br0" timeOffset="67604.0528">8764 2806 553,'0'0'-3,"0"0"6,0 0 9,0-1 5,0 2 9,0 1 24,0 0 12,0 1 8,-2 2 20,2 1 26,0 0 26,0 2 13,0 0 6,0 1 13,0 3 9,0-1-12,0 3-1,0 2 7,0 0-18,0 2-16,0 2-18,0 0-9,0 2-11,0 1-6,0-3-11,0 3-6,2-2-12,-2 1-11,3 1-2,-1 1-4,1 0-6,0-1-5,-3-3 0,2-1-11,-1-4-3,-1-4 0,1-3 4,-1-2 7,2-2 4,-2-4-31,0 0-129,15-2-625,-15-2 0,0 0 0,-4 1 0</inkml:trace>
  <inkml:trace contextRef="#ctx0" brushRef="#br0" timeOffset="68433.7443">8660 3565 1775,'0'0'38,"-2"-2"19,0 2 38,-3-1 24,3 1 15,-2 0 3,1 0 2,0 0 0,-2 0 2,-1 0-28,-2 3 12,2 2-3,-2 3-28,-3 4-4,1 3 0,0 0 3,3 4 8,0 0 2,5 1 2,1-4 9,1-1-10,3-4 12,4-3 12,2-3-13,7-1-7,2-4-4,3 0-8,0-4-4,-2-1-10,-2-2-13,-4-3-19,-5-2-43,0-3-24,-1 2-13,-5-3-14,-2 0-8,0 1-8,0 3-1,-2 0 0,-5 1-1,2 2 6,-4 3-4,-2 1-43,3 2-50,1 2-94,4-4-159,0 4-310,3-5 0,0-2 0,2 1 0</inkml:trace>
  <inkml:trace contextRef="#ctx0" brushRef="#br0" timeOffset="68927.6597">8817 3394 1653,'2'0'36,"-2"0"-1,0 0-2,0 0 4,0 0 9,0 0 26,0 0 18,0 3 28,0 2 26,0 2-4,0 3 32,0 3 20,0 2 16,0 4 22,2 2 7,-1 4-14,2 2-6,1-1-21,0 2-21,2 0-25,-2-4-30,-2 0-13,1-6-12,-1-2-19,-2-3-16,4-1-7,-2-3-10,-1-4-6,0 2-2,1-3-6,-1 0-27,0-3-40,-1 2-82,2-2-109,5 0-194,-5-1-427,0-1 0,4-3 0,-1-6 0</inkml:trace>
  <inkml:trace contextRef="#ctx0" brushRef="#br0" timeOffset="69661.4881">9011 3522 1128,'0'0'50,"0"2"25,1 3 33,-1 4 37,0 0 33,0 7 40,0 2 24,0 1 12,0 1 12,0 0-14,2-1-8,2-3-21,-4-1-28,4-6-29,-4 1-32,3-3-36,-3-3-16,0-3-1,0 3 13,0-4 13,0 0-1,0 0-4,0 0 0,0-1-6,0-3 0,0 0-5,0-4-4,0-4-13,0-3-25,0 0-30,-3-4-8,0-4-4,2 3 1,-2-3-2,0 1-3,3 3 4,-1 3-4,1 0-3,-3 5 2,6 0 1,-3 2-3,1 1-4,5 0-6,-2 2-3,4 1-3,2 0-6,-2 1-2,-1 3 2,5 0-1,0 1-2,-1 2-1,-1 3 2,1-1-2,-5 5 5,-3 0 1,0 2 2,-3-3-10,0 2-3,0-1-1,-4-1-17,-4 0-83,-3 2-109,3-8-213,-14 2-336,4-3 0,2-1 0,2-4 0</inkml:trace>
  <inkml:trace contextRef="#ctx0" brushRef="#br0" timeOffset="71906.9816">9627 2742 1891,'1'0'61,"-1"0"-4,3 0 0,-3 2 1,0-4 1,0 2 7,1 0 13,-1 0 13,0 2 17,0 0-40,0 3 15,2 2 16,-2 4 8,0 1 9,0 4 6,0 4-3,0-2-8,0 1-9,0-3-14,0 0-20,0-8-2,0 1 3,0-7 23,0-1 1,1 1-5,3-2 0,1-3-3,1 1-7,4-2-3,-1 2-3,-3-4-14,0 3-22,-2-1-34,-1 3-13,2 0-3,2 0-3,0-1-2,4 2 1,-1 0 2,1-1 1,7 1 4,-1 0 8,2 0 3,2 0 3,2 0 1,2 0-2,2 0 4,0 0 5,1 0-4,3 0-3,-1 0-1,1 0 0,1-1 1,2 1-1,1 0-1,3-1 1,-4-1-4,1 2-2,-6-1 4,2 0 2,-1 0-1,-1 1 2,0-2-2,4 0 1,-1 0 1,2 0-1,2-1 4,-2 0-2,1 1-4,1 0 0,-7-1 2,0 2-2,2-2 2,-6 3-5,4-2 3,-1-1 2,0 3-5,1-3 1,1-1 3,2 2 2,-3-2-1,6 1-2,-5 2 2,-2 0 4,-2-1 0,-5 1-4,-7 1 4,1-2 0,-2 1-1,-3-1-2,-2 1 2,3-1 1,-2 1-4,0-1 1,-1-1-1,5 3 0,-1-1-2,2 0-1,1 1 0,2 0-1,0 0-2,-2 0 0,3 0 4,-4 0-2,1 0 1,-5 0 2,-1 0 0,3-1 2,-7 1-1,5-3 0,-3 2 5,1-1 1,-1-1-5,0 2 1,-2-2 0,-2 1-2,-3 1 0,3 1 0,-3 0 1,0 0 9,0 0 5,0-3 7,0 3 6,0-1 5,0-1 3,0 2 1,0-2 5,0 1 2,3-3-1,-3 2-8,4-2-7,-1 0-4,1 1-7,0 0-4,-1-2 1,-2 1-3,3 0-4,-2-1-2,2-2 1,-4-1 0,2-1-3,-2 0-1,0-2 0,0 0-4,0 4-2,2-2-5,-2 6-6,0 0-13,0-1-13,0 4-3,0 0 0,0 0-1,0 0-1,0 0 4,0 0-1,0 0 6,0 0 6,0 0 13,0 0 10,0 0 1,0 0 1,0 0 4,0 0-2,0 0 0,0 0 0,0 0 0,0 0 0,0 0 2,0 0 0,0 0 1,4 0-3,-4 0-13,0 0-39,0 0-54,0 0-64,0 0-71,0 0-132,0-17-419,0 13 0,-6-1 0</inkml:trace>
  <inkml:trace contextRef="#ctx0" brushRef="#br0" timeOffset="73778.6883">10375 3187 1214,'0'0'84,"3"0"43,-3 0 46,3 0 34,-3 0 35,0 0 38,0-1 29,0 1 24,3 0 5,-3 0-66,0 0-50,0 0-37,0 0-44,-6 1-24,-1 4-33,-4 3-29,-4 6-20,0 6-18,1 1-4,4 3 19,6-2 21,0-3-3,4-5 1,0-5-2,0-2-1,0-4-1,0-1-6,0-2-17,4 0-29,-4 0-96,0 0-115,11-3-218,-11 2-383,0-1 0,1-3 0,-3-2 0</inkml:trace>
  <inkml:trace contextRef="#ctx0" brushRef="#br0" timeOffset="74276.6195">10392 3091 2363,'0'-6'95,"0"1"42,0-2 31,0-5 40,0 1 45,0 0 30,0 0 12,0 0 1,0 5 3,0-1-67,0 4-59,0 0-100,0 2-75,0 1-84,0 3-125,0-1-185,0-3-440,-3 8 0,3 2 0</inkml:trace>
  <inkml:trace contextRef="#ctx0" brushRef="#br0" timeOffset="74925.6583">10550 3091 843,'2'-2'109,"-2"0"24,0 0 32,2 0 18,-2-1-5,0 3-5,0 0-1,0 0 2,0 0 8,0 5-86,-2 6 15,0 4-4,-2 7-20,0 5 5,1 8 21,-1-2 20,4 2 12,0-2 8,0-4-2,0-4-1,0-5-27,0-4-18,0-3-10,0-2-44,0-6-81,0-2-177,4-3-550,-4-3 0,0 2 0,0-3 0</inkml:trace>
  <inkml:trace contextRef="#ctx0" brushRef="#br0" timeOffset="75473.0397">10728 3232 1901,'0'12'63,"0"5"17,0 5 13,0 5 9,0-2 27,0-1 23,0-3 11,0-4 14,0-4 21,0-5-2,0-5 29,0-1-8,0-2-10,2-3-12,-2-2-37,0-2-42,0-7-42,0-4-41,0-7-31,0-4-39,0 1-50,0 1-8,0 0-3,2 3 6,2 6 9,-1 1 20,2 5 33,1 3 27,1 1 9,3 2-6,-2 2 0,0 1-2,2 1-2,0 1-6,-2 2-4,-1 4-4,-2-1-5,-3 3-5,1 4-4,-2 2-2,-5 1-21,-2-1-37,-2-1-78,0-6-126,-6-11-328,3 11 0,0-3 0,1-1 0</inkml:trace>
  <inkml:trace contextRef="#ctx0" brushRef="#br0" timeOffset="75836.6342">11041 3269 3173,'1'0'93,"1"0"9,-2 0-3,0 0-30,0 0 0,0 0 5,-4 2 6,-2 1 1,-3 3 0,0 4-85,-2 2-15,7 0-7,3 2 4,1-1 38,5 2 26,8-1 17,2 1-3,3-1 5,1 0 3,-6-3 5,-5-1-13,-8-2-3,-4 0-43,-7-1-146,-11-5-704,-9 2 0,-6-2 0</inkml:trace>
  <inkml:trace contextRef="#ctx0" brushRef="#br0" timeOffset="78934.387">1854 3544 94,'-2'-9'43,"-2"-2"-2,-2 0 3,-3-1 10,3 2 18,-5 4 21,1 3 23,2 1 6,-1 1 11,3 1 0,1-2-8,2 2 21,2 0 40,0 0 32,1 0 28,0 0 7,1 0 0,-1 0 16,0 0 2,0 0-1,0 0-2,0 0-2,0-1-30,0 1-32,0 0-38,0-1-34,0 1-24,0 0-22,3 0-8,2 0-13,2-1-15,6 1-17,6 0-8,1 0-8,3 0-10,2 0 11,6 0 3,3 0 0,1 0-4,8 1 0,3 0-4,1 0 0,1-1-5,4 2-4,-2-2 0,0 0-3,-2-2-5,1 2 1,-5 0-1,0 0-2,-1 0 3,3 0-1,0 0-1,-2-1 2,2 1 4,-3-1-4,-1 1 3,-5-1 0,-5 1-1,-3 0-2,-7 0 1,-8 0 2,-5 0 0,-3 0-2,-6 0 3,0 0 12,1 0 5,-1 0 3,0 0 0,0 0 5,0 0-1,0 0-1,0 0 3,0 0-21,0 0-96,0 0-130,0 0-130,30-9-558,-33 7 0,1 1 0</inkml:trace>
  <inkml:trace contextRef="#ctx0" brushRef="#br0" timeOffset="81585.1468">1904 4240 1163,'0'0'47,"0"0"5,0 0 17,0 0 36,0 0 41,0 0 36,0 1 30,0-1 29,0 2 29,0-2-19,0 0 29,0 0 15,0 0-7,0 0-24,0 0-38,0 0-32,0 0-26,0 0-21,0 0-25,0 0-26,2 0-30,-1 0-22,3-2-13,2 2-12,-1-1-4,5 0-5,-6 1-7,4-2-5,0 2-4,1 0-1,1 0 1,1 0 1,1 0 2,1 0 3,1 0 3,1 0-1,3 0 0,2 0 4,-1 0-5,1 0 0,0 0-3,2 0 0,1 2-4,-1-2-2,1 1-7,-2 0-1,3-1 1,0 0-5,0 2-2,-1-2 0,1 1 0,-1 1 0,2-2 5,-2 0-2,-1 0 0,2 0 2,1 0-3,-3 0 1,0 0 0,-1 0-8,0 0-5,-5 0-2,1 0-3,-3 0-1,0 0 2,-1 0 3,3 0 2,-1 0 2,5 0 5,-1 0 7,5 0 7,-2 0-1,5 0 2,-4 0-8,-1 0-13,-3 0-11,-2 0-6,-2 0 2,-4 0-5,2 0 3,-1 0 1,2 0 1,2 0 2,1 0 13,3 0 11,-2 0 13,1 0 2,-1 0 1,1 2 2,-3-2-3,-2 0-1,0 0-2,0 0-1,-2 0-6,2 0-5,3 0-5,-1 0 0,1 0-2,5 0-1,-1 0 2,4 0-4,-3 0 4,-1 0-2,-3 0 4,-3 0 5,-7 0 2,-2 0 2,-4 0-2,-2 0-12,0 0-13,0 0 1,0 0 4,0 0-15,0 0-62,2 0-133,-2-12-342,0 10 0,2-1 0,-2-2 0</inkml:trace>
  <inkml:trace contextRef="#ctx0" brushRef="#br0" timeOffset="85415.6513">1839 5010 890,'0'-1'11,"0"-1"12,0 1 16,0-1 19,0 2 12,0 0 6,0-1 5,0 1 3,0 0 12,0 0 18,0 0 34,0 0 6,0 0 2,0 0-9,0 0-2,-1 0 2,1 0 7,0 0 6,0 0 0,0 0-13,0 0-30,0 0-13,0 0-11,0 0-7,0 0-3,0 0 0,0 0-2,0 0-4,0 0-8,0 0-22,0 0-7,0 0-7,0 0 0,1 0 0,5 0-5,-1 0-6,2 0-5,6 0-5,-2 0-1,0 0 10,4 0 1,-2 0 0,2 0-2,0 0-4,-2 0 0,1 0-2,-4 0-6,-1 0 2,-2 0-1,1 1-3,-1-1 4,0 2-1,1-1-3,2 1 2,0-1-2,2 1 0,-2 0 4,3-2-2,-1 3-4,-1-3 4,1 0-6,1 4 2,-2-4 1,0 0-2,3 2 2,0-1-2,-4-1 1,6 0-1,-3 0 4,2 2-2,4-2 3,-1-2 0,2 2 0,2 2-1,1-4 0,-2 2 1,2 0-4,-3 0 3,0 2-1,-3-2-2,-1 0-2,1 0-3,-5 0 4,5 0-3,-5 0 4,6 0-4,-4 0 4,4 0-1,3 0-2,0 0 3,2 0-2,1 0 3,1-2-2,3 2 2,-3 0-2,0 0-1,-3-1 0,-1 1 0,0 0-4,-3 0 6,-2-2-2,-1 2-1,2 0-3,4 0 1,0-2-1,2 0-1,0 2-1,3 0 1,-4 0 2,-3-1-3,-2-1 1,-3 2 2,-7 0-2,0-2 0,-3 2 0,-3 0 1,-1 0 7,0 0 10,0 0 15,0 0 11,0 0 10,0-2 8,0 2 10,0-1 6,0 1 2,0-2-1,0 1-6,0-1-15,0 2-70,0 0-147,0 0-108,2 0-134,-5-16-448,-3 11 0,0 2 0,-4 0 0</inkml:trace>
  <inkml:trace contextRef="#ctx0" brushRef="#br0" timeOffset="88752.6613">1952 12701 866,'0'0'40,"2"0"20,1-1 15,-3 1 16,3 0 7,-2 0 3,1 0 5,-1 0 14,4 0 18,1 0-23,3 1 5,1-1-8,-1 1-3,2 2 7,0-2 15,0-1 9,-3 0 2,1 0-9,1 0-16,-2 0-9,0 0-9,1 0-12,3 0-11,2 0-21,1 0-20,2 1-11,-1 2-4,2-1-6,-1 1 0,-2-1 2,-1-1-4,0 1 3,-4 0-2,1-2 3,0 0-3,1 0 3,3 0-3,3 0 1,-1 0-2,3 0 0,-2 0-2,-2 1-1,-3-1 1,2 3-3,-3-3 1,3 2-2,2 0-2,1-2 4,5 1-3,-2-1-1,-1 0 3,2-1-1,-2 2-1,-2 0-1,-3 0-1,0-1-1,0 4 1,-3-2-6,3 1 4,2-1 0,4 3 0,0-2 1,4 0 1,0 0 2,0 0-2,6-1-1,-6 0 4,3-2 1,-2 0-2,3 0 0,-1 0 1,-1 0-1,2 0-1,-2 0-2,2 0 2,2 0 2,-2 0-2,2 0 0,2 0 2,-4 0 2,3 0 0,5 0 1,-2 0 4,0 0 1,2 0 2,-1 0 0,-2 0 1,0 0 0,-1 0 3,-1 0 0,2 0 0,-1 0-2,3 0 1,-3 0 2,1 0 0,-3 0 4,0 0 3,-5 0 2,-3 0-3,-5 0-1,-3 0-3,-8 0-3,-3 0 13,-3 0 22,-1 0 12,0 0 13,0 0 10,0 0 3,0 0 6,0 0 2,0 0 2,0 0-8,0 0-49,0 0-119,0 0-131,0 0-177,-4-13-505,0 10 0,-6-2 0,-1 1 0</inkml:trace>
  <inkml:trace contextRef="#ctx0" brushRef="#br0" timeOffset="92741.5903">8745 5840 2504,'0'1'38,"0"0"5,0 0 5,0 0 5,0-1 9,0 0 5,0 0 2,0 2 9,0-4 25,0 2 3,0 0 9,0 0 9,0 0 4,0 0 5,0 0-4,0 0-9,0 0-12,0 0-24,0 0-23,2 0-21,3 0-6,3 0-6,0 0-8,5 0-5,0 0-5,0 0 7,1 0 9,2 0 16,1 0-1,-2 0-11,2 2-10,-3-2-7,0 3-6,-3 0-7,1 1-7,-3 2-5,-1 0-4,-4 0-5,0 2-3,-4-1 0,3 2 2,-3 1 1,0 3 6,0 2 7,0 2 10,3 3 4,-3-1 6,3 0 8,-2 2 2,2-2 8,0 1-2,-2-2 3,-1 3 8,0-1 2,0 0 1,0 2 2,0 3 3,0-3 1,0 5 2,0-2-1,0 3 0,0-1-1,0-1-8,0 0-1,0-4 0,0 4-1,0-4 2,0 0-2,0 2 2,0-3-2,0 3 2,0-3 1,0 2-1,1 0-1,-1-1-6,0 2 2,0-1-3,0-1-1,0-1-4,0-2-2,0-2-4,0-3-2,0 0-2,0-4 4,0 1-3,0 0-5,0 1-2,0-1-1,0 1 0,0 1-1,0 2-3,0 1-2,0-1 0,0 4-6,0 0 6,-1-2 0,0-1-4,-2 1 3,3-1-3,-3 2 0,2-2 0,-2 2 1,3-2 0,0 1 1,-3 1-5,2 2 0,-2-4 1,3 4 2,-3 1 2,1-3-3,2 1 4,-1 0-1,-1-1 1,-2 0-4,2 0 6,-2-1 0,1-1 1,0 2-5,2 2 2,-3-3 3,4 4-3,0 1-1,0-2-1,0 1 2,0 1-2,0-3 1,-3 2 0,3-1 1,0 0-4,0-1 1,0 0 0,-3-2 0,2-1 2,1 0-1,-3-2-1,-1-2 0,4 2-1,-2-3 0,1 0 3,1-3-2,0-2-2,0 1 0,-1-3 0,0 0 4,1-2-3,-2-2 1,2 2 2,0-2 0,0 0 0,0 0 0,0 0 5,0 0 1,0 0 2,0 0-2,0 0 2,0 0-4,0 0 4,0 0-4,0 0-2,0-2-1,0 1-8,0 0-4,0 1-6,0-3 3,3 3-2,-1 0 5,3 0-2,3 0 4,0 0 0,1 0-1,2 3 5,3-1 5,1 2 2,-1 2-6,1 0-2,0-1 0,1 4-3,-3-3 0,4 4 0,-3-5-3,1 4 0,-5 0-4,1-2-5,-2 2 3,0-1-5,-3-2-12,-2-1-6,-1 2-7,-2-3-2,0 0-1,-2 0 1,1-2 7,0 2 7,0 0 1,0-1 8,0 1 9,-4-1 9,2 0 5,-2 0 8,3 0 9,-6 3-4,1-3-4,-1 3 1,-3 0 0,-2 3 0,-7-1 0,-2 1-3,0 0 2,-1 1-5,0 1-6,2-2-2,5 1-48,6-2-113,2-2-155,6-6-638,2 3 0,-2-3 0,1-1 0</inkml:trace>
  <inkml:trace contextRef="#ctx0" brushRef="#br0" timeOffset="96840.0656">8936 8076 184,'-4'0'18,"1"0"10,-1 0 12,1 0 8,-1 0 26,2 0 29,1 0 14,-3 0 12,4 0 11,-3 0 7,3 0 9,-1 1 4,1 0 12,0 2 18,0-2-5,0 2-13,0-3-3,0 1-4,-1-1-5,-1 0-8,2 0-8,0 0-11,-3 0-19,3 0-21,0 0-14,0 2-13,-1-1-4,1-1-3,0 3-4,0-1-2,0 1-8,-2-1-3,1 3 0,0-1-9,1 2 1,-2-1 1,1 2-5,-1 2-2,0 1-2,-1-1 0,0 0 0,1 2 2,2-1-5,0 1 7,0 1-7,0-1-2,0-1-1,-2 3 0,2-1-4,-4-3-2,4 2-2,0-1 0,0 0 3,0-1-4,0 2 2,0-2-3,0 2 0,0-1 4,0 0 1,0 2 6,0 1 0,0-1-2,0 2 5,0 4-1,0-2 6,0-1 9,0 1 2,0 0 0,4-1 11,-4 2 1,0 0 3,2 2-2,-2-2-2,0 1-1,2-1-5,-2 2-7,0 0-3,0 2-1,0-2-14,0 4-6,0-4-4,0 0 0,0 0-2,0-1 2,0 0 1,0-2 0,0 1-3,0-3-2,0 0 5,3 0-2,-3 1 3,1-1 3,1 2-1,-2 3 1,0 0-1,0 0 4,0-2-2,0 2 4,0-1 0,0-1 4,0 1 0,0-2 1,0-2 1,0 0 3,0 0-6,0-2 0,0 1 5,0-1 0,0 0-4,0-1-2,0 1 5,0 3 0,0-3-2,0 2-4,0 1 3,-2 0-3,1 0-1,-2 1-1,1 0-1,-4 0 1,2 0-8,1 3-5,-1-2 0,2 1 1,0 2 0,0 2 1,1 1-1,-2 1-2,3 0 1,-4 1-2,2 0 2,-1-3 2,0 3-1,0-3 1,-1 3 0,1-1-1,-1-2-2,1 1 3,-1-4 0,2 0-1,0 1-1,-1-1 2,0-3-3,0 2 0,2 1-1,-2 1 0,1 1-1,0 0-1,-2-2-1,2 2 0,0-2-3,2 4 4,-6-1-1,3 0-2,1 1 1,-1 0-3,0-3 2,0 2-3,2-2 3,1-3 2,0 1 0,0 0-2,0-2 3,0 2-1,0-2 2,0-1 0,-1 1 3,0 2-2,-1 0 0,-3 1-3,3 0 2,-2 1 1,1-4 0,0 2 1,0-1-4,2 0 1,0 1 1,-1-1-1,2 2 0,-1-3 0,1 0 0,0 0-3,0 0 1,-3 0-2,3 2 3,-1 0-2,0 1-1,-1 2 2,-1 0-1,-2 0 0,5 0 1,-2-2 0,2 1-3,0-2 4,0-3-1,0 1 3,0-4-2,0 2 2,0-1 0,0 1-1,0 0 2,0 1-2,0 0 3,0-1-2,0 2 0,0 0-2,0-1 3,-3 2-2,1-3-2,0 1 3,1 3-5,-2-2 2,2 3-2,1 1 1,-3 1 1,3 0-1,0 0 1,0 1 1,-3 2-3,3-3-2,0 0 4,0 2-1,-1-3 0,1 0 1,0 1 1,-2-3-2,0 2 0,2-1 3,-2-2-1,-3-1 3,5 0 0,0-2-2,0 0 2,0-2-4,0 2 3,0-1-1,0 0 1,-2 1-1,1 1 2,0-1-1,1-1-1,0 1 2,-2-2 0,2 2-5,-4-1 0,1 0 1,2 1 0,-4-1-3,1-4 0,4 2 2,-2-2-2,-2 0 2,2-3 0,-2 0 1,0 0 1,-1 0-1,2 3 2,-3-2 0,2 3 2,-2-5-1,-2 3 5,1-3-3,0 2 1,-1-4 3,-1-1-1,1 0 3,0-1-2,-2-1 2,-1 0-1,1 0 0,-2 0-3,2-3 9,-2 0-3,2 1-7,-4-5 2,-3 0-2,2 1 3,-2 1-9,-2-1 1,-2 0-2,0 1 0,2 0-9,1 1 1,1 1 7,2 1-3,3 0-2,0 1-2,4 1 7,3-2 0,2 1 0,0 1-1,3 0 2,0-1 2,-3 1 2,3 0-1,0-1 0,-1-1 3,-1 1 18,2 0 5,0 0 7,0-1-2,0 1-1,0 1-1,0 0-5,0 0 0,0 0 0,0 0-10,0 0-19,0 0-5,0 0 0,0 0 3,0 0 9,0-1 9,0 1 8,0-2 0,0 2-1,0-4 10,0 2-4,0 0-22,0 1-42,0 0-133,2-2-1090,-13 1 0,-12-3 0</inkml:trace>
  <inkml:trace contextRef="#ctx0" brushRef="#br0" timeOffset="124287.3391">19633 4586 1773,'0'0'151,"0"-3"38,0 1 26,0-2 23,0 1 24,3-2 20,-3 1 19,3-1 15,-3 2 9,1 2-117,-1-1-26,0 2-42,0-1-25,1 1-22,-1 0-20,0 0-20,0 1-13,0 5-15,0 4-8,0 1-4,0 5-1,0-4 3,0 1-1,0-4 0,6-2 3,4-5 6,5 0-4,11-5 2,5-3-1,-1-6-6,6-2-4,-3-2-11,-2-3-10,-6 3-6,-4 0-14,-4 3-47,-11 4-122,0 3-62,-6 4-101,0-5-157,-12 7-221,-1 0 0,-1-3 0,-5 3 0</inkml:trace>
  <inkml:trace contextRef="#ctx0" brushRef="#br0" timeOffset="124612.4259">19529 4447 1648,'-7'0'94,"-1"5"64,4 1 43,-3-1 38,4 2 82,8-3 43,8-3 13,9-1 7,12-3 3,14-6-40,10-2-59,0-3-86,-2-5-60,-9-1-92,-10 3-152,-12 1-176,-11-3-198,-11-29-393,-11 39 0,-9 7 0,-1 4 0</inkml:trace>
  <inkml:trace contextRef="#ctx0" brushRef="#br1" timeOffset="156134.2988">7000 7014 955,'0'0'61,"0"0"15,-3 0 14,3 0 16,0 0 6,0-2 14,0 2 13,0 0 8,0-1 3,0 1-43,0 0-18,0 0-14,0-1-13,0 1-13,0 0-10,0 0-12,0 0-12,0 0-7,0 0-1,0 0-3,3 0 2,-3 0 2,1 0 0,1 0 0,-1 0 4,0 0 2,-1 0 0,3 0 3,-3 0 4,0 0 5,0 0 0,0 0 1,3 0-3,-3 0-1,3 0-3,-3 0-1,0 0-2,0 0-2,0 0-6,0 0-2,0 0 6,0 0 9,0 0 9,4 0 7,0 0 7,0 0 5,3 0 4,-1 0-1,-2 0 4,4 0-1,0 0-7,-1-1-8,1 1-11,0-3-4,-1 1-7,-3 0-6,1 1-3,1 0-2,-6 1-4,1 0-2,-1 0 0,0 0 0,0-1 1,0 1 1,0 0 1,0 0-1,0 0 3,0 0 3,0 0 1,0 0 2,0 0 7,0 0 1,0 0 5,0 0 0,0 0 0,0 0 0,0 0-3,0 0 0,0 0 3,0 0-4,0 0-7,0 0-2,0 0-4,0 0-3,0 0 1,0 0-1,0 0 0,0 0-2,0 0-2,0 0 0,0 0 0,0 0-2,0 0 0,0 0 0,0 0-3,0 0-2,0 0-1,0 0 0,0 0 1,0 0 1,0 0 0,0 0 1,0 0 0,0 0 2,0 0 5,3 0 1,-2 0 3,2 0 1,1 0 1,0 0-1,2 0 0,1 0 0,3-2-1,2 1 0,2-1-3,4 0 2,-1-2-2,2 0-2,2 0 1,-3 1-1,0-1 1,-5 0-1,-2 2-1,0-1 2,-4 2 2,-2-1-1,1-1-1,-2 1 3,0-1 1,2 1-1,-1 1 0,1-2 0,-2 2 1,0-1-2,-1 1-2,-2 0 3,-1 1 1,0-1 1,1 0-1,-1-1 1,2 1-1,2 0-1,0-1 2,2-1-2,-2 1 1,1 0-2,-3 0-2,2 0 0,-2 1-2,-2 0 4,2 1-3,-2-1 1,3 0-1,-3-1-1,4 2-4,2 0 2,2-2-1,-1 1 0,5-1-1,-3-2-5,5 4 1,-5-3-2,1 2 0,-2-2 2,2 2 4,-4-1-2,3 1 1,1-1 1,1-1-2,-1-1 3,4 2 0,0-3 2,2 3 0,-3-3-1,1 1-1,1 2 2,-3-2-1,-2 3-4,-3-2 3,-4 3-4,-3 0-2,0 0-10,0 0-2,0 0-1,0 0 1,0 0-3,0 0 2,-6 0 3,2 3-1,-6 1 3,2 1 5,1 4 7,-1 0 3,4 1-4,2-2-5,2 3-13,-3-2-9,6-1-7,-3 0-3,3-1-3,0-2-8,2 0-6,2-2-3,0 0 4,-4-1 3,-2 0 10,1-2-18,-2 0-22,-2 0-44,4 0-34,-2-2-80,0-3-272,-2 4 0,2-1 0,0-1 0</inkml:trace>
  <inkml:trace contextRef="#ctx0" brushRef="#br1" timeOffset="166151.2001">19174 5566 1097,'0'0'29,"0"0"9,1 0 13,-1 0 18,2 0 25,-2 0 38,0 0 35,0 0 30,0 0 23,0 0-6,0 0 12,0 0 4,0 0-5,0-1-12,0 1-21,0-3-30,0 1-33,0-2-27,0 1-22,0-1-21,-2 1-13,1 1-11,0-1-11,-1 1-5,-3-2-5,2 2-8,-2 1-2,-3-1-2,1 2-2,-2-1 0,2 0 0,-2-1-1,1 1 3,0 0-3,-3 1 3,-2-1-1,-1-1-1,1 2 2,-1-1 1,4 1-1,-3-1-2,5 2 0,-2-1 0,2-1-1,4 1-1,-3 0-1,0 0 3,-1 0-2,1 1 0,-4 2 0,1-1 2,-1 1 2,-2 1 0,1-1 2,-1 0-1,-2 0 2,3 0-1,-1-1 2,2 2-2,0 0 1,-2-4-3,7 2-1,-3-1 2,5 2 0,-4-1 0,2 1 0,2 1 4,-7-1-3,4 2 4,-1 0 2,0 1 4,-2-1 2,-1 0-1,4 1 5,0-1 0,-1 2 4,-1 1-4,4-2 4,-2 1 0,0 0-1,3 0-1,-1 0 1,0-1 3,0 1 1,-1 0 5,0-2-1,0 2 7,0-1 1,0 1-1,1 1 2,-1-2-1,2 0-2,-3 2-2,4-2-4,-2-1-1,3 1 0,0 1-5,-1 0-2,2 0-1,-1 2-2,1 0 1,-1 0 1,2 0-1,0 2 0,0-2-1,0 3-6,0-3-1,0 1-2,0-2-3,0 0-1,2-1 0,-1 1 3,3-2 0,0 1 1,2-2-1,-2 4 1,3-6 2,-5 5-1,3-3 6,0 2-3,-3-3-1,4 2-4,-1-1-2,-2 0-2,2-1 0,-1 2 2,1-4 0,-2 2 2,2 0-2,3 0 0,-4 0 2,4 0-1,-2 0-2,1-1 2,-1 2 0,1 0-3,1-2-3,-2 2-2,-2-3 3,5 2 2,-3-1-2,0 0-1,2 1 1,0 1-1,-1-3-6,1-1 3,1 2 0,-1-2 2,0 2-4,1-1 1,2 2-1,-3-2 2,-1 1 0,6-2 2,-2 1 4,1-1 0,-2 1 1,1 1-4,0-2 2,3 1-2,-4 0 0,2 0 1,-2-1-1,4 1-1,-3-1 0,-3 3-1,2-4 1,1 3 1,-3 0-1,2-3 0,3 1 2,-1 1-2,-1 1-1,3-3 0,-2 2 2,1-2 1,2 0-3,0 3 1,-1-3-1,3 0 3,-2 1-3,1 0 1,1 1 0,-3 0-1,3-2-2,-6 1 2,4-1 2,-5 0-3,1 0 5,0 1-5,1-1 2,0 0-1,2 0 1,2 0 0,-2 0 1,0 0-2,0 0 1,-3 0 0,1 0-3,1 0 4,-4 0-1,3 0 0,-1 0 0,1 0 0,2 0-2,0 0 0,0 0 1,1 0 1,1 0-1,0 0-2,4 1 0,-1-1 1,4 2-1,1 0 1,1-1 1,0 1-2,-4 0 1,1 1-1,-4-2 3,1 0-1,-4 0 2,-2 1-3,1-1 2,-3-1 3,2 1 0,4 0 1,-1 0 1,1-1 0,2 0-1,-1 2 2,0-1 0,-1 0 2,-2 2-2,0-1-1,-1 1 0,-1-1-2,-1-1 2,0 2 0,2-2 2,-1-1 2,1 2 1,2-2 2,-2 2-1,3-2 1,2 4 0,-6-4-1,3 2-2,0-1 2,-1 1-6,-3-1-1,2 1-2,-1-1 0,-2 1-2,3-1 0,-2-1 2,2 2-2,3-1 2,-2 1-2,0 2-1,2-2 0,1 2 3,3-1-4,-3-1 1,-3 1 2,3-1-6,-4 2 8,1-2-7,-1-1 3,1 2 3,-1-3-1,0 2-2,-2 0 2,4 0 1,-1-1 0,0 2 0,2-2-5,-1 1 3,0-1-1,0 1 1,-1 0 0,1-2 0,-1 3-1,-1-3 0,3 2 1,1-2 1,1 2 2,0-1 3,0-1 2,-1 0 2,-1 0-1,3 0 4,-5 0 3,0 0 1,-1 0 1,2 0 3,-1 0 1,-1 0-1,3 0-3,-1 0 1,-4 0 1,3 0-6,-3 0 3,-1 0 0,-1 0 2,1 0-8,1 0 6,-3 0-7,1 0 4,2 0-9,-1 0 5,3-1 14,-3-1-15,-4 0-4,1-1 0,3 1 6,-4-2-6,1 1 5,4-2-4,-2 1 9,-2-2-3,1-2-16,1 2 16,-2 0 0,1-1-4,-1-1 13,0 3-2,-1-2-1,1-2 9,0 4 1,-2-4 0,-1 2-9,-1-2 0,-2 2-1,3-3 1,-4 1-13,-1-2 6,3-1 1,-3-2-6,2 0 0,-2-1-6,1-2 11,-1 1 1,0-1-2,0 0 9,0 2-4,0 0-4,0 0 0,0 2-6,0 0-11,0 1 7,0 0-3,0 1-9,0 1 3,0 1-9,-3-1 5,0-1-4,-1 3-4,-2-3 2,2 1 0,-4-3-11,4 2-1,-3-1-8,-2 3 1,3-2-5,0 3-14,-4-1 0,1 2-4,-4-1 9,2 0 1,2 0 10,-3 4 3,0-1 11,2-2 4,-3 2-2,1-1 12,1 0 4,-2-1 3,0 0-5,-2 2 3,-1-1 2,4-1-3,-2 1 4,0 0-7,3 1 7,0-1-3,-3 2 0,1-1-3,-2 1 0,0-1-4,-2 2 2,-1 1-7,1-1-5,-1 0-2,-1 3-4,-1-4 3,4 0 1,-2 2 2,0-1 0,3 0 2,2 0 1,-1 1 4,2-1 3,-1 2 4,2-1-2,-5 1-1,0-1 1,0 1-3,-2-1 2,0 1 0,1 0-1,0 1 1,-1-2 1,4 0-1,-2 1 5,-1 0 0,0 0 1,2 0 2,-3 1 1,0 0 0,1-1-1,-2 0 2,2 1 0,0-2 3,0 2-2,1-1 0,4 1 0,-3 0-1,5 0-2,2 0 3,-3 0 0,0 0 1,1 0-2,-4 0-2,-1-2 6,-2 2-4,-2-1-1,-2 1 3,-1-3 0,4 3 0,-2-1 1,5-1-2,1 0 2,6 1-3,-3 1-1,4-3 2,0 3 1,-1 0 0,-2 0 0,0 0-2,-1 0 0,-5 0 0,1 0 0,-2 0 0,-6-1 0,1 1 0,0-2 1,0 2-2,1 0 0,-1 0 2,0 0-1,4 0-2,-2 0 2,7 0-1,-3 0 0,1 0 2,1 0 1,-3 0-2,5 0 1,-5 0-2,3 0 1,-7 0 3,1 0-4,-7 0 3,2 0-1,0 0-1,1 0-1,4 0 2,0 0-1,3 0 1,4 0 0,-5 0-1,6 0 2,-1 0-1,-1 0 0,-3-2 1,-1 2-4,-1 0 5,0-1-3,-5 0 0,5 1 1,-4-1-1,8 1 0,-4 0 1,4 0-1,0 0 1,-2 0 1,3 0-1,0 0 0,3 0-1,-3 0 2,3 0-1,-3 0 2,-1 0-1,2 0-3,1 0 2,1 0-1,-3 0 0,3 0 2,-5 0 0,4 0-2,2 0 3,2 0-5,4 0 1,1 0 4,3 0-6,0 0 3,0 0-2,0 0 0,0 0-4,0 0-8,0 0-33,0 0-74,0 0-124,0 0-177,14-10-560,-10 7 0,-4 1 0,2-2 0</inkml:trace>
  <inkml:trace contextRef="#ctx0" brushRef="#br1" timeOffset="176176.6149">14127 10634 1244,'-1'1'92,"-1"-1"41,2 0 27,-2 2 29,2-3 32,0 1 39,0 1 35,2-1 30,-4 0 14,2-1-41,0 1-34,0 0-38,0 0-24,-2 0-30,-2 0-31,-2 0-38,-2 0-35,0 2-28,-2 1-12,-1 0-6,1 1-5,-1 5 2,2-2 1,-1 2 15,-1 1 0,1 2 4,2 1 8,1 2 6,1-1 6,3 2-2,2-1 1,1 3-2,4-5 0,-1 3-14,1-2 1,4-4-4,4-2-3,-1-4-7,4-1-7,1-3-1,0-3-2,-1 1-2,-1-2-3,1-2 2,-2-2-2,-5 1-1,-1-2-3,-2 2-4,0-2 2,-4-1-3,2-3-1,-3-2 1,0-2 1,-7-1-2,3-3 2,-2 4-4,-4 1-2,-1 3-1,0 4-14,-1 5-25,-1 1-74,2 2-112,0 2-168,6-6-598,-1 4 0,3 0 0,3 2 0</inkml:trace>
  <inkml:trace contextRef="#ctx0" brushRef="#br1" timeOffset="177073.5781">14772 10683 1886,'0'0'107,"-4"0"23,4 0 10,-2 0 9,-2 0 11,0 0 18,1 0 20,-2 0 15,-2 2 26,3 2-64,1 1 20,-4 2 11,3 2 10,-3 2 8,5 1 4,2 2-8,0-1-13,6 0-10,3 3-21,1-3-15,7-4-37,3-1-27,0-3-17,3-4-20,-1-1-8,0-1-9,-4-4-5,-1-3-6,-5-1-1,-1-1-5,-5-5-2,-2 3-5,-4-1 7,-4 0-2,-2 0 0,-6 1-4,-4 2 2,-6 0-3,-1 4-1,-4-1-16,4 6-24,-2-1-21,4 2-56,3 0-107,4 5-190,17-5-728,-7 2 0,1 1 0</inkml:trace>
  <inkml:trace contextRef="#ctx0" brushRef="#br1" timeOffset="178096.8187">15472 10680 1804,'-2'0'93,"-1"0"24,0 0 25,-2 0 24,2 0 27,-3 1 21,0 1 30,1-2 20,-2 6 37,3 1-33,-4 2-13,2 3-5,2 2-15,2 2-15,1-3-13,1 3-14,4-3-24,5 1-11,2-2-30,2-6-20,7-2-23,2-2-16,1-4-9,3-4-10,-1 0-11,-3-4-7,-4-4-8,-7-4-4,-7 0-8,-1-2-6,-9 3 0,-5-2 2,-4 7-3,-6 4 3,-6 3-25,-2 2-54,2 5-211,2-9-874,2 10 0,5-3 0,1-3 0</inkml:trace>
  <inkml:trace contextRef="#ctx0" brushRef="#br1" timeOffset="179360.8133">13986 11558 2424,'-6'2'55,"-1"-2"20,-3 4 19,1 1 18,0 2 34,6 3 23,1 3 22,2-1 31,2-2 23,7 3-12,-1-3-16,9 0-6,1-5-8,4-2-5,3-1-29,-3-6-17,1-1-23,-4-5-24,-4 0-17,-8-4-11,-4-2-10,-5-2-12,-6 2-10,-7-2-11,-2-1-7,-8 3-6,3 4-1,-3 5-24,7 4-49,3 3-99,8 1-139,7 0-195,6-25-473,7 24 0,10 1 0,7-2 0</inkml:trace>
  <inkml:trace contextRef="#ctx0" brushRef="#br1" timeOffset="179999.3723">14715 11541 2518,'-4'0'116,"-7"2"34,1 3 34,-4 2 25,9 5 25,-2 5 10,4 0 4,2 2 6,3-3 8,5-2-63,6-4-20,2-4-26,6-5-32,4-2-20,0-3-20,3-6-1,-9-1 6,-4-3-1,-2-2-4,-13-2-16,-3 1-16,-8 1-9,-10-2-3,0 4-4,-8 5-18,1 4-43,-1 4-126,10 4-265,5-22-625,7 23 0,7-6 0,10 0 0</inkml:trace>
  <inkml:trace contextRef="#ctx0" brushRef="#br1" timeOffset="180874.2234">15632 11392 1915,'0'0'124,"0"0"17,0 0 10,0 0 30,0 0 31,0 0 30,0 0 25,0 2 26,0-1 26,0 2-86,0 2 0,-2 1 1,2 3 5,0 1-18,-2 6-18,4 2-24,-2 7-15,0 2-7,0 7-18,0 0-25,0 4-6,0-3-13,0-3-19,0-4-6,0-6-2,0-6 7,0-5 11,0-5-21,0-6-20,2 0-64,2-4-61,-1-1-203,36-8-970,-30-2 0,-2-1 0,-2-5 0</inkml:trace>
  <inkml:trace contextRef="#ctx0" brushRef="#br1" timeOffset="182760.1775">13700 10571 2316,'0'0'86,"0"-2"19,0 1 17,0-2 23,0 2 24,0-3 29,0 2 28,0-1 18,0 2 5,0-1-40,0 0-32,-2 2-17,-3-1-12,-7 1-21,-1 0-22,-2 0-27,-5 1-22,2 2-15,-1 2-2,5 2-8,-5 4 6,5 4 5,0 1-2,5 1 1,0 2 0,6 2 0,3 0-2,0 0-1,0 2-2,3-2-6,-1 0 0,4-3-7,1 1 0,3-1-4,2-2 3,-1-1-4,1-2-1,-1 1-3,-3-2 0,-2 0-1,-4-1-3,1 1 1,-3 1-2,-4 0 1,1-1-2,-4-2-1,-7 2-2,-3 1 3,1-2-1,-4 0 1,-3 1 0,2-4-4,-1 1 1,-3-1-7,4-2-6,3-2-1,2-2-1,2 1-2,3-3-3,5 0-2,3 0-13,3-2-8,0 2 0,6 0 6,1-1 6,2-1 4,7 0 4,5 0 1,-5 2 3,2 0 1,-5 0 13,-1 2 10,-3 3-2,0 1 3,-6 2 1,0 3 5,-2 1-1,2 2 4,-3 2-3,0-3 9,0 4 2,3 0 1,-3-1 7,2 0-5,2 3-2,-2-2-7,2 3 2,-4-1-4,2 1 1,-2 0-6,0 2 1,0 1 2,-2-2-1,2 2 5,0 0 3,-6 0 5,2-2 0,2-1 3,-1 1 8,0-4 3,2 1 0,-2 0-4,2-2 3,-1 2 2,2-4-7,0 2 1,0-1 0,0-1 6,3 0-5,1-2-4,2 2 8,8-3 1,3-2 8,3-1 0,5-3 9,4-3-6,3-1-42,3-3-80,-2 0-142,11-10-1095,-15-2 0,-9-7 0,-6-8 0</inkml:trace>
  <inkml:trace contextRef="#ctx0" brushRef="#br1" timeOffset="186722.2932">13872 2778 2950,'0'0'84,"0"0"25,0 0 33,2-1 31,-1 1 23,0 0 20,0-2 18,2 1 19,-3-1 18,0 0-54,0 0-13,0 1-17,0-2-33,0 3-30,0-1-18,0 0-20,0 1-18,0 0-18,0-1-16,0 1-9,0 0-8,0-3-7,0 3 0,-3 0 1,3 0-4,-3-2-1,1 2 2,-2 0-4,4 0 0,-2-2 4,2 2 4,-1-1-2,1 1 5,0 0 7,0 0 8,0 0 5,0 0 2,0 0 10,0 0 12,0 0 6,0 0-2,1 0 8,1 0 9,4 0-1,3 0 4,2 0-1,6 0 0,4-1-9,-2 1-14,3 0-7,-7 0 2,-2 0-14,-2 0-31,-4 0-22,-4 0-44,-2 0-19,-1 0-29,-1 0-16,-5 0-36,0 2-94,-3 2-138,1-4-192,-5-6-494,3 5 0,-5-2 0,2 0 0</inkml:trace>
  <inkml:trace contextRef="#ctx0" brushRef="#br1" timeOffset="188811.1518">13822 2766 1643,'0'2'149,"2"0"33,-2 1 29,0-1 32,0-2 34,0 0 25,0 0 20,0 0 18,0 0 25,0 0-94,0 0-36,0 0-29,0 0-25,0 0-30,0 0-33,0 0-22,0 0-22,0 0-16,-2 0-24,-2 0-13,1 0-6,-3 0-3,1 0 0,-3 2-1,2 0 4,0 2 0,0 1 4,0 4 2,2 2 4,0 1 4,2 0 5,1 2 0,0 0-1,1 2 1,0-1-4,0-1-4,1 2 2,-1 0-4,0 1-3,0 0 0,0 0-3,0 2-2,0-3 0,0 0-1,0 1 0,0-2 3,0-1-1,0-1 0,0-1-1,0-3-4,0-2-3,0-3 9,0 2-1,0-5 7,0 1 3,0 1 8,0-3-2,0 0 6,0 0 6,0 0-1,0 0 1,0 0-4,-4 0-8,4 0-9,-4 0-8,-3-3-13,-2 3 2,-3 0-26,0-2-1,-4 2 10,-1-1-14,1 1-2,-2 0 7,5 0 0,4 0-1,2 0 3,3 0-2,2 1 18,2 1-4,0 1-15,2-3 19,-2 2 0,0 3 6,0-1 9,2 1 11,4 0 4,0 1-8,3 0 6,1-2-1,-1 3 2,0-1-6,2 0-2,-6-3-6,4 3-14,0-3-27,-1-1-16,0 0 4,1 0-10,3-2-5,-8 0 1,1 0 0,-2 0-1,-2 0 1,-1 0 5,0 0 23,0 0 9,0 0 6,0 0 6,0 0 5,0 0 2,0 0 1,0 1 1,-1-1 0,0 2 1,-1-1 0,1 0 3,-3 0-1,2 2-1,0-1 3,-2 2 0,4-1 3,-2 1-2,-2 4 5,2-1-2,1 4 2,0 2-2,-1 2 0,4 2 4,-2-1 5,0 3 6,-2-1 1,2 0 1,0 1 6,0 0 6,0-3 3,0 3 1,-1-1 3,1 2 0,0-1-2,0 0-4,0-1-3,0 0 7,0 0-7,0-3-7,-3-1 4,3 2-8,-1-2 11,1-2-11,0 3-2,0-3 7,0 0-8,0 1-3,0-3 5,-1 2 3,1-3-10,-2 0 6,2-1-9,-3 1 5,3 0-3,0-1-6,0 0 5,0 0-3,0-4-8,0 1-1,0-2 1,0-1-1,0 0 6,0-1 0,0 1 0,0-1-3,0 0 0,0 0-1,0-1 1,0 0 0,0 0 0,0 2 8,0-2-8,0 0 0,0 0 8,0 0 0,0 0 1,0 0-1,0 0 0,0 0 0,0 0 0,0 0-8,0 0-1,0 0 1,0 0-6,0 0 6,0 0-1,0 0 1,0 0 0,0 0 5,0 0 12,0 0 6,0 0 8,0 0 1,0 0-4,0 0-5,0 0 8,0 0 0,0 0 1,0 0-6,0 0-12,0 0-3,3 0-8,-3 0-1,4 0 13,2 2 8,-2 0-8,6-1-4,-1 2 4,4 0 0,-2-1 0,1 2-2,-2-2-1,4-1 1,-6 1-12,4-1-9,0 2-1,-1-6 4,0 6-3,0-3-1,0 0 0,1-3 0,1 3-3,-3 0-25,4 0-36,-3 0-55,-3 0-90,-1 0-71,4 0-366,-7-11-722,-4 8 0,3-1 0,-3 0 0</inkml:trace>
  <inkml:trace contextRef="#ctx0" brushRef="#br1" timeOffset="190834.0845">13241 2767 841,'0'0'75,"0"0"31,0 0 42,0 1 46,0-1 26,0 1 18,0 0 20,0 1 26,0-2 29,0 0-30,0 0 9,0 0-5,0 0-20,0 0-28,0 0-13,0 0-10,3 0-13,-3 0-25,0 0-26,0 0-25,0 0-30,0 0-21,0 0-18,0 1-7,0 4-2,0 1 1,0 7 4,0 5 0,0 4 6,0 1 10,0 3 16,0 1 2,0-2 11,0 1-1,1-4 1,-1-1-12,1-5-3,-1-5 3,2-1-5,-2-3-2,0-4-2,3-1 2,-2 0-9,0-4-31,-1 2-47,3-2-51,0 0-30,-3-1-62,3 0-168,-1 1-206,0-11-632,-2 12 0,-2-2 0</inkml:trace>
  <inkml:trace contextRef="#ctx0" brushRef="#br1" timeOffset="201102.4707">13181 3075 965,'0'0'117,"0"0"46,2 1 42,-2-1 29,0 2 26,0 0 24,0-2 16,0 0 6,0 0 5,0 0-81,0 0-29,0 0-43,0 0-37,-2 0-29,1 0-21,-2 0-23,-1 2-12,3-1 0,0 1 7,0-2 8,1 2 9,0-2 8,-1 2 8,-2-2 5,3 0 4,0 0 4,0 0 0,-2 0-4,0 0-10,-2 0-11,-2 0-10,2 0-12,-3 0-9,1 0-8,1 0-7,-1 0-4,1 2-2,4-2 2,1 0 4,0 0 2,0 0-2,0 0 2,0 0 2,0 0 10,0 0 9,0 0 8,0 0 5,0 0 1,0 0-2,0 0 0,0 0-1,4 0-1,3 0-1,-1 0-10,5 0-8,2-2-7,-1 2-8,-2 0-2,4 0-2,0-2-1,-1 0 0,0 0 2,0 2-5,-2-1 2,-1-1 0,-2 2-2,-1 2 1,1-4-2,-2 2-2,-2 0-3,3 0-5,-3 0-8,0 0-13,0 0-37,-2 0-111,2 0-263,-3-21-636,2 18 0,-7-3 0,4-2 0</inkml:trace>
  <inkml:trace contextRef="#ctx0" brushRef="#br1" timeOffset="201150.3413">13238 2740 546,'0'0'71,"0"0"49,0 0 50,0 1 49,0 0 33,0 2 27,0-2 21,0 0 20,0-1 21,0 0-19,0 0-8,0 0-34,0 0-42,0 0-46,0 0-30,0 0-28,0 0-15,-1 0-7,-1 1-3,-3 0-13,-2 4-3,-2 2-2,-3 4-4,1 1 3,0 1 5,1 3 2,0-1-2,4-2-12,4-1-18,-2-3-9,4-2-20,0-4-13,-2-1-12,2 0-37,0-1-94,0-1-147,6 0-268,-6 0-399,0 0 0,-4-4 0</inkml:trace>
  <inkml:trace contextRef="#ctx0" brushRef="#br1" timeOffset="201309.9146">18410 5663 1255,'0'0'48,"0"0"1,0 0 2,0 0 1,0 0 3,0 0 8,0 0 15,0 0 30,0 0 31,0 0-23,0 0 12,0 0 9,0 0 4,0 1 5,-3-1 8,-1 0 6,1 0 6,0 0-14,1 0-18,0 0-12,-2 0-6,1 0-3,-1 0 9,0 0 11,4 1 0,-3 1-2,-1 2-7,0 3 0,0 0 1,0 4-3,-2 2 2,4 3-2,-4 1-9,2 2-12,-2 0-9,-1 0-7,3-1-9,0 1-15,1-3-8,2-3-8,-1 1-8,-1-4-5,1 1-6,1-3-3,-1 1-1,-2-4-5,4-1-11,-3 2-18,0-2-58,2-2-138,2 0-286,-5-4-495,1-4 0,0-2 0,-4-6 0</inkml:trace>
  <inkml:trace contextRef="#ctx0" brushRef="#br1" timeOffset="203636.3741">18399 5703 1410,'1'0'83,"-1"0"26,1 0 23,1 0 16,1 0 17,-2 0 18,2-1 15,0 1 18,-3-1 24,2 0-36,1-1-5,-3 0-5,3-2-10,0 2-4,-2 2-6,-1-4-5,3 3-9,-3-1-13,0 2-18,0-1-21,0 1-12,0-1-18,0 1-10,3-1-8,-3 1-8,1-1-10,-1 1-4,0-1-4,0 1-8,0 0 2,0 0-2,0 0 5,0 1 0,-1 5 9,-4 1 4,0 5 6,-1 3 5,1 3 5,-2 0 10,4 2-1,0-5 0,2 1-2,-2-2-1,3-1 1,0-3-8,0-4-8,0 1-8,0-2 9,0-4-9,0-1 14,0 1 0,0-1-1,0 0-3,0-1-5,0-3-1,-4-2-6,4-6 3,0-6-13,0-1-6,0-2-8,0 0-11,0 0-3,0 5-5,4 1-5,-4 2 1,0 3 6,2 3-4,-1 2 1,-1 0-4,0 3-8,0 0-4,0 2-5,0-1 6,0 1-4,0 2-3,0 3 5,-3 7 2,-1 5-4,-1 6 5,-1 2 6,3 3 9,-1 0 2,1 0 1,2-4 6,1-1 5,0-2-5,0-7-2,0-3 3,0-4 10,0-2 8,0-2-5,0-2-28,0-1-41,0 0-66,0-1-201,11-3-313,-11 0-468,0-2 0,-2-4 0,0-1 0</inkml:trace>
  <inkml:trace contextRef="#ctx0" brushRef="#br1" timeOffset="205080.4852">18438 5577 867,'0'-1'102,"0"1"35,-1 0 41,-1 0 34,-2-2 16,-2 2 10,2 0 16,-2 0 17,1 0 17,-2 0-62,-1 0-16,-3 0-22,1 0-30,-3 0-12,-1 3-4,-1 1 2,1 1 4,2 0-2,-3 1 0,1 0 3,4 0-5,-4 0-2,4 0-8,-1 1-12,0 2-9,3-1-10,-3 2-18,-1 2-12,2-1-16,-4 1-10,4 0-9,-1 1-8,3 0 0,2-3-4,-1 0-2,6 1 1,-2 0 1,0-1-3,3 0 2,0 1 0,0 0 0,0-1 2,0 2-4,0 0-1,0-2-3,0 2-3,3 1-4,-3 1 1,3-2-1,-3 1-1,5 2-4,-2-3-2,0 3 3,3-3-4,-1 0 3,0-2 3,1 1 9,1-2-1,0 0 1,-2-4 0,1 4 9,0-2 0,-1-1 3,5-1 8,1 0 1,0-1 9,3 1-12,1-4 5,3 0-2,0 1-2,1-2-2,-1 0 0,-2 0-9,-1 0-1,-1 0-2,-1 0-15,2 0 7,-2 0-6,-3 0 7,3-2 3,-5 1-7,3-1 4,-1-3-6,2 0-2,1-1-10,1 1 5,1 0-2,-1-1-1,1 0-8,-2 0-1,-1 1 7,-2-4-2,-3 4-6,1-5 3,-1 1 5,-4-2 11,2 1-11,1-6 4,-1 3 4,-3-1-3,4-2 3,-3 0-6,0-1 8,0 0-3,-2 2 5,1 1-17,-2 0 18,0 0-3,0 0-8,0 0 2,0-1-9,-2-1 9,0 2-2,-3-3 8,0 1-6,-1 1 5,-1 0-11,-2-1 3,-1 0-1,0 2 1,-2-1-7,-3-1 3,-2 2-4,-4 2-14,-1 3-11,-3 0-11,-1 1-16,-5 4-22,-1-1-20,3 3-60,4 2-162,17 0-354,-8 1-390,4 1 0,11-1 0,-2 0 0</inkml:trace>
  <inkml:trace contextRef="#ctx0" brushRef="#br1" timeOffset="215991.6249">18723 6384 408,'0'-3'41,"0"1"8,1 2 5,-1-1 0,0-2-4,0 3 0,0 0 4,0 0 6,0 0 10,0 0-20,0 0-13,0 0-8,0 0-2,0 0 0,0 0 5,0 0 2,0 0 11,-1 0 22,1 3 17,-1-3 14,1 1 23,0 1 28,0-1 26,0-1 18,0 2 10,0-2 6,0 0-11,0 0-28,0 0-22,0 0-20,0 0-22,0 0-28,0 0-21,0 0-12,0 1-5,0-1 3,0 0 7,0 0 5,0 0 7,0 0 8,0 0 8,0 0 0,0 0-1,0 0-5,0 0-10,0 0-9,0 0-8,0 3 2,0-1 2,0-1-1,0 3 5,0-2 11,0 1 14,1-1 18,2-2 10,1 1 6,7-1 1,2-1-5,6-2-12,0-1-4,5-3-13,1-2-14,2-1-15,2-1-17,-4 1-9,-3 0-4,-3 3-4,-5 4-5,-7 1 0,0-2-3,-3 4-5,-2 0-11,0-2-29,1 2-78,-3 0-111,2 0-173,-2-8-557,-2 6 0,-4-1 0,-1 2 0</inkml:trace>
  <inkml:trace contextRef="#ctx0" brushRef="#br1" timeOffset="220689.6837">14224 4309 431,'0'-2'49,"0"-1"14,0-1 10,3 0 13,-3 2 21,0 1 24,0 1 24,0-3 34,0 3 37,0 0-13,1-2 15,1 0 11,2-1 5,0-3 2,2 0-11,-4-1-16,1 3-21,1-3-25,-1 2-22,-2 0 1,1 2-4,-2 0-8,0 1-4,0 1-14,0-3-4,0 0-5,0 0-1,-2 1-2,0-3-15,-1 3-23,-3-2-22,0 1-12,-2-1-14,3 1 4,-1 1-7,0 0-5,0 1-2,-1 1-7,-5-1-1,3 2-1,0 0-1,-4 0-2,2 0 1,0 0-5,-2 0 1,2 0 2,0 0-1,0 0-1,-2 0 1,3 2 0,1 0-2,-2 2 4,4-1-2,-1 5 1,-3-4 2,1 3 0,-1-2-1,4 4 1,-4-3 2,4 3-1,-3-3-1,1 3-4,3 0 2,-3 0 1,3 1-4,2 0 2,-2-1 0,2 3 3,-2 0 0,1-1 0,-1 2 3,2-1 0,0-1-2,-1 1 1,2 0 4,0-3-2,-3 3 0,2-1-1,2-1-2,-4 2 2,4-2-2,-3 1 3,2-3 0,0 3 1,0-2-4,1 1 2,2 0 1,0 0 0,-1 0-1,-1 0-2,2 0 2,0 0-1,0 1-2,2-3-3,-2 2 0,0-3 1,0 2-1,1-2 0,1 0 2,4-1-1,-3 1 1,4 0 0,-1-2 4,0 3 3,5-1 0,-5-1-3,4 2-2,-1-1-2,1 0 1,-2 0 0,6-2-2,-3-1-1,3-1 0,0 3 2,3-3 1,-1 2 0,1-1 0,-1 2 5,-1-1-4,1 1 0,-3 0 0,0-1-2,-1 1 0,3-1-3,-1 0 5,-1 1-4,2-3 3,3 0-3,0-1 2,5 0 0,1-2 0,2 2 2,2-2-4,4 0 2,-3 3-10,0-3 4,0 2-4,-1 0 0,-3 0-1,0-1-2,-3 1 0,0 0-2,3-1 1,-5 0 0,3 0 0,2 1 2,-2-1 2,1 0-4,1 2-7,0-1-6,-4-1-13,4 2-2,-6-1-2,3 1 1,-1-2-1,1 1 3,-1-2-2,3 0 4,-2 2 7,0-2 6,0 0 12,1 1 5,0-1 4,-4 0-1,4 0 0,-3 0-2,4 0 2,1 0-1,3 0 0,-1 1 3,3-1-1,-1 0 0,0 0-2,-3 2-1,-1-2 3,0 2-1,-4-1 0,0 2 2,-3-3 2,0 3-2,-3 0 2,3 0 2,-3-3 2,4 3 2,0-1 0,3-1 4,-1 0 1,4 0 3,-2 0 2,0-1-1,-1-1 4,0 2 0,-2-1 5,-3 0 6,1 0 6,-4 0 4,-1 0 4,1-1 1,1-1-2,-1-3 3,-3 1-3,3-2-1,-3 0-5,3-3-7,-2 0-7,1-3-2,1-2-5,1 1-2,-4-2 4,3 0-4,-3 1 3,0 2 2,-4-2 5,1 0 0,-1 2 1,-4 0-4,1 1-1,-4-2 1,3 0-4,-3-1-1,0 2-2,0-2-3,0-1-7,0 3 1,0 1-3,0-3 2,-3 3-1,-1 0 0,0-2-4,-2 0 4,-2 1-1,1 0-5,1-2 2,-2 1-7,-3 1 0,0 0 1,1-1-1,-5 2-5,2 0 4,0 1-3,-4 0 1,2-1 5,-2 1 0,-1-2 2,-1 3-5,2-3-4,-4 4 4,3-2-4,-1 2-3,-1 1 3,-5 2-3,3-2-3,-4 1-2,0 0 4,-4 0 3,3-1 3,-2-1-2,-2 1 5,3-5-2,-2 2-1,1 1 6,-1 0-1,1 0 4,3 3-5,-2-1 4,0 3 1,2-3-1,-1 3 2,-1 0 0,-3 2 3,-2 0-6,-2 2 3,-4-2-2,2 2 2,-1 0-2,5 0 0,0 2-1,4-2 2,-2 0 0,5 2-1,2 0 2,2-2-1,0 3 3,1 0-1,-1 1-1,0 1 1,1-3 2,-4 1-2,0-1 1,0 0-2,-5 1 1,-2-1 1,1 0-2,3-2 2,-1 0-3,4-2-1,3 4-1,3-1 1,2 2 0,-1 0 4,0 2-3,0-1 2,-1 1-2,-4-1 3,4 0 2,-1 1 0,0 2 1,0-1-3,4 0 3,-5 1-2,4-2-1,1-1 1,3-1 2,3-3-3,2 0 1,3 2-1,3-2 1,-2 0 0,4 0-2,0 0 0,0 0-1,0 0-9,0 0-19,0 0-24,0 0-12,-2 2-16,0-2-11,-1 2-27,2 1-31,-2-2-45,2 1-61,-1-2-97,2 0-85,-4-15-276,2 15 0,-7-4 0,2 0 0</inkml:trace>
  <inkml:trace contextRef="#ctx0" brushRef="#br1" timeOffset="233173.6139">18651 7015 672,'0'-1'56,"3"1"27,-3-2 22,0 2 24,0 0 30,0 0 31,0 0 22,0 0 19,3 0 10,-3 0-23,2-1-18,1 0-11,-1 0-7,-1 1-7,0-3-18,1 2-21,-2 0-17,0 1-15,0 0-9,0 0-9,0-2-5,0 2-16,0 0-15,3 0-14,-3 0-9,1 0-6,1 2 2,0 0 9,2 2 9,-2 1 4,2 1 7,-3-1 11,-1-1 4,3-1 8,0 0 19,-3-2 17,4 0 4,-1-1-6,5 0-6,-2 0 0,3 0-3,4-1-6,2 0 0,7-2-8,3-1-20,6-4-18,2-4-6,7-2-9,2-2-5,3-1 0,0-3-5,-4 0-2,-3 2-8,-11 0 0,-7 3-2,-9 4-4,-2 6-5,-6-1 1,-3 5-1,0-1-2,0 2-2,0 0 0,0 0 3,0 0-4,2 0-4,2 0-4,-2 2-11,2-1-32,-3 2-99,1-2-143,0-1-203,0 2-444,-6-2 0,-3 0 0,-1 0 0</inkml:trace>
  <inkml:trace contextRef="#ctx0" brushRef="#br1" timeOffset="245022.3024">14336 5924 1416,'2'0'150,"-1"0"40,1-2 40,-1 2 34,2-2 23,-3-1 25,4 2 18,-3-5 22,1 1 19,-2 1-82,0 0-48,0-1-38,0 1-38,0 1-37,0 1-21,0 1-27,-2 0-16,-3-1-20,-4 2-21,0 0-16,-2 0-3,1 0-3,-5 0-1,2-2 6,1 2-4,-1 0 4,4 0-4,-5 0 3,5 0 1,-3 2 1,2-2-2,-1 5-1,-1-2 1,0 2-2,1 0-2,-1 3-3,-1-3 2,2 2-1,3 2-4,-2 0 2,2-1-1,1 2 5,-1-1 1,0 0-1,0 0 2,0 0 2,0-1 1,1 4-2,3-1 3,-3-1-1,3-1 3,-2 2-5,1-1 0,0 1 1,3-2 4,-4 3-2,2 0-1,1 2-1,-4-1 0,3-2 0,0 1 2,4 0-1,-3-2-2,-1 0-2,1 1 0,0-1-1,1-2 1,0 1 5,2 1 1,0-1-1,0 2-3,2-2 3,-2 1 1,0 1-1,0-1 0,0 0 0,0-3-1,0 1-4,0-1-1,0-2 3,0 3-1,0-2 0,0 1-1,2-2 0,1 1 1,1-1 1,2-1 2,-2-1 0,3 1 0,0-2-1,-3 1 1,4 1-2,-2-1 1,0 0 1,-1 0-1,1 0-2,0 1-1,2 0 1,1-1 1,0-3 1,4 1-1,1 1-1,3-1-1,0 0 2,-2 1-2,1-2-2,1 1 0,-3-1-4,0 2-1,1 0 0,-1-1 1,3 0 0,1 0 2,2-1 0,0 2-3,2-2 3,-1 1-1,2-1 0,-5 0-2,4 0-4,-3 0 0,3 0-3,-4 0 0,0 2 2,1-2 0,-2 0-1,0 0 4,2 0 1,2 0 4,1 0 3,3 0 0,1 0 3,-1 0 0,3 0-1,-1 0 1,-3 0 0,-1 0 1,-4 0-3,-1 0 2,-4 0 0,0 0 0,-5 0 4,0 0 6,3 0 1,5 0 8,2 0 0,4 0 1,1-2 3,6 2-1,0-1 3,-2-2-2,1 2-3,-4 0-7,-2-2-1,-3 2-5,-4 0 1,-3-1 1,1 1-2,-3 0 1,0-1 2,3 1 0,-2 1 3,4 0 0,1 0 0,2 0-2,2 0-1,-2 0-3,0 0 0,-1 0-3,-1 0-1,0 0-4,-3 0-1,-2 0 2,3 0 0,-2 0 0,-3 0 0,3 0 0,-1 0-2,0 0 1,6 0 0,0 0 0,3 1 2,0 2-3,0-2-1,-1 3 0,1 0 1,-2 0 1,1 0 2,-6-1-1,1-1-2,-1 1 2,-3-2-2,1-1 0,-3 3 4,3-3-2,0 1 0,1-1-2,0 0 2,3 0-1,4 0 4,-4 0-2,5 0 2,-2 0 0,-1 0-2,1 0 1,0 0 0,-5-1 1,5-2-3,-2 2 0,-3-2-2,4-2 7,-1 2-3,-2-2 7,0-1-2,2 2 1,-2-4-2,2 1 1,-2-1-3,3 1 0,-4-2-4,0 2-2,-3-2 4,0 2-13,-2-3 1,0 1 7,-2 2 5,-3-3-8,4-1 4,-2-3 16,-1 3-11,1-2-4,2 1 0,-2-3 8,-2 2-3,0-2-12,-1 1-5,1 0 11,0 0-1,-4 0-17,2 3 12,-1-2 0,-1 2-8,-1 0 5,2 0 3,-1 1 9,0-3-4,0-1 1,-1 1 4,-1-1-8,-2 2 4,0-1-8,-1-1 2,-3 2-6,1-3 2,-2 2-6,0-2 8,0 0-3,0 1 1,-2 2 1,-1-1 2,1 2 6,0 2-1,-1 0 1,-1 0-2,-1 0 1,-3 2-5,0 0 2,0 1-7,-3 1 8,-2 0-4,1 0 6,-3 1 0,1-1 1,2-1 0,-1-1 4,1 0 2,0 1 0,2-1 0,-3 1-4,4-2 2,1 3-1,-1-1 2,0 1-4,1 2 0,-2 1-1,-1-1 0,1 3-3,-3-1-4,-2 1 4,2 0-2,0 0 0,-3 0 4,-1 0 3,2 0-6,0 0 1,4 0-4,-2 1 3,5-1 4,0 0 4,-1 2 1,6-2-4,-6 0-6,5 0 1,-6 0 3,1 0-3,-2 0 3,-3 1 3,2-1-3,-2 0-2,3 0-3,-4 2 3,2-2 1,1 0-1,0 1 1,2-1 1,-2 0 0,6 0-4,-3 2 3,4-2-6,-2 1 5,2 2 1,-4-1 1,-1 2 0,-5-3-2,-1 1 1,-3 0 0,-3 1 0,-3-2 1,2 1-1,-1 2 2,1-2 0,4 1-1,-2 1-2,3-1 3,2 2-2,4 0-1,5-1 2,-4-1 0,5 2 2,0-3-3,-2 0-2,-5 1 2,0-3 2,-5 0-1,-1 0 3,-6 0-2,-2 0 2,3-3-2,-3 3-2,1-2 4,6-2-1,5 1-1,7-2-1,1 1 0,6 2-1,1 1 1,-1 1 0,1 0 0,1 0 2,-2 0-4,-1 0 3,0 0-1,0 0 1,0 0 0,4 0 0,0 1 1,1 1-2,3-2 0,1 0-5,2 0-6,0 0-15,0 0-24,0 0-42,3 0-96,5 0-110,6 0-183,8-15-515,10 13 0,7 0 0,17-2 0</inkml:trace>
  <inkml:trace contextRef="#ctx0" brushRef="#br1" timeOffset="252214.602">13194 4409 1070,'0'0'70,"0"0"31,0 0 52,1 0 41,-1 0 31,0 0 25,0 0 24,0-1 21,0-2 23,0 2-32,0-1-10,0-1-16,0 1-39,0 2-33,0-3-26,2 3-25,-2-1-20,2 0-19,4-2-16,-1 2-13,4-2-12,1 0-14,-1-1-14,4 2-8,-2-1-2,0 3 2,-3-3-2,3 3-4,-3 0-6,-2 0-2,3 0-5,-3 0 1,-2 0-3,-1 3-7,3 0-8,-6 2-11,0 2-1,0 2 0,0 0-5,-2 3 5,-2 1 2,-1 0 2,-2 3 5,-6-1 10,2 1 5,0 0 8,-1 1-2,2-3 2,-3-2 3,4 0-4,0-3 4,0-2-3,0-2 0,1 0 0,3-2 2,5 0 3,-2 0 8,2-3 6,2 0 7,-2 0 7,0 0 5,0 0 10,0 0 5,0 0 6,0 0 7,2 0 1,4 0 0,3 0-3,4 0 0,4 0-4,1-2-9,4 1-9,4-2-6,4 0-9,-2 1-5,2-1-10,-5 1-18,-6 2-23,-9 0-37,1 2-100,-7 1-162,11-3-740,-12 5 0,-2 1 0</inkml:trace>
  <inkml:trace contextRef="#ctx0" brushRef="#br1" timeOffset="253979.2448">13321 6025 1038,'0'0'80,"-1"0"43,-1 0 52,0 0 39,2 0 37,-1 0 39,1 0 25,-2 0 27,2 0 28,0 0-25,-3 0-18,3 0-30,0-4-37,0 4-33,0-4-36,0 3-35,3-1-26,0-1-23,4 2-25,4 0-16,4 1-18,-1 0-15,0 0-14,-3 0-6,-6 0-6,0 3-5,-4 1-4,-1 1-5,-1 4-4,-4 0 2,-3 2 0,-2 0 1,-2 1 4,-5 1-6,6-2 3,1 0 0,6-1 4,0-4-3,4 1-7,0-3-4,0 2 1,3-2-2,1 1 5,3 1 1,3 1 6,1 1 5,0 2 4,1 0 9,-3 0 11,-5 1 4,1 1-1,-2 0 4,-3 0-10,0-3 5,0 1 0,-7-2-1,0 2-2,-9-2-3,-7-1-1,-5-1-4,-9-2 1,0-2-9,-2 1-29,1-3-116,9 1-209,6-10-677,15 9 0,3 0 0,12-2 0</inkml:trace>
  <inkml:trace contextRef="#ctx0" brushRef="#br1" timeOffset="256015.1181">18460 6373 708,'0'0'67,"0"0"21,0 0 14,0 0 16,-3 0 15,3 0 15,-2 0 30,1 0 33,-1 0 34,-1 0-15,0 0 0,3 0 1,-3-1-2,3-1-8,0 1-8,0 1-10,0-3-12,-3 3-9,3-2-12,-2 1-9,2-2-20,0 1-15,0-2-8,0 2-5,0-1-8,2 2-6,1-2-17,3 1-21,0 1-20,2-2-16,1 3-6,-2-1-6,0 1-5,-3 0-8,1 1-3,-4 3-6,0 2-1,-1 3-8,-3 2-3,-4 1 2,-2 3-7,-7 3 2,-3 0-2,1 1 5,0-2 2,0-1 10,10-3 2,-3-2 1,2-4 4,1 1-2,2-4 5,0 1-3,4-1-3,-1-2 2,6 0 11,0 2 1,5-4 3,3 0 6,10 2-1,4-2-15,4-2-53,-2 2-103,-1 0-148,17-5-605,-28 4 0,-4-1 0,-5-1 0</inkml:trace>
  <inkml:trace contextRef="#ctx0" brushRef="#br1" timeOffset="257070.3806">18407 6246 594,'-4'-1'76,"-4"1"16,-3 0 18,-1 0 18,1-1 9,-3 1 20,-1 1 25,0 0 22,0 3 18,-1 1-20,0 3-20,-1 0-3,2 4-4,-3 0-8,0 3 7,0 1-7,1-2-9,2 3-11,3 0 0,2-1 3,3-1-2,1 0-2,5 2-8,1-3 3,0 2-13,0 0-9,0 0-11,1 0-8,-1-1-15,6 1-18,-4 0-15,4-1-9,1 1-7,-3-1-8,4 1-5,-2-3-5,1 0-4,1 1-3,-2-7-3,4 2-1,2-3 1,-2-3 4,8 0 2,0 1-4,3-3 3,2 0 5,-2-1 0,3 2 3,1-2 3,0 0-2,-2 0-1,2 0-6,-3 0 1,-4-3 1,-2 0-2,-1-2-3,0-1-1,-3 1 0,0-2-4,0-2 2,2-3 1,-3 0-3,3-2-2,-3-2 1,0-1 1,-2-1 2,-1-1 2,-1 1 0,-3-3 2,-4 3 1,3-2 0,-3 1 5,0 1 0,0-2-1,0 0-2,-3 2-2,0 1-3,-4 0-22,-2 1-23,-6 4-50,-5 2-84,0 4-108,6 1-219,-9 2-425,4 3 0,1-1 0</inkml:trace>
  <inkml:trace contextRef="#ctx0" brushRef="#br1" timeOffset="258208.96">18382 6967 940,'0'0'139,"0"0"46,2 0 38,-2 0 36,0 0 29,0 0 26,0 0 12,0 0 8,0 0 5,2 0-82,5 0-42,1 0-43,3 0-32,1 0-31,0 0-26,-2-3-26,1 3-12,-5 0-12,-1 0-17,-3 0-14,-2 3-12,-2 1-2,-4 2 2,-2 2-1,-6 1-2,2 2-2,-1 0-1,4-1-1,3 0 9,5-5 8,-1 4 6,5-3 4,0-1 6,1 1 4,2 0 7,2 1 9,-1 2 12,2-1 13,-3-1 17,0 2 8,-1 2-1,-2-1-6,-3 1-7,0-2-13,0 0-11,0-2-8,-5 0-14,-9-2-36,-2 2-63,-6-3-62,-4-1-79,2-2-171,-2-18-483,1 8 0,4-3 0,10-2 0</inkml:trace>
  <inkml:trace contextRef="#ctx0" brushRef="#br1" timeOffset="258975.1003">18350 6817 1448,'-5'-4'77,"-1"2"-3,-5-2 11,-1 2 13,-2 2 25,-4 0 22,1 3 17,-1 3 24,-1 2 26,-4 4-38,5 3 16,0 0 39,-1 2 19,6 2 15,2 0-6,0 2-11,7 1-8,0 1-21,1 1-25,2-1-26,1 1-20,0 2-34,0-4-32,0 3-23,1-4-18,0 0-8,2 0-11,4-2 0,0 0-1,6 0-4,0-2 2,3-2-4,2-2 3,3 0-1,4-4 1,1-2-2,4-2 3,4-3-1,3-2 1,-1-2 0,-1 0-4,1-5 1,-3-5-1,-5 0-5,-3-5 1,-3-1-1,-5 1-4,-2-7 1,-8-2-2,0-4 3,-6-3 2,-1-5-2,0-1 0,0 1 1,-1 1 2,-6 3-1,0 4 2,-10 4-7,-2 5-7,-7 3-21,-3 4-35,-4 5-76,2 4-150,34 1-785,-31 3 0,5 1 0,4 0 0</inkml:trace>
  <inkml:trace contextRef="#ctx0" brushRef="#br1" timeOffset="267295.3863">18455 7554 1487,'0'0'155,"0"1"44,0-1 41,0 0 34,0 0 45,0 0 31,0 0 26,0 0 20,0 0 17,0 0-100,0-1-27,0 0-39,0 0-34,0-2-33,0 1-45,0 2-32,0-1-24,0 1-21,0 0-16,-1 0-13,-1 1-9,-7 6-2,4 1-2,-2 3 2,2 4 1,3 2 1,0-3 2,2 2 0,4-4 1,1-2 11,2-2 1,7-5-22,2-3-19,5 0-22,1-2-12,-1-2-9,-6-1-3,0-1 3,-9 2-4,1 2-14,-6-1 2,-1 3 31,0 0 28,0 3 29,-1 4 19,1 3 15,-3 5 12,-1 1 3,-2 3 2,4-3 1,0-2-24,1-2-34,1-5-51,0 0-116,1-3-253,-4-18-716,1 10 0,-1 1 0,-3-9 0</inkml:trace>
  <inkml:trace contextRef="#ctx0" brushRef="#br1" timeOffset="268538.5365">18550 7416 1178,'-6'0'109,"1"-1"30,-4 1 26,-1-2 30,1 0 31,-2 0 33,1 2 22,-4-2 23,2 2 18,-3 0-52,-3-1-7,0 1-6,0 0-14,-2 1-20,2 1-25,-4 2-19,3 1-17,-2 4-17,3-2-9,-2 4-23,4 2-14,-1-2-16,2 3-10,2-1-9,1 1-3,-1 1-12,4-2-6,-1 2-4,0 0-11,5 2-5,-2 1-8,1 0-4,2 3-5,4-1-1,-3-1-3,3 2-4,3-2 0,-3-1-2,0-1 3,3 2 0,2-4 0,4 0-1,2-1 1,0-1-2,4-2 2,1-2-1,3-1 2,4 1-5,4-2 0,3-2-3,1 0-2,0 0 2,0-1 2,-6-3 2,0 0-2,-5 1 0,-1-2-2,-3 0 2,0 0-3,0 0-1,-3-1 1,5-1-2,0-2 0,-3-2-5,2-1 2,2-3 1,-1-1 3,2-1 3,2-2 3,-3 0 2,1-1 3,-2-1 1,1 1 0,-1 2 3,-4 0-1,3-3 1,-5 3-2,-2 2-3,-2-2-2,-1 0 2,-4-1 1,-2-1-1,2-1 0,-3-2 0,-3 0 1,1-1 3,-4 1 4,-4-4 5,-5 2 3,-5-4 0,-3 4-2,-3-3 4,-3 2-2,1 0 0,-4 1-30,2 7-123,3 3-303,-6 2-622,5 3 0,-1 3 0,4 0 0</inkml:trace>
  <inkml:trace contextRef="#ctx0" brushRef="#br1" timeOffset="270553.4359">17536 11045 2698,'-1'-1'148,"1"-1"57,-2-2 36,2 2 25,0 1 19,2-3 15,-2 1 9,0 1 12,0 1 11,0-1-111,0 0-25,0-1-53,0-1-34,0 1-27,2-1-22,3 2-12,3 1-9,4 1-10,2-2-11,3 2-8,1 0-3,-6 2-8,-2-1-3,-3 3 0,-4 3 3,1 2-5,-4 2 0,0 0-6,-6 2 3,1 2 2,-8 1-2,-4 1 6,-3 2 0,-4 2 3,-1-1 0,2 3 3,2-2 0,0 3 3,7-3-2,2-2-4,8-4 1,0-3-4,4 0-5,4-6-28,-1 4-120,12-4-324,-5-1-587,2 1 0,-1 0 0,-4 1 0</inkml:trace>
  <inkml:trace contextRef="#ctx0" brushRef="#br1" timeOffset="270929.0405">17377 11571 3952,'-2'8'93,"-5"4"8,3 3 4,3 6 3,1-2 6,0 1 4,4-2 0,4-3 13,2-5 15,5-5-64,4-3-8,0-6 0,-4-2 0,-4-5 10,-3 0-1,-5-7-3,-8-3 4,-3 0-14,-7 2-13,0-1-12,-7 2-12,1 9-43,2 1-148,13 2-387,-1 3-477,7-1 0,10-2 0,12-5 0</inkml:trace>
  <inkml:trace contextRef="#ctx0" brushRef="#br1" timeOffset="272134.7705">18339 11137 516,'0'0'77,"0"0"37,0 1 27,0 1 37,0 1 36,0-1 28,0 1 19,0-1 17,0-2 21,0 0-16,0 0-15,0 0-17,0 0-4,0 0-16,0 0-14,0 0-7,0 0-12,0 0-13,0 0-20,0 0-20,0 0-16,-3 0-9,2 4-1,-2 2-12,2 4-13,-2 5-13,-1 8-9,-2 1-2,2 5 5,-2 1-2,0-1-4,0-4-10,5-4-20,1-5-9,0-4-11,0-5-16,0-1-51,0-4-177,11-2-358,-9-1-421,-1-6 0,4-2 0,6-4 0</inkml:trace>
  <inkml:trace contextRef="#ctx0" brushRef="#br1" timeOffset="272483.0163">18966 11219 3339,'0'0'175,"0"-2"35,0 0 20,0-1 25,0 3 23,0 3 13,0 2 51,0 8 33,0 6 17,0 5-126,0 8-29,-2 2-46,0 3-74,-2-3-89,-2 0-144,9-9-1206,-9-5 0,6-9 0</inkml:trace>
  <inkml:trace contextRef="#ctx0" brushRef="#br1" timeOffset="273926.7938">17432 12413 1168,'0'0'143,"0"0"46,0 1 37,0 1 40,0-2 37,0 0 44,0 1 34,0-1 15,0-1 4,0 1-87,0 0-25,0 4-22,0 1-18,-4 7-26,-2 5-22,1 9-24,-6 2-20,1 9-8,2-1 1,1 0-1,3-3-19,2-4-24,2-8-22,0-5-40,0-6-70,0-5-219,2-8-998,-1-2 0,3-3 0</inkml:trace>
  <inkml:trace contextRef="#ctx0" brushRef="#br1" timeOffset="274496.6393">18060 12502 3416,'0'-3'175,"0"0"18,0 1 15,0 0 15,0 3 16,0 4 21,0 0 17,0 5 22,-1 8 39,-6 3-136,-3 6 16,-2 5 4,-2 0-2,0-2-17,3-3-10,0-4-20,7-4-48,1-7-121,3-2-106,0-5-271,0-10-969,4 2 0,0-5 0,6-2 0</inkml:trace>
  <inkml:trace contextRef="#ctx0" brushRef="#br1" timeOffset="274939.6134">18844 12486 3390,'4'-3'227,"-4"0"30,3-2 11,-2 1 5,1 2 9,-2 1 13,0 4 41,2 6 50,-2 5 75,0 5-159,0 9-31,-2 6-28,0 4-13,-2 1-3,1 2-81,1-2-158,1-3-288,2-68-1156,4 48 0,1-7 0,-2-7 0</inkml:trace>
  <inkml:trace contextRef="#ctx0" brushRef="#br1" timeOffset="276034.3874">17368 13320 3133,'0'-2'94,"0"1"29,0-1 19,0 0 30,0 1 36,0-2 25,0 3 11,0-1 11,0 0 8,0 0-52,0 1-33,0-1-27,0-1-13,0 2-23,0 2-25,0 0-17,-1 6 18,-2 5 5,-1 6 6,-2 7 5,-3 5-2,3 3-1,-2 0-6,1 3-10,1-7-49,4-5-43,0-5-62,2-6-130,6-6-379,0-4-587,-5-7 0,5-6 0,2-4 0</inkml:trace>
  <inkml:trace contextRef="#ctx0" brushRef="#br1" timeOffset="277940.1233">17394 13352 879,'0'0'88,"0"0"34,0 0 35,0 0 26,0 0 26,0 0 23,0 0 30,0 0 28,0 0 20,0 0-46,-2 0-11,1 0-18,-1 0-18,-2 0-14,1 0-14,-1 0-16,1 0-21,-5-1-20,1 1-16,1-1-12,-3-1-7,-1 2-5,1-1-9,-3 1-3,0 0-2,-1 0-2,1 0-3,-1 0-2,1 3-2,-2 1 5,3 2-7,-3 2-9,3 2 0,0 0-5,0 2-6,2-1-1,4 2-3,-2 1-4,4-1-1,0-1-6,3 2 5,0-2-6,0 2 0,0-4 3,0 3 11,3-3 3,3 2 9,2 0-6,0-3 3,5 0 3,2-1-8,-3 2 11,1-4-8,2 0-7,-2-1-6,5-1 1,-3-2-13,-1-2 13,0 0-2,5 0 1,-4 0 4,1-2-16,-1 0 12,0 0 4,-2-3-13,-1-2 0,0 1-1,1-3 1,-1 1-3,1 1-5,1-2-12,-6 1 20,3-3-13,-1 2 1,-2-1 13,-2-1-4,-1 1-1,1-1-7,-5-1-1,1-1 0,-2-1 20,0 1-12,0-2 0,-3 0-9,-4 1-5,-3 1-3,-2 2-6,-5 1 9,-3-1-1,-3 2 4,-2 2-12,-1 1 1,0 0 5,-2 4 1,5 2-10,3-1-55,3 1-89,3 1-53,10 4-177,4 0-224,2-10-657,8 10 0,6 1 0,5-2 0</inkml:trace>
  <inkml:trace contextRef="#ctx0" brushRef="#br1" timeOffset="278394.5764">18069 13326 2807,'0'0'109,"0"0"58,0 0 43,0 2 31,0 1 31,0 4 22,0 6 15,0 5 19,0 7 12,-3 4-61,-3 3-27,-1 5-42,2 0-12,-2-2-30,4-4-24,-1-4-24,4-9-57,0-3-64,0-5-95,0-4-358,0-6-738,0-4 0,4-6 0</inkml:trace>
  <inkml:trace contextRef="#ctx0" brushRef="#br1" timeOffset="278919.0821">18780 13356 2444,'0'0'158,"3"0"52,0 0 47,-1 0 36,-2 0 38,3 4 24,-3 4 27,0 4 73,0 8 37,-5 5-83,-1 6 15,-1 9-47,-5 1-47,1 6-37,0-1-38,5-5-68,2-7-127,1-6-165,3-8-338,0-9-989,0-7 0,4-12 0,-4-8 0</inkml:trace>
  <inkml:trace contextRef="#ctx0" brushRef="#br1" timeOffset="286212.1019">13735 8213 725,'4'0'127,"0"0"56,-1 0 40,4 0 35,-3 0 33,1 0 23,-2 0 18,4 0 27,-3 0 31,2 0-51,-1 0-17,1 0-40,-3 0-28,0 0-30,-1 0-25,2 0-17,2 0-11,-2 0-19,5 0-25,0 0-31,1 0-20,2 0-14,5 0-10,0 1-6,-1-1-2,5 2-9,-2 1-8,1-1-5,-2-1-6,3 1-4,-2 0-4,-1 0-5,-1-1-2,-4 2 3,4-2-7,-2-1 2,-1 1-1,-1-1-4,-1 0 0,-1 0-4,-5 0-2,-1 0 4,-2 0-6,0-1-5,-3 0 0,2-2-3,-2 1 0,0-4-4,-2-1 0,-2 3-1,-3-5-3,-1 2-3,-4-1 3,1 1-4,3 1 3,-1 0 1,1 1 1,2 3 7,3-1 1,-3 2 2,6 1 3,0 0-3,0 0-2,0 0 17,3 0 8,0 0 10,5 0 6,2 0 4,4 0 4,1 4 6,-1 3 1,1 3 13,-4 3 4,-4 3-7,-4-2-5,1 2-6,-7 2-7,-1 0-3,-8-4-9,-2 2-25,-3 1-62,-2-5-249,-2-12-766,4 6 0,6-5 0,3-2 0</inkml:trace>
  <inkml:trace contextRef="#ctx0" brushRef="#br1" timeOffset="287692.4226">13264 8132 1646,'0'0'134,"0"0"36,0 0 36,0 0 38,0-1 48,0 0 34,0 0 26,0-2 18,0 1 20,0 1-86,0-1-35,0 1-32,0 1-32,0 0-36,0-1-47,0 1-28,0 0-24,0 0-14,0 2-11,-2 3 1,-1 4 0,-4 4 5,-4 4 2,4 6 12,-4 0 1,2 3 4,4-1 8,-2-4 18,4-2-7,1-5-10,2-7-1,0 1-8,2-3-5,1-1 7,5-1-16,2-2-54,4 0-52,4-2-48,-1 0-33,-2-5-54,3 0-86,-4 0-44,-3-4-14,-4-3-22,-1 4 28,-4-1 76,-1 0 75,-1 6 59,0-3 63,0 5 68,0-1 90,0 2 62,0 0 24,0 3 26,0 1 1,0 6-18,0 3-25,0 9-34,0 2-17,-1 4-11,0 0-6,0-2-17,-1-2-41,-1-9-80,3-1-283,-3-42-841,-2 24 0,1-2 0,-2-4 0</inkml:trace>
  <inkml:trace contextRef="#ctx0" brushRef="#br1" timeOffset="294095.1311">13719 5402 1040,'2'0'172,"-1"0"43,2 0 29,1 0 27,-4 0 26,0 0 17,2 0 23,-2 0 21,0 0 22,0-1-83,4 1-60,-4-2-36,2 2-18,-2-3-20,0 1-20,0 2-12,0 0-14,0-1-15,0 1-12,0 0-13,2 0-6,-2-2 0,0 1-9,4 1 0,-1 0-1,1-1-7,6 1-8,-2 0-2,2-1-9,-1 1-4,3 0 0,1 0-8,1 0-3,0 0-4,-2 0-4,8 0 0,-3 1-2,-1 0-5,-4 2-12,1-2-10,-3 2-30,-2 0-36,-5 0-82,1 0-109,-1 0-145,15-4-585,-15 1 0,-3-2 0,-3 1 0</inkml:trace>
  <inkml:trace contextRef="#ctx0" brushRef="#br1" timeOffset="294610.4068">13930 5284 1712,'0'0'51,"0"0"16,0 1 25,0-1 41,0-1 53,0 1 41,3 0 31,0 0 32,6 0 25,-3 1-35,6-1 6,1 1-11,-2 1-24,0 2-36,2 2-52,2 2-39,-4 0-32,0 4-30,2-1-28,-3 1-9,-1 2-13,-5 1-13,-2-3-3,0 0 2,-2 0 4,-2-1 2,-4-1 2,-1 0-1,-6 1-72,-4-2-170,26-2-734,-32 0 0,-2-4 0,4-3 0</inkml:trace>
  <inkml:trace contextRef="#ctx0" brushRef="#br1" timeOffset="296165.3934">13166 5266 585,'3'0'73,"-2"0"40,1 0 36,-1 0 42,0 0 31,2 0 31,-3 0 29,2 0 31,-2 0 27,1 1-19,-1-1 1,0 0-19,0 0-20,0 0-25,0 0-21,0 0-27,0 0-27,0 0-29,0 0-25,0 0-28,0 2-21,0 0-16,0 3-8,-3 0 1,0 7-1,1 1 3,-4 1 1,3 4 5,-1 3 2,3-1-3,-1-3 1,4 1-8,0-6-9,4-3-10,1 0-5,4-6-9,2-1-14,4-2-19,-1 0-26,5-1-15,-8-2-23,0-1-11,-3-2-5,-2 0-10,-5 0-8,-1 2 6,0 2 14,-2 0 18,0 1 27,0-1 27,0 1 37,0 4 27,0 1 15,0 3 13,-2 5 5,2 4 0,0 4-1,0 1-4,0-3-7,0 0-32,0-3-77,0-3-261,0-7-773,0-5 0,-5 3 0,-3-8 0</inkml:trace>
  <inkml:trace contextRef="#ctx0" brushRef="#br1" timeOffset="306804.3534">14296 5198 851,'3'0'64,"-3"0"27,3 0 26,1 0 31,-2 0 38,0 0 24,0 0 23,0 0 25,0 0 32,-2 0-16,0 0-1,0 0 1,2 0-2,0 0-17,-1 0-28,-1 0-14,0 0-22,0 0-20,0 0-28,3 0-17,0 0-18,1 0-27,-2 0-22,0 0-15,1 0-1,1 0-3,0 0 3,2 0 6,1 0 10,2 0 4,4 0 6,4 0 6,9-2 7,8-7 8,12-4-2,10-7 1,4-6 0,-1-3-10,-6 4-39,-10 2-23,-18 7-31,-7 5-72,-14 4-79,-3 6-92,-1 2-158,7 1-632,-12 5 0,-5 0 0,-1 2 0</inkml:trace>
  <inkml:trace contextRef="#ctx0" brushRef="#br1" timeOffset="308295.3813">14097 8537 2062,'0'1'72,"2"2"19,-2 0 26,0 2 28,0-1 26,0 1 26,0-1 28,0 2 42,0-3 23,0 3-33,0-1 10,2-3-1,-1 1-5,2-1-10,5-2-17,7-1-25,10-3-21,9-7-44,7-6-27,8-5-50,1-5-76,-2 4-156,-9-1-217,-12-2-686,-17 14 0,-8 1 0,-6 6 0</inkml:trace>
  <inkml:trace contextRef="#ctx0" brushRef="#br1" timeOffset="313506.4047">18457 8106 1286,'0'2'130,"0"1"53,0-1 44,0 0 43,0 0 42,0-2 45,0 0 32,0 0 21,0 0 16,0 0-74,0 0-36,0 0-48,3 0-38,-3 0-44,2 0-38,-1 0-46,4 0-28,2 0-18,0 0-8,6 0-6,3 0-10,-1 0-7,3 0-2,2 0-1,-2 0-1,-3 0 0,-1 0-2,-3 0-5,-4 0-6,-4 0-4,-2 0-4,0 0-2,-1 0-14,0 0-17,0 0-8,0 0-20,0 0-48,0 0-113,0 0-144,0-2-195,-3 2-357,-5 0 0,-3 0 0</inkml:trace>
  <inkml:trace contextRef="#ctx0" brushRef="#br1" timeOffset="314169.9227">18449 8119 1968,'3'2'129,"-3"0"30,0 1 35,2 0 28,-2-2 46,0 2 32,1 0 16,-1 2 6,0 1 4,0 1-100,-1 1-20,1 2-25,-2 0-34,-1 1-20,3-3-43,0 2-30,0-2-19,0-3 1,3-1 1,2 0-1,2-3-4,5 1 0,1 0-5,1 1-5,-3 0-4,1 2-6,-2 0 4,-3 2-7,-3 2-4,2-1-9,-4 1-2,0 0-2,-2 0 4,0 0 0,0-2 1,-3 1 6,-1-1-3,-4-2 1,-5 1 3,-5-1 3,1-1 2,-2-1-21,-4-2-42,3-1-84,1 0-125,7 0-206,0-5-452,1 0 0,3-1 0</inkml:trace>
  <inkml:trace contextRef="#ctx0" brushRef="#br1" timeOffset="315292.3722">18558 8021 1515,'0'0'79,"0"0"29,0 0 8,0 0 16,-3-1 17,1 1 20,-4 0 23,-2 0 31,1 0 23,-3 0-27,-5 0-6,-2 0-14,2 2 6,-5 2 1,1 2-5,-2 2-2,3 3-13,-1 2-18,0 0-17,2-1-13,3 3-19,-3-1-8,2 1-8,2 0-12,0 0-10,0 1-14,1 1-7,1-2-7,4 0-5,-3 0-3,6 0-7,-4 1-5,5 2-4,-3-1-7,1 1-2,3-1-2,1 0-4,0-1-3,-2 1-6,6-2-4,-3 2-1,1-3 2,2 1-2,5-2 4,0-1 3,6 0 2,3 1-2,-1-3 5,7-1 1,-4 1 8,5-2 5,-1-1 7,1-2-1,2-2-5,2-2 6,3 1 2,-5-1 4,3-1 0,0-1 0,-3-1-6,1 0-5,-2-3-10,-2-1 6,-3-1 2,2-4-6,-3-1-14,-1-1-3,2-3-1,-1-2-2,-1-1-7,-3-3 9,1-4-2,-5 1-4,-3-6-1,-2 0 5,-6-2 15,1 2-3,-1-1 1,-1 4 0,-3-2 7,-3 7-8,-3-1-7,-5 5-40,-1 5-25,-3 4-53,-3 1-100,0 6-131,4 1-233,-2 1-474,6 2 0,1-1 0</inkml:trace>
  <inkml:trace contextRef="#ctx0" brushRef="#br1" timeOffset="319972.3496">13290 6747 1127,'0'0'89,"-3"0"45,3 0 33,0 2 30,0-4 38,0 2 36,0 0 27,0 0 37,0-1 38,0-1-33,0 2-14,0-1-34,0-2-24,0 2-23,0 1-31,0 0-28,0 0-18,0 0-31,0 0-31,0 0-18,3 0-15,-1 0-9,4 0-4,-1 0-6,5 0-7,0 0-6,1 0-8,1 0-4,2 0-6,3 0-3,-1 0-2,1 0 10,-2 0-14,-1 0-1,-4 0 0,-5 0-2,-2 0 0,0 0-8,-2 0-2,-1 0-17,0 0-17,0 0-57,0 1-86,0 2-141,3-2-253,-7-1-420,-4 2 0,1-4 0</inkml:trace>
  <inkml:trace contextRef="#ctx0" brushRef="#br1" timeOffset="320757.3443">13253 6761 1346,'0'0'155,"0"1"52,0-1 45,0 0 35,0 1 31,0-1 14,0-1 5,0 1 21,0 0 36,0 1-80,0 2-42,0 2-45,0 1-41,0 4-30,-2-1-29,-1 3-11,0 0-5,-1-3-16,4-1-35,0-2-14,0-3-13,0 0-9,7-3 3,-2 3-5,6-3-2,0 0-2,1 1 0,1 1-6,0 1 1,-3 1-2,1 1-4,-4-1 0,-2 1-6,1 0 0,-1-1 1,-3 1-2,-1 1 0,4-1 0,-4 1 0,0-1 0,0 2 0,-1 0 2,0-2 3,0 1 0,0 0 4,-2-2 3,-4 2-1,-2 0 3,-4-1 2,-7 0 0,0-1 2,1 1-6,-4-3-6,-2-1-12,2-1-21,5 0-61,2-1-147,5-1-190,7-13-626,3 8 0,2-3 0,12-1 0</inkml:trace>
  <inkml:trace contextRef="#ctx0" brushRef="#br1" timeOffset="322249.1774">13744 6891 648,'-1'0'83,"1"0"27,0 0 33,-4-1 41,4 1 32,4 0 28,-4 0 22,-4 0 26,4 0 30,0 0-30,0 0 9,0 0 6,0 0-9,0 0-19,0-2-17,0 1-15,0 1-16,0-1-20,0 0-31,0 0-26,4 1-31,-1 0-32,1 0-23,6 0-18,-1 0-15,4 0-12,-2 0-6,0 0-3,3 0 0,-2 0 3,5 0-4,-3 0-1,2 0-1,0 2-5,2-1-2,-3 2-5,1-1-7,0 1-7,-1-1-5,-4 1-16,3-1-1,-6 1-2,2-1-1,-4-1-5,-2 2-4,-4-2 3,0-1 6,0 0 6,3 0 5,-3 0 11,4 0-8,0 0-22,0 0-12,-1 0-3,0 0 0,1 0-4,-2 0-9,0 0-2,1 0-4,-2 0-7,-1 0-10,0 0 7,0 0 11,0 0 7,0-1 6,-1-2 5,-4 3 8,0-3 2,-2 0 6,-1-2 7,-5-2 21,1 1 16,1-2 12,-3 0 16,7 0 14,-3 1 7,5 0 6,-1 0 0,6 3 4,-4 1 8,4 0 6,0 1 4,0 1-7,0 0-14,0 1-8,0 0-2,0 0 3,0 0 6,4 0-2,0 0-7,5 0-6,-1 1-5,4 1 0,1 2 2,-1 3-8,1 0-2,-2 2-6,0 0-8,-4 2-3,-1-1-3,-1 1 3,-3-2 9,-2 0 2,-2-1 1,-3 1 5,-4 1 1,-2-1 3,-8 0-1,-2-1-4,3-2-34,3 1-114,4-3-228,2-7-601,1 5 0,4-4 0,2-2 0</inkml:trace>
  <inkml:trace contextRef="#ctx0" brushRef="#br1" timeOffset="326259.0159">18654 8744 1483,'0'-2'123,"0"2"37,0-2 28,3 1 33,-3-1 32,0-2 33,0 3 30,0-1 27,0 0 20,0 2-78,0-3-26,0 3-33,0-2-25,0 2-28,-3-1-25,0 1-27,-1 0-23,-4 0-18,-2 0-17,0 1-6,-2 2-1,-2 6 7,-4 5 3,0 5 1,-3 7-6,2 2-1,2 3-4,4 0-6,6-1 1,6-4-11,-2-2 5,5-3-11,-1-4 1,0-3-6,4-4 12,0-4 4,8-2 3,2-4 4,-1 0-12,4 0 3,0-4-22,-7 0-11,-3-2-17,-2 0-15,-5-1-23,-2 0-13,-10 1-7,-3 1-6,-3 1 8,-4 1-9,-2-1-14,11 3-52,-1-2-181,9-6-783,2 5 0,6-3 0,4-3 0</inkml:trace>
  <inkml:trace contextRef="#ctx0" brushRef="#br1" timeOffset="327551.1581">18619 8554 927,'-1'0'55,"-2"-1"9,-1 1 10,-3 0 26,3-1 44,-3 1 46,-3 1 32,2 0 36,-3 1 28,0 0-30,0 2 34,-2-1 13,2 1 7,-2 0-2,3 2-30,-3 0-33,2 2-18,0 2-24,-3 1-22,3-1-18,-3 4-27,0 1-18,0 0-10,3 0-22,-4 4-14,1 0-10,3-3-10,-3 4-10,0 0-4,2 1-2,-1 0-10,1 2-3,2-1-7,0 3 0,2-2 3,0 3-3,-3 0-3,2 1 0,1 2-6,2-2-3,4-4-1,2-2-1,0-2 4,2-3 1,4-2-2,2-2 2,3 0 0,3 1-1,4-2 6,-5 1 3,1-1 0,1 0 8,-1-1-9,-2-1-1,1-1-4,3-2 2,1-1-1,0-3-4,3 2 2,2-4-7,-2 0-1,3 3-7,0-3 1,-1 0 1,-3 0-1,1-3-3,-2 3 4,-3-4 2,0 0-6,-1-1 6,0-3 2,0 1 1,-3-3 3,3 0-2,-4-1 2,5-1-1,-3 0-1,2-2-4,-3 1 4,3-1-1,-1 1-2,-4-2 0,1 0-4,-4 1 1,2-2 0,-4 1-1,3 3 0,0-4 2,-1 0-2,-2-1 5,1-1-2,-2 0 0,2-3 4,-4 0-1,1 1 1,-2-4-3,3 3 2,-3 0-2,0 1-1,-4 1-9,1 1 3,-4 0-2,-9 1-5,-4 2-3,-5 0-12,-5 3-41,-5 3-57,1 3-86,1 0-222,-1-16-586,5 17 0,5-1 0,9 0 0</inkml:trace>
  <inkml:trace contextRef="#ctx0" brushRef="#br1" timeOffset="330517.898">13743 7605 1283,'0'0'101,"0"0"45,0 0 30,1 0 38,2 0 43,0 0 46,2 0 58,0 0 42,-3 0 19,-2 0-56,3-2-29,0 2-38,0-3-25,1 2-36,3 1-40,4 0-40,0-1-57,7 1-39,-3 0-16,6 0-11,-2 0-1,4 0-7,-4 0-6,4 0 3,-2 0-8,-1 0-4,-2 0-2,-1-1-3,-6-1-3,1 1-4,-8-1-3,-1-1-2,1 1 2,-4 0-7,1-3 5,-1 1-4,0-1 1,0-1-6,0 0 0,0 1-4,0-2-7,-2 1-2,-2-2-2,-2 0-6,0 0 0,0 1 2,0 1 0,5 1 6,-1 2-1,1 1 6,1 1-1,0 1 7,1 0 6,2 0 11,3 0 2,2 1 1,3 1-1,4 5 4,-4 0 2,-1 3 3,-3-2 11,-4 4 0,0 0 2,-3 1 0,-3 1 3,-5 1 1,0 0 1,-7 0-2,-1 2-8,-5-2-42,1 1-229,0-11-849,-3 1 0,2-3 0</inkml:trace>
  <inkml:trace contextRef="#ctx0" brushRef="#br1" timeOffset="331394.9079">13334 7413 1563,'4'0'143,"-1"0"28,-1 0 18,-2 2 9,3-4 22,-3 2 17,-3 0 13,6 0 33,-6 0 35,1 0-86,-5 2-9,0-1-4,-3 5 1,-1 2 2,-3 2-10,0 3-10,2 4-10,-1 3-29,1 1-31,5 1-20,0 0-29,3-3-23,3-1-19,1-3-14,5-3-4,-2-3-4,6-4-2,7-3-2,2-2-3,1-2 1,-2-3-2,-5 1-4,-5-3-10,-3-2-6,-4 0-15,-8 1-9,-6 1-14,-6 3-22,-4 2-51,-3 1-93,8 1-159,1-8-655,4 7 0,9-5 0,2 0 0</inkml:trace>
  <inkml:trace contextRef="#ctx0" brushRef="#br1" timeOffset="332425.402">13349 7266 1740,'0'0'111,"0"0"41,0 0 32,0 0 35,0-2 20,0 1 8,0 1 7,-3-3 24,-1 0 34,-4 0-69,1-1-21,-4 3-32,-2 0-23,2 1-20,-4 0-7,0 1 3,-2 1 3,0 3-19,1-1-27,-1 5-2,2 1-12,1 1-2,2 4-6,-1 0-8,1 1-11,-1 1-9,1 0-11,-2 3-4,3-1-5,-2 2-5,0-2-4,3 4-3,0-1-4,3-1-8,4 2-7,0-2 0,3-1 3,0 1-2,5-2 0,-1 0-1,7-1-1,0-2-3,6 0 1,2-1-1,2 0 2,0-3-5,-2 0-4,5 0 1,-5-4-4,0 1-2,5-4 1,-5 0-1,1-3-3,-1-1-3,4-1-2,-3-1-4,4-1-7,-1-5 6,1 0-1,-1-5 1,0 3 4,2-7 0,-5 7 2,3-6 9,-4 1 7,-1-1 12,-4-3 13,0-1-1,-3 0 8,-4-4 0,-2-4-2,-2-1 0,-1-2 5,-2-3 2,-2 0-2,-2 2-4,-4 3-2,-6 5-13,0 5-28,-5 4-53,-1 7-116,1 3-194,1-6-663,1 10 0,9 4 0,1 0 0</inkml:trace>
  <inkml:trace contextRef="#ctx0" brushRef="#br1" timeOffset="338416.826">23398 5780 3060,'0'0'80,"0"0"30,0 0 16,0 0 0,0 0 5,0-2 1,0 2 14,0 0 22,2 0 17,-2 0-41,0 0-10,3 0-18,-3-2-2,1 1 6,-1 1 0,1 0 8,2 0-7,3 0-19,-2 0-17,3 0-14,4 0-12,-1 0-9,2 0-12,3 0-7,2 0-4,-2 0-8,5 1-8,-2 1-2,0 2 2,-2-1-4,1 2-1,0-3-4,-3 5-3,-3-5 0,1 5-3,-1 1-3,-3-1-1,0 3-1,1 3 1,-3-3 1,-2 4-5,0 1 3,2 0 2,-1 1-1,-1 0 4,-1 3 0,-3-1 4,0 1-1,0-1-2,-1 1-1,-2 0 8,-3 2 2,-2 0-5,2 1 5,-2 1-5,0-3 1,5 4 0,-1-1-1,0-2 2,-2 4 0,1 1-4,-1 2-3,0 0 4,0 3-4,-1 2 3,1 2-2,-6 3-2,6 2 2,-1-4-1,3 1 2,2-4 1,2 1-2,0-3 3,2-2 1,-2-2-2,0 2 1,0-2 1,0-1 2,0 1-1,0-2-2,-2 3-1,0-3 2,-2 0-1,2-3 1,-5 2-3,5-3 0,-4-4 2,2-3-1,1 0-1,3-2 4,0-5-1,0 0 0,0-1-2,0-4 3,0 2 6,0-4 1,0 0-5,0-3-2,0 2 1,0-4-3,0-2-2,0 1 0,0 0 0,0 1-3,0 2-5,0 1 2,3 0 1,1 1 1,3 1 2,3-1 0,9 1 3,-1 0-3,6 0 3,-2 3-2,7 1 2,-4 4-1,0 3-3,-3-1-5,-6 1-3,-6 2-2,-3 0-3,-7-1 0,2-2-2,-2 1 2,-2 1-8,2 0-11,-2 0 4,-4-1 7,-2 0 0,-2-1-2,-5-1 0,-1-2 0,-3-1 1,-3 0-1,1-2 11,-4-3 11,0 2 0,6 0 2,2-3 2,2 1 4,5 1 1,-1-1 2,7 1-4,1-1 1,-1 1-2,4-2 0,0 0-2,-1 0-3,-1 2 1,2-1-1,-1 1 0,1-1 1,0 0 4,0-1 1,0 2 1,0-2-1,0 0 4,0 2-1,0 0 1,0 0 2,0 2 2,0 1 2,0 1-3,0-1 2,0 2 7,0-1 0,-2 2 1,0 1 7,-1 3 4,0-1 2,2 0 1,-1 3 4,1-4 0,0 3-5,-1-1-3,-1 2-1,-1 0-4,-1 1-5,-1 1 0,2 1-5,1-3 1,-2 1 0,3-2 1,1-1 3,-2 0-1,2 0 3,-2 2 3,3 1 2,-3-1-3,3 0 1,-1 0-1,-2 0-3,3-1 1,-3 2-1,1-1 3,-1 2-5,0 0-3,0 0 1,2 1 0,-5-1 0,6-2-2,-4 2 0,2-2-4,2 1 2,-2-1-6,-2 1 2,4 0 5,0 1-6,-2 0-2,2-2 1,0 1-1,0 1-1,-2-4 2,0 2-5,-1-2 12,1 2-10,-1-2-4,-1 0 12,2 2-9,-3-1 4,3-2 1,2 1-1,-2-2 5,2 1 3,-3-1-12,3 0 6,0-2 0,-2 2-9,1-1 9,1-1-1,-1 3-2,1 0 0,-2 1 1,2 1-9,-1 0 2,-2 2 3,2-1 2,0-1-4,-1 2-6,1 2 2,-2-2 5,1 0-4,1 0-6,1 0 14,-4 0-4,4-1 3,-2 1-1,2 0 7,-2-1 7,1-1-5,1-2-5,-2 3 1,2-3 4,-3 3-4,2-2 2,0 2-5,-1-3-1,2 2-3,0 1 9,0-1-3,0 2 7,0 2 1,0-3-4,0 1 6,0 0 0,0 2 6,0-3 6,0 1-1,0-1-17,0 0 6,0-2-7,0 1-1,0 1-2,0 1-1,-3-1-4,2 0 1,1 0-8,0 0-1,-2-3 14,1 0-9,1-4 9,0 1-9,0-1-5,-3-1-5,-2 0-1,-1 2-14,-2-2 6,0 0-1,-3-1-8,-2 0 8,-4-3-14,3 3 11,-2-1 14,-2 1-9,1-2-5,-5 1 10,2-4-3,-4 0-6,-5 0-4,-2-5-24,-2-3-29,-1-4-28,3-2-107,7-6-167,7-11-680,6 11 0,6-4 0,6 5 0</inkml:trace>
  <inkml:trace contextRef="#ctx0" brushRef="#br1" timeOffset="341252.2019">25200 6235 3592,'-1'0'76,"-2"-1"38,3 1 26,0 0 11,0 0 9,0 0 7,0 0 3,0 0 7,0 0 8,0 0-37,-4 0-20,-2 0-32,-3 1-18,-1 3-4,-7 3-3,-5 4 1,-5 7 1,-7 7-5,-2 6-6,1 7-3,-1 4-17,9 0-8,9-1-11,9-3-10,5-8-4,4-6-5,7-4-3,4-7 2,4-2 5,8-4 3,1-3 6,2-4 5,-3 0 13,-2-4 4,-12 0-10,-3-3-5,-9-4-1,-7-2-15,-9-6-14,-8-2-6,-4 3-10,0 1-18,2 2-43,10 3-92,9 6-266,6-35-644,8 29 0,6 0 0,8-5 0</inkml:trace>
  <inkml:trace contextRef="#ctx0" brushRef="#br1" timeOffset="342371.1207">25318 5971 2820,'0'-4'79,"0"-5"28,0 3 19,0-1 15,0 2 10,0 0 2,-6 0 3,-2 1 8,-6 2 21,-1-3-40,-4 3 21,-4-1-15,1 3 1,-4-4-1,0 2-1,1 2 8,0 0 4,1 0-7,0 4-18,-1 1-20,0 7-32,-3 4-5,2 1-9,-4 4-9,1 2 7,0-3 0,-2 4-1,5 1 6,1-2 5,0 2-2,4-2 6,4 0-1,2 0-19,0 0-1,4 2-10,1-2-18,-1 3 0,0 1 0,3 0-11,0 2 0,0-1-2,0 3-8,1-1 9,3-3 3,0 0 5,2-1-3,2-2-1,0 2 2,0-2 13,8-1 4,1 3-10,7-3 10,3 2 1,8 1-10,1 2-5,4-2 11,1 2 1,2 0-3,-3-4-10,-2 0-4,-1-5 1,-2 0-5,2-3-4,-1-3 8,5-5-4,4 0 4,3-4 1,4-3-7,4 0 3,2-3 1,2-3 11,-1-2-1,-3-2 0,-1-7-3,-2 1 5,-5-2-10,-4-2-15,0-5 14,-5-1-16,-2-4 3,-2-6-8,-7-4-4,-6-10 4,-2-3 3,-6-4-5,-3-3 7,-3 2 6,-3 2-8,-10 4 8,-9 1-5,-12 2-2,-11 1 3,-13 2-4,-9 2-5,-6 1-2,-2-1-30,-3 6-115,7 5-113,5 3-233,12-5-962,5 20 0,12 1 0,5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531.16821" units="1/cm"/>
          <inkml:channelProperty channel="Y" name="resolution" value="2391.75171" units="1/cm"/>
          <inkml:channelProperty channel="F" name="resolution" value="0" units="1/dev"/>
        </inkml:channelProperties>
      </inkml:inkSource>
      <inkml:timestamp xml:id="ts0" timeString="2023-12-10T16:28:13.28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21830 2021 418,'0'-3'82,"0"2"36,0 1 14,0-2 18,0 2 16,0 0 24,0 0 26,3-2 32,-3 1 23,1 1-16,0-1 1,1-2-16,-1 1 6,-1-1 6,0 2-10,2-1-22,-2 2-25,0-2-30,0 2-22,0 0-46,0 0-27,1 0-21,-1 0-20,0 0-26,0 0-10,0 0-6,0 0 1,0 0-2,0 0 3,0 3 4,0 0 8,0 4 3,0-1 5,0 4 4,0-3 7,0 4 9,0-2 6,0 1 9,0 0 3,0-2 3,0-1 2,0 1 0,0 1-2,0 0 2,0-2 0,0 1-6,0 1-5,0 1-7,0 2-5,0-1-4,0 1-4,0 0-2,0 0-3,0-3 1,0 0-2,0 2 1,0-1 3,0-2-1,0 1 3,0 0 0,0 2 3,0 0 1,0 0 2,0-1 0,0 3 0,0-2 1,0 3-8,0-1 1,0 0-3,0-1 4,0 1-3,0 0-2,0-2-1,0-2-4,0-1-1,0 0-1,0 3 2,0-2-1,0 2-1,0 1-6,0 1 1,3-1 2,-3 0-1,0 1 2,0 0 0,0 1 2,0-1-2,0 0 2,0 2-1,0-3 6,0-1-4,0 0-1,0-1 3,0 0 1,0 0 5,1 1-1,-1 2 1,0-1-3,0 1 2,0-1-4,0 4 3,0-3 1,0 2-2,0 3-6,0-2-3,0 0 0,0-1 4,0 1-1,0 0 0,0 0 6,0-1-2,0 1 1,0-1-2,0 2 4,0-1 3,0 0 5,0 3-3,0-3 8,-1 2-7,1-4-7,-3 3 8,3-1-4,0 1 9,0-3 2,0 2 4,0-1-3,0 0 0,0 0-5,0-3 6,0 0 10,0 1-9,0 1 5,0-1-8,0 2 1,0-2-8,0 1 1,0 0 9,0-2-4,0 0 9,0 0-3,0 0 9,0 0 1,0 0 6,0 0-5,0-1 8,0 0-8,0-1 0,0 2 3,0 1-7,-1 1 0,1 2-11,-2 0-4,1 1-9,1 2-2,0-3-4,0 0 6,0-3-11,0 1 13,0 0-16,0 1 6,0 1-2,0 1 1,-2 0 6,1-1 7,1 3-3,0 1-3,-1-1 3,1 0-12,0 1 15,-3-2-13,3-2 5,-3 3-2,3-4-4,0 4-3,0-2 3,0 0-9,0-1 0,0 2 2,-3-1-3,3 0 1,-2 2 2,2 1-4,0-3 3,-3 4 0,3 0-10,-3 0 12,3 3-7,-1 0 4,1-2 0,-3-1 1,3-2-9,0-5-11,0-2-30,-2 1-40,0-5-51,0-1-38,-2-2-99,21-3-460,-20-8-494,-3-2 0,0-24 0,-2-11 0</inkml:trace>
  <inkml:trace contextRef="#ctx0" brushRef="#br0" timeOffset="1647.2519">21864 1988 1735,'0'0'91,"0"0"11,0 0 18,0 2 20,0-2 22,0 1 34,0-1 40,0 0 44,0 0 35,0 0-57,0 0-3,0 0-8,0 0-18,0 0-19,0 0-22,0 0-35,0 0-39,2 0-43,-2 0-34,0 0-16,3 1-8,-1-1 2,-1 3 10,1-3 5,1 2 5,1 2 4,2-1 4,-2 2 0,6 1 2,-2 0 4,3 1-8,-1 2-3,4-1-4,-2 0-5,5 2-4,1 1-3,0-2-5,0 0 0,1 3-2,1-1-5,-1-1 5,4 4-4,0-1-7,0 2 1,0 2-2,2-1 2,0 1 0,0 3-1,0 0-1,-1-1 0,3 0-1,-1 0 0,-1 0 3,1-1-2,-2 1 4,-2-2-1,2-1 1,-2 1 2,0 1-1,2-2 1,1 1-1,-1 2 2,0-4-1,0 4 0,2-3-4,-1 0 3,0 0-2,0 1-2,0-2 2,0-3-2,-2 0 0,-2 2 1,-1-2-3,-3-3 1,0 2 0,-7-4-3,0 0-1,1 0-1,-7-2-1,0 0-17,0-1-26,1 0-101,2-1-283,-6 0-629,3-6 0,2 2 0,-2-7 0</inkml:trace>
  <inkml:trace contextRef="#ctx0" brushRef="#br0" timeOffset="3668.5281">21855 4288 548,'-3'0'86,"0"0"37,0 0 32,1 0 43,-2 0 36,4 0 36,-2 0 38,2 0 34,-1 0 34,1-2-19,0 2-18,0-1-24,0 0-16,0-2-37,0 2-29,0-1-35,0 0-28,1-2-30,2 1-27,2 1-29,1-4-15,5-4-14,3 3-13,-2-3-9,2-1-6,-1-2 2,5-1-11,-4-1 0,1-2-6,3 1-1,-1 1 0,-2-1 1,3 0 3,-3 2 4,2 1 0,1-1-3,-1 0 3,-1 1-5,4 1 2,-4-2 1,1-1-3,1 3-2,0-1 0,0-1-1,3-1 4,-2 1 0,2-2 0,0 2 3,0-1-4,-3 1-1,1 2 2,-1-1-2,-3 1-3,2 1-1,-3-2-5,1 2-2,-2-2-1,-1 2-1,-2-1 0,2 0-1,1 0-2,3 0 1,0 2 1,-1-2 0,-1-1-1,1 1-1,1 1 0,-3 0 0,0-1 1,-1 0 0,2 3 1,-4 0 1,4-6-1,1 1-1,-3 2 3,2-1 3,-1 1-1,-1 1 0,-2 0 1,1 1-1,2-1 0,-5 1 0,2-1 0,-1-1 1,-1-1-1,1 0-1,1 3 0,-2-2 2,3 1-1,-4-1 2,3 0-1,-1 0-1,1 3 1,-3-2-1,4 2 3,-3 1-1,1 1 1,-1 1-1,0-1 1,2 1 0,-1 2 0,0-2 1,1 0-2,1 0 1,-3-1 0,0 3-1,1-1-1,-2 0 1,-2 1-1,-1 2-1,-1-2-1,0 2 0,-2-2 0,1 3-10,-2-1-22,0 1-59,0 1-118,4-4-247,-8-17-577,2 12 0,2-6 0</inkml:trace>
  <inkml:trace contextRef="#ctx0" brushRef="#br0" timeOffset="4613.9859">22971 2716 832,'0'-1'75,"0"1"40,0 0 32,0-1 33,0 1 22,0 0 18,0 0 14,0 0 12,0 0 13,0 0-28,0 0-19,0 0-33,0 0-31,0 0-31,0 0-24,0 0-19,0 0-8,0 1-10,0 0-6,0 4-4,0 2 3,0 2 21,0 2 5,0 3 9,0 2 14,0-1 14,0 2 12,0 1 3,0 0 0,3 1-5,-3 2-11,0-2-21,0 3-7,0-2-6,0 0-9,0 3-10,0-4-14,0 2-4,0-2-7,3-2-4,-3-1-4,0-2-6,1 0 4,-1-2-5,3-1-4,-3 0-2,0-1-2,0-1-1,0-1-2,0 0 0,0-3 0,0 2 2,0-2-3,0 3-1,0-4 3,0 2-1,0-1-2,0-2 1,0 1 1,0-2 1,0-1-13,0 1-49,0-2-177,0-6-834,-3 3 0,2-3 0</inkml:trace>
  <inkml:trace contextRef="#ctx0" brushRef="#br0" timeOffset="5778.9876">23006 2883 627,'-3'0'110,"3"0"51,0 3 57,0-1 34,0-2 28,0 3 28,0-3 28,0 1 32,0-2 36,0 2-36,0-2-21,0 1-39,0 0-47,0 0-28,0 0-22,0-1-22,0 1-24,0 0-28,0 0-36,0-2-27,0 2-25,3 0-8,0-2-7,6 2-4,1-2-6,4 1-4,3-1-4,1 2-2,0-2 2,5 1-2,0 0 2,0 0-2,-2-2-6,1 2 1,-2 0 0,3 0-2,2 0 0,1-1-3,4 2 2,0-2 1,2 2-3,0 0-4,5 0 1,-3 0 0,2 0-1,-1 0 1,-2 0 0,-1 0 0,3-2-3,1 1 2,-1 0 1,3 0 1,-4-2-1,-2 2 2,2 0-4,2 0 0,1 0 0,6-1-3,4 0-1,0 2 2,3-3-2,4 3 4,3-2-1,3-1-1,-1 3 3,-2-2-1,-6 1 0,-9 1 4,-13 0 1,-11-1-2,-5 1 1,-9 0-9,-4 0-11,0-2-12,0 2-60,0 0-166,11-2-321,-15 1-389,2-2 0,0-2 0,-2-2 0</inkml:trace>
  <inkml:trace contextRef="#ctx0" brushRef="#br0" timeOffset="6726.4939">24598 2208 2376,'0'0'84,"0"0"59,0 0 45,0 0 28,0 0 18,0 0 8,0 0 2,0 0 10,0 0 11,0 0-16,2 0-32,0 4-45,4 1-36,-2 7-24,3-1-13,1 0-6,0 3-4,1-2-33,1-1-105,2-3-213,27-4-769,-25-3 0,-4-1 0,2-4 0</inkml:trace>
  <inkml:trace contextRef="#ctx0" brushRef="#br0" timeOffset="7334.091">24777 2181 1129,'0'-2'9,"0"2"8,0 0 20,0 0 26,0 3 24,-3 2 23,1 0 31,-1 4 25,-3 3 37,2 1 27,-3 4 36,3 1 17,2 2 17,0 5-3,-1 2 2,3 4-13,-3 4-27,1 4-19,-3 0-36,1-1-30,-2 0-36,0-4-21,-3-2-37,2-7-23,-1-3-26,1-2-12,-3-6-7,2-1-3,-4-6-3,1-2-5,-3-2-5,1-2-2,-2-2-14,-3-6-7,3-4-5,1-6-17,3-7 1,5-2 0,5-2 6,1 0 0,3 3 8,6 4-4,4 2 21,6 0 10,5 6 8,5 0 12,-3 4-40,-2 2-115,1 0-243,-6-21-478,-5 21 0,-3 1 0,-4-4 0</inkml:trace>
  <inkml:trace contextRef="#ctx0" brushRef="#br0" timeOffset="9241.48">22213 3979 775,'0'0'28,"0"0"33,0 0 44,0 1 46,0 2 54,0 1 48,0 0 41,0-3 34,0 1 28,0-2 6,0 0-8,1-2-21,-1 2-38,0 0-42,0 0-52,0 0-47,0 0-44,0 0-39,0 0-32,0 2-17,0-1-7,0 1-11,0 2-1,0 1 1,0 1 4,0 3 0,0 0 10,0 5 7,0 0 12,0 0 9,0 0 6,0 3 6,0 1-3,0 0-1,0 1 1,0 3 4,0-2-4,0 0-1,0 1-6,0 1-8,0-1-7,0 1-6,-1-2 1,1 1 5,0-2 2,0 0-5,0 0 0,0 0-1,0-1 3,0 0 1,0 0 1,0-1-1,0 0-2,-3-1-7,3 1-10,-3-4 1,3 4 4,-3-5-2,3 4-4,-1-3-3,0-3-1,0 2 2,0 0-4,1-3-1,-1-1 1,1 0 0,-3-3-4,3 1 1,-1-1 0,1-3 0,0 1-1,0 0-4,0-2-8,0 1-16,0 0-43,-3-1-142,6-1-288,-3-1-546,-3-3 0,3-3 0,-3-5 0</inkml:trace>
  <inkml:trace contextRef="#ctx0" brushRef="#br0" timeOffset="10544.4929">22154 4888 1308,'3'0'97,"-3"0"41,3 0 37,0 0 36,-2 0 37,2-1 31,-3 1 30,3-3 15,-3 0 6,0-1-59,-3 2-32,-1 0-44,-5 1-31,0 1-33,-9 0-30,4 3-23,-1 0-14,2 1-5,2 1 2,4 2 2,3 0 4,4 0 9,0 2 6,0-2 2,3 4-4,6-1-5,1 0-16,3 0-8,2 2-7,-3 0-4,1 1-7,-5-1-6,-2 0-11,2 1-6,-4-1 2,-1-2-2,-3 1 2,0-3-1,3-1 2,-3-2 0,0 0 3,-3-1 2,0-2 6,-2-1 1,-6 0 0,-6-1 1,-1 0-4,-3-1-24,4 0-38,5-1-84,5 2-141,7-5-256,0 1-451,2 1 0,11-3 0,1-1 0</inkml:trace>
  <inkml:trace contextRef="#ctx0" brushRef="#br0" timeOffset="10993.5211">22336 5017 1619,'0'0'140,"0"0"39,0 0 24,0 0 15,2 0 5,-2 0 12,0 0 56,0 2 53,0 0 29,0 3-68,0 4-17,0 3-22,0 2-19,0 1-12,0 3-2,0-2-9,0-3-58,0 0-71,0-5-72,1-1-202,28-7-966,-24 2 0,0-7 0,-3-2 0</inkml:trace>
  <inkml:trace contextRef="#ctx0" brushRef="#br0" timeOffset="12634.2171">22823 3514 919,'0'0'91,"0"0"25,0 0 28,0 1 27,0-1 21,0 2 19,0-1 16,0 0 20,0 2 35,0-3-47,0 2-12,0 2 0,0 2-14,0 0-17,0 3-14,0-1-11,0 6 0,0 1-7,0-1-27,0 6-14,0-1-5,0 3-24,0-1-8,0 6-5,-1-3-8,-1 4-6,-2-2-15,-2 4-11,1-1-6,3-3-4,0 1-7,-1 0-2,0-4-1,2-1-4,-1-1 1,2-1-1,0-2-1,0-1 0,2 2-3,-2 1 0,0-4-2,0 4 2,-2 0 1,1-2-1,-4 3 1,2-1-1,-2-1 0,3 0 0,2-3 2,0-2-2,0 2 4,0-2-5,0-3-2,0 1 2,0 0-1,0 1-2,0 0 1,0 0 0,0 2-4,0-2 4,0 0-2,0-1 1,0 1-2,0-1-2,0 0 2,0-1 3,0-1-2,0 0 0,2-3 1,-2 2-2,0-4-1,2 1 1,-2-1 0,0-1 1,0 2 1,0-1-4,3 0-2,-3 3 0,1-2 1,-1 1 0,0 0 0,0 0 0,0-1 2,0 0-2,0-1-2,1 0-3,-1-4-12,0 1-40,1-1-128,16-1-356,-15 0-416,2-1 0,1-3 0,1-3 0</inkml:trace>
  <inkml:trace contextRef="#ctx0" brushRef="#br0" timeOffset="13264.4477">22896 4817 2067,'0'0'166,"0"0"26,0 0 23,0 0 16,-4-1 8,2 0 6,-6-1 12,-2 2 12,-4-1 13,1 1-132,-2 3-19,-1 2-20,3 0-21,2 3-13,1 2-7,6 2-2,0-3-2,8 2-5,0-1-7,6-2-4,1 0-4,4-1-7,2 0-1,-2 0-2,-4 1 2,0 0-6,-1 1-7,-3 1-7,-5 0-1,-1 0 3,-1-4 4,0 0 6,-1 1-2,-4-2 2,-2-2 0,-7 2 4,-4-5-10,-4 1-34,0-1-74,1 0-158,7-1-157,3-11-574,5 10 0,6-2 0</inkml:trace>
  <inkml:trace contextRef="#ctx0" brushRef="#br0" timeOffset="13704.5222">23068 4926 1866,'0'0'104,"0"0"40,-2 3 16,-4-2 26,2 6 32,-2 3 26,-1-1 28,5 2 16,0 0 16,2-1-38,0-1-18,9 0-32,-1-3-9,7-4-24,6-2-31,1 0-22,2-2-29,-6-3-10,-3-2-16,-4-4-24,-5-1-27,-5-4-14,-1-3-6,-7 1-12,-7-1-6,-4 5-59,-5 4-103,2 4-155,-2-11-657,4 14 0,7-3 0,3 3 0</inkml:trace>
  <inkml:trace contextRef="#ctx0" brushRef="#br0" timeOffset="15689.6792">21102 2221 962,'-3'1'177,"-1"-1"49,1 2 42,-1-2 41,4 0 29,-4 0 37,4 0 41,-2 0 34,2-2 18,0 1-94,0 0-57,0 0-45,0-1-33,0 2-36,0 0-27,0 0-37,0 0-41,0 0-35,0 0-21,0 0-11,0 0-14,0 0-4,2-2-6,4 2-4,6 0-1,0 0 1,8 0 0,-1 0 1,2 0 3,4 0-1,-3 0-2,2 2-7,2 0-2,-2 0-6,-1 1-2,-1-1-1,2 1 0,-2-1-4,-1-2 0,2 3 2,-2-2-2,3-1 4,-2 2-2,-1-1-1,-2 1-3,-2-2-1,-3 2-4,-2-2 4,1 0 0,-1 0 1,-6 0 0,-1 0 6,1 0 1,-6 0 7,1 0 3,0 0-1,1 0 6,-1 0 0,-1 0 0,0 0-5,0 1 3,3-1-5,0 0 2,4 0 1,-2 0-4,4 0 1,-2 0-4,0 2-4,4-1-2,0-1 0,-3 1-3,4-1-14,-3 0-5,1 0-1,-6 0 2,0 0 3,-4 0 0,4 0 9,-4 0 0,0 0 7,0 0 4,0 0 17,0 0 2,0 0 2,0 0-2,0 0 0,0 0-4,0 0-2,0 0 0,0 0-3,0 0-3,0 0-1,1 0 4,0 0 3,4 0 5,-2 0 4,0 0-3,1 2 0,0-2 1,2 0-2,-1 1 1,1 0-1,-2-1-5,0 0-5,-4 0-3,3 0-4,-3 0 6,1 0 0,-1 0-5,0 2 1,0-2-8,0 0-18,0 2-36,0-2-60,0 2-109,0-2-190,0-23-438,0 23 0,-1-3 0,-2-2 0</inkml:trace>
  <inkml:trace contextRef="#ctx0" brushRef="#br0" timeOffset="17099.5245">21077 2778 1894,'0'0'138,"0"0"42,0 0 40,0 0 44,0 0 37,0 0 29,0 0 18,0 0 13,0-1 15,0-1-98,3 1-31,1 0-36,2-2-37,6 2-40,3-1-39,2 1-25,5-1-18,4 2-11,1-1-14,3 1-6,2 0-5,3 0-3,-3 0-4,2 0 0,-1 0-1,-3 0-3,-1 0-1,-2 0-2,-3 0-1,0 0 0,-1 0 1,-2 0-4,1 0-4,-4 0-2,0 0 2,-1 0-4,-2 0 2,-1 1 2,3 1-2,-4-1 2,-1-1-1,1 1 2,-3-1-1,-4 0 0,2 0-3,-4 0 2,0 0-1,1 0 0,1 0 1,0 1 1,2-1 1,2 1-4,-3-1-2,1 0-23,-2 2-58,-3-2-72,-2 2-85,-1 1-147,0-11-552,-1 9 0,-2-1 0,-3-1 0</inkml:trace>
  <inkml:trace contextRef="#ctx0" brushRef="#br0" timeOffset="18183.9223">21154 3316 1366,'-1'0'64,"1"0"36,0 0 29,0 0 28,-1 0 17,1 0 12,0 0 16,0 0 30,0 0 16,2-2-34,3 2-11,0 0-32,2 0-21,6-1-17,-1-2-9,2 3-2,4 0-10,1 0-29,-1-1-10,5 1 0,1-2-1,-4 1-4,2 0-6,2 1-7,-2 0-7,0 0-10,0 0-3,2 0-3,-1 0-4,-2 0-13,4 0-6,-8 0 1,3 0 2,-1 0-7,-4 0 0,-1 0-1,0 0 1,-2 0 2,1 0-3,-1 0 2,-2 0 0,5 0 0,-1 0-4,1 0 2,-1 0-4,-1 0-5,-5 0-6,0 0-7,-4 0-1,2 0-12,-3 0-35,1 0-48,0 0-63,-4 0-61,2 0-127,-1-8-397,-1 7 0,-3 0 0</inkml:trace>
  <inkml:trace contextRef="#ctx0" brushRef="#br0" timeOffset="19085.622">21170 3796 646,'0'0'116,"0"1"56,0 2 50,0 1 55,0-2 31,0 1 14,1-2 13,2-1 11,0 0 15,3 0-43,0 0-38,0 0-45,2 0-31,6 1-49,-3-1-20,6 0-9,-1 1-6,5-1-6,0 0-8,5 0-19,0 0-12,1 0-11,5 0-17,-2 0-5,5 1-9,-2-1-5,-2 2-11,1-1-2,-3 0-5,-3-1-2,-1 3-1,0-3-4,-1 0 2,1 1 0,-3-1-3,3 0-1,-3 0 4,2 0-9,-2 0-6,-4 0-9,-3 0-22,-4 0-31,2 0-60,-5 0-126,31-4-705,-28 2 0,-4-3 0,0-6 0</inkml:trace>
  <inkml:trace contextRef="#ctx0" brushRef="#br0" timeOffset="20280.7902">20608 2023 932,'0'0'113,"0"0"41,3 0 38,-3 0 34,0 0 38,0 0 32,0 0 33,0 0 37,0 0 34,0 0-58,0 0-15,0 0-34,0 0-36,0 0-35,0 0-42,0 0-34,0 0-30,0 0-30,0 4-25,0 3-21,0 5-8,0 4-5,0 2 2,0 1 1,0 0 6,0-4 4,0 0-2,0-5-24,0 0-46,0-2-108,0-3-150,10-2-239,-9-3-390,0 0 0,-1 0 0,-1 0 0</inkml:trace>
  <inkml:trace contextRef="#ctx0" brushRef="#br0" timeOffset="20566.6366">20537 2210 1113,'0'4'107,"0"1"63,0 1 62,2-2 51,-2-1 54,1 0 46,5-3 21,2 0 15,3 0 10,4-1-62,5 1-41,1 0-69,-2 0-86,-1 0-109,-2 0-149,-3 0-172,0-3-174,-8-2-423,-2 4 0,-2-2 0,-1 0 0</inkml:trace>
  <inkml:trace contextRef="#ctx0" brushRef="#br0" timeOffset="20928.5846">20518 2028 1792,'0'0'48,"0"0"96,0 0 67,0 2 40,0-4 29,4 2 17,2 0 9,2-1 5,4-2 1,5 2-25,1-1-77,4-1-217,2 2-275,-3-12-550,-1 11 0,0-2 0</inkml:trace>
  <inkml:trace contextRef="#ctx0" brushRef="#br0" timeOffset="21477.7418">20829 2133 2333,'0'0'42,"0"0"-4,0 0 6,-1 3 16,-1 1 10,-2 2 17,-2 3 17,2 3 21,1 0 14,3 1-42,0 0 30,0-3 30,6 0 18,5-4-6,3-5-5,5 1-15,1-5-27,-1-2-30,0-1-26,-6-4-18,-2 0-32,-8-3-41,-1-1-40,-6 1-27,-4 1-16,-7 0-20,-6 6-26,-4 3-57,6 2-171,-4 3-269,4 2 0,5 0 0,6-1 0</inkml:trace>
  <inkml:trace contextRef="#ctx0" brushRef="#br0" timeOffset="22417.7043">20566 2593 1748,'0'0'7,"0"0"20,0 0 47,0 0 44,-1 1 31,1 3 41,-1 0 48,-1 6 55,2 0 24,0 4 23,0 2 8,-1 1-15,-2 1-40,3-2-43,0 1-30,0-5-44,0 1-82,0-4-153,0 1-160,15-6-768,-15 0 0,0-3 0,-4-1 0</inkml:trace>
  <inkml:trace contextRef="#ctx0" brushRef="#br0" timeOffset="22684.9893">20446 2796 2362,'4'1'68,"-3"-1"37,6 0 40,-1 0 34,5 0 30,0 0 34,4 0 25,2 0 18,2 0 4,0 0-47,0 0-39,-1 0-116,-3 0-168,-4 0-231,-5-10-548,-2 7 0,-4 0 0,-4 1 0</inkml:trace>
  <inkml:trace contextRef="#ctx0" brushRef="#br0" timeOffset="23038.239">20456 2615 2825,'0'-3'124,"0"3"40,4-5 55,3 2 17,5-1 8,2-1 4,8 0-2,-4 2-27,3 1-78,-2 1-253,5-2-246,-9 2-481,3 1 0,-5 0 0,-1 1 0</inkml:trace>
  <inkml:trace contextRef="#ctx0" brushRef="#br0" timeOffset="23446.4417">20769 2742 2370,'0'0'81,"0"0"24,0 0 47,0 3 50,0 1 36,0 3 34,0 1 12,0 6 7,0 2 2,0 2-71,0 4-6,0-1-61,3 0-146,-2-3-262,-1-26-674,2 16 0,-1-3 0,-1-5 0</inkml:trace>
  <inkml:trace contextRef="#ctx0" brushRef="#br0" timeOffset="24283.6235">20579 3142 2460,'0'0'175,"0"0"53,0 0 27,0 0 15,0 0 3,0 0 1,0 0 10,0 0 15,0 6 5,0 1-120,-4 7-48,4 4-44,0 2-26,0 0-12,0 0-13,0-3-38,0-1-115,4-1-183,21-8-703,-21 1 0,-1-4 0,-3-2 0</inkml:trace>
  <inkml:trace contextRef="#ctx0" brushRef="#br0" timeOffset="24529.3983">20481 3365 2551,'1'1'97,"3"0"30,1-1 15,4 1 17,5-1 15,2-1 7,2 1 3,3 0 4,3-1 0,-2-1-88,-1-1-125,-2-1-191,-4-6-554,-8 7 0,-1-1 0</inkml:trace>
  <inkml:trace contextRef="#ctx0" brushRef="#br0" timeOffset="24803.4709">20464 3125 3407,'4'-3'65,"3"-2"18,4-1 10,3 1-1,2 0-24,4 3-83,-2 1-156,-1-8-553,-1 7 0,-3 0 0,-5 2 0</inkml:trace>
  <inkml:trace contextRef="#ctx0" brushRef="#br0" timeOffset="25345.8768">20715 3263 2238,'0'0'134,"0"0"28,0 0 18,1 1 17,2-2 16,3 1 8,2 0 5,0 0 5,1-2-1,0 2-94,-2 0-41,0 0-30,-4 0-25,0 0-18,-3 3-16,0 0-7,0 4-6,-6 3-3,2 1-9,-4 3-4,-2-3 5,0 1 4,2 1 5,2-2 2,4 0-1,0-2 3,2-3 11,0 0 19,2-2 25,2-2 7,7 1-11,7-3-61,5 0-159,12-5-680,-5 3 0,-3 1 0</inkml:trace>
  <inkml:trace contextRef="#ctx0" brushRef="#br0" timeOffset="26032.6667">20590 3714 1944,'0'0'29,"0"1"62,0 0 49,0 4 53,0 2 38,0 4 34,0 2 27,3 3 8,-3 0 3,4 1 2,-1 2-23,2-3-68,-2-3-100,1 0-157,-1-2-186,15-7-657,-18 3 0,0-4 0,-6-2 0</inkml:trace>
  <inkml:trace contextRef="#ctx0" brushRef="#br0" timeOffset="26267.8061">20547 3914 2557,'0'1'117,"1"-1"52,1 3 41,6-3 30,5 0 17,6 0 8,2-3 4,1 3-1,0-2-23,-3 1-150,-3-2-152,-1-1-252,-11-5-556,-2 2 0,-1 0 0,-4-5 0</inkml:trace>
  <inkml:trace contextRef="#ctx0" brushRef="#br0" timeOffset="26527.266">20501 3681 1891,'5'0'127,"3"0"30,3-1 23,3 0 8,1 0-3,0 1-42,-1-3-97,7 2-182,-10-1-420,1 2 0,-2 0 0,0 2 0</inkml:trace>
  <inkml:trace contextRef="#ctx0" brushRef="#br0" timeOffset="27145.4908">20754 3816 1336,'0'2'144,"0"0"62,0 0 36,4 1 27,-3-3 23,6 0 25,2 2 17,3-2 5,-2 1 2,-1 3-95,0 0-48,-1 0-69,-2-1-53,-1 3-61,-3 0-37,-1 0-57,-4 2-36,-2 0-32,-2 0-22,0 1-6,-3-1-6,3-2 5,3-1 11,2 0 27,2-1 17,0 3 29,0-1 27,5 0 35,2 2 24,1-1 12,6 1 18,1-1 3,-3 3 15,-3 0 20,-2-1 10,-3 0 18,-4-1 14,0 2-2,-2-2 4,-3-3-6,-6 2-56,-3-3-80,3-1-255,-13-3-360,-3 0 0,2-3 0</inkml:trace>
  <inkml:trace contextRef="#ctx0" brushRef="#br0" timeOffset="28738.3163">20862 5634 1368,'0'-1'119,"0"-1"42,0 1 31,0 0 36,0-1 35,0 0 30,0 1 33,0-1 27,0 1 22,0-1-65,0 2-34,0-3-32,4 3-22,-1-1-24,7 1-30,5 0-22,4 0-24,9 0-21,7 0-17,6 0-13,7 0-5,-4 0-11,-1 0-17,-9 0-25,-12 0-48,-10 0-136,-8 0-77,-4 0-86,-6 0-159,-6-6-409,-3 6 0,-5-1 0,1-1 0</inkml:trace>
  <inkml:trace contextRef="#ctx0" brushRef="#br0" timeOffset="29036.5396">21034 5642 1986,'0'3'134,"0"2"45,0 3 26,3 3 28,-6 0 31,6 5 29,-3 5 10,0 4 5,0 1 8,1 0-78,-1 0-49,2-3-42,-1-3-61,3-2-170,4-7-312,-5-3-484,0-7 0,0-2 0,-1-12 0</inkml:trace>
  <inkml:trace contextRef="#ctx0" brushRef="#br0" timeOffset="29698.436">21243 5778 2012,'2'0'108,"2"0"46,0 0 40,4 0 34,6 0 30,1 2 24,5 2 15,2 2 8,3 5 1,-2 3-70,-3 0-33,-6 3-48,-3 1-39,-7 0-49,-3 0-34,-1-2-28,-2-2-15,-4-2 1,-2-3 6,-1-3-8,-2-5-13,-1-1-15,2-7-12,0-2-6,3-7-20,2-3-3,5-3-10,-1 0-8,2 1-2,9 2 6,2 4 15,4 6 18,3 0-5,4 6-84,3-2-202,-13 3-349,-1 2 0,-4 0 0,-3-2 0</inkml:trace>
  <inkml:trace contextRef="#ctx0" brushRef="#br0" timeOffset="31241.2526">21645 5817 520,'0'0'211,"0"0"66,0-1 37,0-3 38,0-1 50,3 1 58,-3-3 27,2 5 21,-1-2 14,0 1-123,-1 1-69,2 1-61,-2 0-38,0 1-37,1 0-43,-1 0-56,3 2-9,-3 3-18,3 4-4,-1 2-5,3 2 7,0 1 0,2-5 11,6 0 11,-1-2-7,6-4-39,1 0-54,1-3-29,-2 0-42,0-1-47,-4-3-58,-7-1-29,-2 0-15,1-2 0,-6 3 14,3 0 38,-3 2 70,0 2 69,0 2 60,0 2 63,0 6 45,1 0 32,2 7 7,1 1-8,3-1-28,-3-3-63,3 0-215,0-16-951,-3 3 0,-2-5 0</inkml:trace>
  <inkml:trace contextRef="#ctx0" brushRef="#br0" timeOffset="31629.6104">21973 5636 855,'0'0'147,"4"1"19,-4-1 22,1 1 60,2 0 58,0 2 51,-2 3 56,4 0 42,-1 6 30,0 4-105,0 8-26,3 3-16,-3 2-20,3 1-60,-2 0-55,1 0-57,-4-6-74,0-2-106,1-3-181,-3-7-178,14-9-616,-14 0 0,-2-3 0,-5-4 0</inkml:trace>
  <inkml:trace contextRef="#ctx0" brushRef="#br0" timeOffset="31794.0652">21977 5856 3199,'4'-1'181,"10"-2"32,4-3 8,4 1-3,1 1-74,3 0-140,3-7-304,-15 4-476,-2-3 0,-5-1 0</inkml:trace>
  <inkml:trace contextRef="#ctx0" brushRef="#br0" timeOffset="32196.2003">22167 5675 4030,'0'0'57,"0"0"54,3 0 38,-1 4 14,0 3 8,1 5 6,-1 8 3,-2 1 2,0 3 5,0 0-38,3-7-16,0-1-55,-2-4-39,2-3-19,0-2-9,4-2-11,-2-3-9,4-1-8,2-1-5,1-1-5,3-2-6,3-1 0,-1-2 3,2 2 14,1-1 13,2 3 6,-4 4 6,0 3 8,-4 3 2,-4 1-5,1 7-41,0 1-241,-3-29-814,6 23 0,3-3 0,-1-11 0</inkml:trace>
  <inkml:trace contextRef="#ctx0" brushRef="#br0" timeOffset="33017.6435">22762 5692 2205,'0'-2'194,"0"2"43,0-4 30,0 0 29,0 0 34,4 0 18,0-1 13,6 2 20,8-1 17,10 0-128,5 0-19,10 3-35,8 0-25,-1 0-62,-1 1-74,-8 0-76,-9 0-170,-7 0-232,-15-7-675,-6 6 0,-12-1 0,-7-1 0</inkml:trace>
  <inkml:trace contextRef="#ctx0" brushRef="#br0" timeOffset="33214.3769">23036 5654 1565,'0'8'212,"0"1"67,0 0 67,2 6 36,-2-2 24,1 3 8,1 2 4,3 1 5,-3 2 0,2-4-160,-3 0-136,2-4-208,1-3-240,-4-11-650,4 2 0,-4-2 0,0-1 0</inkml:trace>
  <inkml:trace contextRef="#ctx0" brushRef="#br0" timeOffset="33677.3231">23339 5755 2673,'0'-3'151,"0"-3"23,-3 0 12,-1 0 4,-7 3 2,-3 2 19,-1-1 9,-6 5 33,0 4 11,3 2-101,4 5-54,2 3-30,6-1-3,2-2 5,8 0 1,9-5-55,6-3-98,6-4-71,3-1-19,1-2 3,-7-1 7,-7-3 39,-5 2 6,-4 0-22,-6 0-5,0 2 52,0 1 101,0 4 43,0-1 7,0 1 2,0 1-23,0-2-137,15-4-311,-8-2-336,1-5 0,2-4 0</inkml:trace>
  <inkml:trace contextRef="#ctx0" brushRef="#br0" timeOffset="34143.4912">23462 5571 3365,'0'-1'29,"0"0"25,0-1 30,0 2 24,2-1 19,-1 4 14,-1 1 17,3 4 15,-3 3 22,0 4-24,0 3 23,0 5-17,0 0-25,0 3-24,0 1-18,0-4-12,0-1-11,0-4-17,0-6-20,0-5-23,3-2-37,4-4-37,-2-1-34,8-2-26,-1-1-14,1 1-9,-1-2-6,-2 2 2,2-1 5,-2 3 19,0 0 47,-3 3 46,1 4 36,-4 3 28,2 3 14,-6 2-6,2-1-16,-6-2-91,-4 0-123,18-9-746,-24-1 0,-3-4 0,6-7 0</inkml:trace>
  <inkml:trace contextRef="#ctx0" brushRef="#br0" timeOffset="34412.471">23759 5556 5103,'8'1'81,"5"4"16,5 5 8,0 6 5,-6 5 7,-6 8 7,-2 4 2,-4 3-22,-3-4-17,3-3-93,0-5-154,0-5-272,-1-13-659,-3 2 0,0-4 0,1-4 0</inkml:trace>
  <inkml:trace contextRef="#ctx0" brushRef="#br0" timeOffset="34754.1339">23992 5822 2580,'17'-5'26,"6"-1"4,3-4-1,2-4-3,-7 2-5,-10-5-2,-4 3 20,-4 1 36,-7 4 0,-6 0-7,-5 5 31,-8 2 45,-4 3 43,-2 6 53,-2 5 22,7 5 6,5 6-14,10 2-14,6 0 16,14-2-2,11-7-30,14-3-72,10-3-239,36-7-422,-25-2-485,-5-7 0,-14-6 0,-16-4 0</inkml:trace>
  <inkml:trace contextRef="#ctx0" brushRef="#br0" timeOffset="36221.9611">20892 6148 1582,'0'0'84,"3"0"46,0 0 28,2 0 17,0 0 24,0 0 15,5 0 12,-3 0 18,4-2 24,5 2-19,1 0-22,4 0-39,7 0-24,2 0-14,7 0-20,1 0-14,4 0-10,2 0-16,3 0-23,2 0-28,-2 0-12,3 0-8,-1 0-1,-4 0-3,3 0-4,-4 0 0,2 0-2,-2 0-1,2 0 2,-1 0 1,0-1-4,-2 1 2,-1 0-1,-2 0-1,-3 0 1,-1-3-1,3 6-2,-3-6 3,4 3-2,2 0 0,2 0 0,1-1 0,3-1 2,-1-1-3,2 2-1,1 0 3,-7-1 1,0 1-4,-2 0 0,-3 0-3,1 1 1,-2 0 1,3-2 0,0 2 4,4 0-2,0 0-3,4-1 1,1 0-1,2 0 4,-1 1-1,-4-1 1,0 1 0,-5 0-5,1-2-2,1 2 3,-4-1 1,1 1-1,2-1 1,-1 1-2,2-1-1,6 1 1,1 0-1,2-3 1,4 3-1,4 0 1,2 0 2,2 0 1,-2 0-5,2-2 2,-2 2 2,-4 0-3,-6 0 2,-9 0 1,-9-2 3,-11 1 2,-13 1-1,-4-1 0,-5 0-4,-2-1-4,1 1-17,0 0-50,1 0-67,-1 1-74,0 0-145,-3-11-524,-1 11 0,-2-5 0,-1 4 0</inkml:trace>
  <inkml:trace contextRef="#ctx0" brushRef="#br0" timeOffset="39181.6786">20116 6674 1033,'0'0'132,"2"0"39,-2 1 23,3-1 32,-3-1 25,3 1 20,-2 0 19,1 0 22,-1-3 32,-1 0-69,3 0-36,-3 0-22,0-2-8,0 0-26,3 2-20,-3-1-17,0-1-15,0 1-20,-3 1-25,0-2-17,2 1-10,-5 4-18,-1-3-13,-1 3-6,1 0-7,-3 0-2,-2 0-4,1 0-2,0 5-4,1 0-1,-1 5 1,4 1 2,1 1-3,4-2 2,-2 2 4,4-1-1,0 1 3,0 0-2,4-3 1,-2 1-1,4-1 0,1 1 1,6-2 2,-3 0-1,4-3 0,-1 1 3,-2-2-6,0-1 2,-1 2-1,-1 0-1,-3-1 1,-1 2-4,1 1-1,-2 0-1,-2 0-5,-2 0-3,0 0 4,0-2-3,0 0 1,-2 1 1,-2-1 4,-2-2 3,-3 1 2,-5-3 1,0 1 0,-1-2-1,1-2-15,-3-1-28,5 0-49,5 1-88,4-3-261,9-4-503,-4 9 0,4-3 0,5 0 0</inkml:trace>
  <inkml:trace contextRef="#ctx0" brushRef="#br0" timeOffset="39736.7763">20345 6814 1414,'2'0'88,"1"0"34,-1 0 29,-1 0 25,0 0 24,-2 0 19,1 0 12,0 0 7,1 0 20,-1 0-22,0 2 13,0 1 5,0 3-12,0 3-5,0 3-17,0 4-13,0 1-9,0 3-3,0-2-18,0 0-35,3-3-40,-3-2-40,0-5-43,0-1-131,11-4-314,-9 0-593,-2-3 0,0-5 0,0-7 0</inkml:trace>
  <inkml:trace contextRef="#ctx0" brushRef="#br0" timeOffset="40569.6479">21020 6665 901,'3'0'146,"-1"0"69,0 0 43,2 0 38,-4-1 23,0 0 6,0-1-3,0 0-2,-4 1 4,0 1-99,-6-1-48,-4 3-68,-1 2-41,-6 1-39,3 5-28,1 4-10,5 0-3,6 1 6,4-3 9,4 1 18,7-3 11,2 1 7,4-3 4,3 4 1,3-3 12,-5 1 8,-1 1 18,-3 0 6,-1 0 8,-4-1-5,-4-1-3,-1-3 0,-2 1 4,0-2 6,-2 0-2,-1-1 1,-4 1-9,-6 0-14,1-3-34,-6-1-52,-3 0-54,2-1-76,5 0-82,3-2-178,29-10-514,-18 8 0,5-1 0,2-2 0</inkml:trace>
  <inkml:trace contextRef="#ctx0" brushRef="#br0" timeOffset="40994.3535">21256 6819 1844,'0'0'100,"0"0"43,0 0 59,1 1 20,-1 1 25,0 3 36,0 1 30,0 4 17,0 0 13,0 2-51,0 2-41,2 2-40,2-4-52,5-2-15,7-1-20,6-4-31,3-2-29,0-2-12,1-2-12,-7-2-4,-6-2-10,-9-2-3,-4-4-7,-8-2-10,-6-3-8,-8-1-16,-1 1-36,-3 4-55,4 4-109,8 3-188,3-10-545,7 12 0,8-1 0,14-3 0</inkml:trace>
  <inkml:trace contextRef="#ctx0" brushRef="#br0" timeOffset="42091.6768">22394 6686 1758,'0'0'141,"2"0"40,-2 0 25,1 0 3,-2 0 4,1 0 22,1 1 33,-1 1 30,3 5 42,1 1-93,3 2-14,3 3-27,1-3-21,4-1 3,6-1 0,-2-3-22,8-5-45,-1 2-53,-1-4-63,-1 1-35,-9-3-38,-5-3-23,-8-1-15,0-1-10,-2 0-7,-2 0-19,-3 0-4,2 4 23,-4 3 24,0 2 30,-1 5 37,2 6 43,0 2 35,0 8 22,-3 5 16,2 5 29,-2 5 23,0 2 4,0 0 1,0 0-11,0-3-17,5-3-28,-2-5-27,-1-3-15,-1-3-15,-2-3-19,0-4-13,-6-3-11,2-4-12,0-1-1,-4-4 0,4-2-1,-1-2-2,2-7-6,5-3-18,3-5-18,0-7-8,7-3-3,6 0-2,5 1-16,5 5-12,7 3-5,6 3-1,0 3-43,-2 1-93,4-3-209,-12 7-254,-3 1 0,-1 2 0,-4 1 0</inkml:trace>
  <inkml:trace contextRef="#ctx0" brushRef="#br0" timeOffset="52255.1093">21758 6449 1293,'0'0'67,"0"0"3,0 2 19,0-2 46,0 0 38,0 2 33,0 1 27,0 4 33,0 0 20,0 2-28,0 3 17,0 0 22,0 4-3,0 3-30,0-1-28,0 4-24,0 3-17,0-4-24,0 4-20,0 0-28,0 1-22,0-1-24,0-1-13,0 2-14,2-2-9,4 0-8,-2 2-7,3-1-11,0-1 1,-4-1-5,1 2-1,-2 0 3,-2-1 0,0 3-2,0-2-1,0 4 0,-2-4-2,2 3 0,0-3 2,0-2 3,0 1 1,0-1-1,0-1 0,0 2 1,2 2 0,-2 0 0,1-1 2,3 1-1,0 0 0,0 2-3,2-2 0,-3 3-3,-3-1-4,1 0-1,-1-1 4,0 1 3,0-2 8,-1-3 39,-2 1 9,1 1 6,-3 2 12,-2-1 15,3 2 8,1 2-2,2-2-2,-2-2 0,3 4-6,3-2-39,-3 1-11,0-1-2,0 1-16,0 0-10,1-2-1,-1 3-10,0-1-5,2 1-10,-2 2-10,0 1-2,1-1-6,-1-2-9,0 2-8,0 0 1,0-3-1,0 0 10,0-1 4,0-3 2,0 2 10,0-2 2,0-1 6,0 0-2,0-1-11,0 3-3,0-3-13,0 1-1,0 0-7,0-2-4,0 1-1,0-2-4,0 2-4,0-2 5,0 1 15,0 0 1,0 0 1,2 0 0,0 0-1,-2 3 6,1-1 0,2 0 2,-3 0 6,0 2 0,0-3 2,0 4-4,0 1 8,0-1 4,0 3 5,0-1 2,0 4-6,2 1-2,0 3-1,1-1 1,3-4 2,-2 0-2,1-4 0,1-6-9,-2-1-5,-3-6-40,1-1-71,-1-4-88,1-4-218,-2-9-557,0 1 0,-2-7 0,1-7 0</inkml:trace>
  <inkml:trace contextRef="#ctx0" brushRef="#br0" timeOffset="52301.9821">19880 7330 865,'0'0'66,"4"0"33,-3 0 17,5 0 20,-2 0 20,4 0 18,1 0 23,1 0 32,2 0 19,-1 0-22,2 0-24,-4 0-29,4 0-12,3 0-11,-5 0-15,5 0-12,6 0-21,-1 0-28,4 0-20,5 0-13,1 0-5,1 0-3,2 0-6,4 0-7,-9 0-6,6-2-4,-2 2-1,-1 0-6,0-1 2,1-3-1,0 3-1,6-5 0,0 5 1,0-4-1,4 2 1,-2 0-2,0-1-1,-1-2 1,-2 2 0,0 0 0,-6 1 1,3-2-1,-2 2 1,-2 0-1,2 0-2,4-2 2,3 1-1,-1 1 2,4-2-1,-1 1 0,-3 0-2,-2 1 1,-4 1 0,-2-1-2,-2 0 3,-3 0-1,1 0 1,1-2-1,-1 1 0,5-1 3,3 2 7,1-4 1,4 5-1,2-1 3,-5-2-2,1 2 3,-4 0-1,-1-2 3,1 3-1,-4-1-3,0 1-4,0-2-3,-2 1 1,1 0 1,1 0-1,1-2 1,-2 2-1,-1 0-3,2 0-2,1-3 3,0 5-2,2-2 4,0-1-3,3 0-1,0 1-2,0 0 0,-4 0 3,4 1-3,-7 1 5,2-2-2,0 1 0,0-1-2,3-1 4,1 0-2,4 0 5,-1 0-2,2 2-3,-1-1 1,-2 0-2,-5 2-1,-1-2 3,-8 1 2,-9 0-11,-3 0 0,-8 2-38,0-3-99,0-3-259,-9 3-329,-4-1 0,-1-3 0</inkml:trace>
  <inkml:trace contextRef="#ctx0" brushRef="#br0" timeOffset="52341.8806">20347 7491 464,'3'-1'68,"-3"1"38,0 0 34,2-1 28,0 1 35,-2 0 37,0 0 37,3 1 27,-3-1 15,0 0-24,0 0-27,0 0-34,0 0-32,0 0-26,0 0-30,0 0-36,0 0-36,0 0-28,0 0-15,-3 0-10,2 0-6,-5 0-5,2 0-2,-4 1-1,-2 2-6,-2-1-1,1 2 5,0-1 8,-2 4 5,5 0 13,-2 2 10,6 1 9,-2 0 9,1 0 5,5-1 6,-2 2 10,2 0 0,0 1-5,2-2-2,2 2-12,-3 0-10,6-3-6,2 2-6,0-2-8,1-4-9,1 0-4,0-3-3,-1 2 3,1-2 4,0-2 2,4 0 2,-1-2-2,1-2-4,2-2 2,-5 0 1,1-3-6,2 1-2,-5-4-10,0 3-9,-2-1-2,-1-1-2,0 0-3,-3-1 3,-1 2-1,-1 2 3,-2-1-2,0 0 3,0 3 0,0 0-5,0 0-12,0 2-10,-2 2-13,-1-1-6,0 3-5,1 0-1,-3 0-3,4 0-2,-3 0 4,1 0 3,2 0 5,-1 0 4,1 0 8,1 0-10,0 0-7,-1 0-18,1 0-30,-3 0-41,3 0-108,0-2-173,-6 0-230,2 1 0,-4 0 0,-2 0 0</inkml:trace>
  <inkml:trace contextRef="#ctx0" brushRef="#br0" timeOffset="54429.5508">21127 7552 1347,'0'0'72,"0"0"27,0 0 19,0 0 28,0 0 32,-3 0 24,3 0 19,-3 0 19,0 0 10,-1 0-33,-1 0-22,5 0-24,-3 0-15,-1-2-24,-2 2-16,0 0-8,-2 0-2,0 0-2,-2 0 14,1 3 6,-1 0 9,2 3 12,-2 3 10,3 4 0,4 1-8,2 1-10,1 0-15,1-1-14,5 2-21,2-2-11,2-3-15,5 0-15,3-2-10,4-2-2,3 0-7,-1-3-6,1-3-3,0-1-4,-6 0-7,-1-1-6,-5-1 0,-1-1-3,-4-3-5,1-2-3,-2-3 1,-6 0-3,1-3 4,-2-3-3,-2-1 5,-2 1-2,0-3-2,-7 3-1,1 2-16,-7 3-18,2 3-50,-3 4-91,4 3-136,-5-6-714,1 7 0,2 0 0,1-2 0</inkml:trace>
  <inkml:trace contextRef="#ctx0" brushRef="#br0" timeOffset="64002.0141">19045 6642 410,'0'-1'54,"0"1"18,0 0 19,0-1 25,0 1 24,0 0 15,0 0 18,0 0 29,1 0 21,-1 0-23,2 0-4,-2 0-3,0 0-6,3 0-15,-3 0-10,1 0-6,0 0-7,-1 0-18,0 0-11,0 0-5,0 0-6,0-2-5,0 1-5,0 1-2,0-1-10,0 1-5,3 0-10,-3 0-8,0 0-8,0 0-4,0 0 4,0 0 4,0 0 7,0 1 24,0 0 15,0 6 18,-3-2 14,2 7 17,0 0 10,1 6 2,-3 2-4,3-2-4,0 6 1,0-3-18,0-3-17,0 0-14,0-3-6,3-4-20,-1-4-5,-2-2-2,0-2-4,3-2-14,-3 1-37,0-2-68,0 0-24,0 0-58,0 0-108,0 0-112,0 0-143,0-6-180,0 5-280,-5-1 0,-5 0 0</inkml:trace>
  <inkml:trace contextRef="#ctx0" brushRef="#br0" timeOffset="64499.5233">18905 6899 1343,'0'2'151,"0"1"42,0-2 27,1 1 27,-1-1 19,2-1 15,-2-1 16,1 1 15,0 0 5,1 0-97,5 0-27,-3 0-16,4-2-6,2 2-5,4-1 0,2-3 1,8 1-5,2-1-5,6-1 0,-1 1-7,2-1-19,-4 2-21,-7-2-22,-5 3-27,-3 1-29,-7 0-25,-5 1-25,-2 0-20,0 0-28,0 0-58,0 0-57,0 0-90,0 0-158,15-7-534,-17 5 0,-5-1 0</inkml:trace>
  <inkml:trace contextRef="#ctx0" brushRef="#br0" timeOffset="65764.4842">18898 6619 397,'0'-3'61,"0"3"19,0 0 22,1-1 19,2 1 24,-1 4 23,-2-4 24,1 0 22,0 2 20,1-1-25,-1 1-8,0-2-7,1 0-4,1 2 0,1-2-6,-2 0-5,4 0-11,1 0-7,0 0 3,7 0 10,1 0 12,3 0-2,6 0-10,1-2-18,1 0-20,-5 1-40,-7-1-82,-2 2-117,2-4-251,-11-14-489,0 13 0,-3-1 0,-3 1 0</inkml:trace>
  <inkml:trace contextRef="#ctx0" brushRef="#br0" timeOffset="68568.4398">19304 6762 56,'0'-1'12,"0"-2"6,0 0 5,0-1 1,0 2 5,0 2 6,0-3 6,0 1 8,0 1 10,0-2-4,0 1 2,0 1-2,0 1-3,0 0-1,0 0-13,0 0-21,0-3-9,0 3-7,0-1-12,0 1-5,0 0-16,0 0-16,0 0-7,0 0 0,0 0 13,0 0 20,0 0 10,0 0 8,0 0 8,0 0 9,0 0 19,0 0 21,0 0 21,3 0 31,-3 0 28,0 0 17,0 1 11,3 2 9,-3-3 11,1 2 7,1-1 6,-2-1 3,1 3-1,-1-3-16,0 1-16,0-1-8,3 0-2,-3 0-9,4 0-12,-4 0-6,3 0-4,-1 0-5,-2 0-6,1 0 4,-1 0 5,0 0-3,0 0-2,0 0 1,1 0 5,-1 0-4,0 0-7,0 0-5,0 0-10,0 0-15,0 0-19,0 0-15,0 0-12,0 0-9,0 0-10,0 0-3,0 0-3,0 0 0,0 0 4,0 0 1,0 2 5,0 1 5,0 6 8,0 1 7,0 6 6,0 1 2,0 5 2,0 1 2,0 0-4,1-1 5,2-5-2,0-4-1,2-3-4,1-4-6,5-2-4,-1-3-10,2-1-16,3 0-33,-2-4-55,-1 0-99,-1-2-55,-3-2-55,0 0-27,-4 0-4,-1 0 0,2 0 11,-2 1 25,-1 3 49,-1 1 74,0 0 114,-1 1 66,3 2 65,-3-2 30,0 0 4,0 1 1,0 1-3,0 0-3,2 0-8,-2 0-11,0 0-13,0 0-4,0 0 5,0 1 9,0 3 18,0 2 26,0 4 6,2 5 1,-1 4-10,1 4-8,2-1-22,0 2-77,3-3-171,1-15-863,-1 2 0,-5-5 0,2-6 0</inkml:trace>
  <inkml:trace contextRef="#ctx0" brushRef="#br0" timeOffset="70345.728">18008 6586 192,'0'-5'28,"-6"1"10,2-1 6,2 0 4,0 5 6,-1 0 11,-2 0 14,-2 0 17,1 0 19,2 0-4,1 0 5,-1 0 0,1 0 1,3 2 3,0-2-4,0 1 1,0 0 5,0-1 0,0 0 2,0 0 6,0 0 16,0 0 10,0 0 13,0 0 10,0 0 12,0 0-2,0 0-9,0 0-14,0 0-20,0 0-19,0 0-26,0 0-17,0 0-18,0 0-8,0 0-2,0-1 3,0 1 2,0 0 8,0-1 4,0 1 0,0 0-1,0 0-4,0 0-5,0 0-7,0 0-10,0 0-12,0 0-5,0 2 4,0 3 15,-3 5 12,2 3 11,0 4 8,-1 8 6,1 1 4,1-1 3,-3 5-2,3-5-1,0-1-12,3-5-17,-3-3-11,0-4-10,0-3-7,0-3-4,0-2-5,0-2-10,0 0-11,0-1-41,0-1-95,0 0-169,4-3-263,-3 3-394,-3 0 0,1 0 0,-5-2 0</inkml:trace>
  <inkml:trace contextRef="#ctx0" brushRef="#br0" timeOffset="70834.0261">17834 6895 819,'1'0'125,"2"0"37,0 0 36,0 0 38,1 0 26,0 0 25,2 0 32,2 0 31,-1 0 45,4-2-47,3 0 1,3-1-15,4 1-18,-1 0-35,4-3-24,-2 2-22,-4 1-41,-4-1-51,-3 2-82,-5 1-118,-4 0-115,0 0-156,3-5-228,-5 3-355,0-1 0,0-2 0,-1-4 0</inkml:trace>
  <inkml:trace contextRef="#ctx0" brushRef="#br0" timeOffset="71347.7085">17836 6589 1426,'0'0'175,"4"2"57,0-2 40,2 1 41,7-6 40,3 4 31,3-4 12,5-2 5,-1 0 1,5 2-128,1-1-141,-1 4-185,1-3-305,-8 2-513,-6 3 0,-10 0 0,0 0 0</inkml:trace>
  <inkml:trace contextRef="#ctx0" brushRef="#br0" timeOffset="75980.4977">19310 6645 562,'0'0'130,"0"0"34,0 2 36,1 1 30,-1 0 29,0 1 20,0-3 19,0 0 18,0-1 22,0 0-64,0 0-16,0 0-14,0 0-15,0 0-10,0 0-14,0 0-11,0 0-14,0 0-12,0-1-15,0 0-19,2 1-23,-1-3-18,-1 2-17,5 0-18,1-1-8,-2 2-3,2-1-6,2-1-5,-2 2-4,-1-2-3,4 2-2,-1 0-4,3 0-2,-1 0-3,-2 0-5,0 0-8,1 2 2,-1 0 0,-5 3 0,2 4-4,0 2 2,0 1 3,-4 3-2,1 0 1,-2-1-1,0-1 3,-2-2-2,0 0 0,-2-1-4,-2-2 1,-5-1-2,1-1-5,-1 1-1,-3-2-2,2 0-4,-1 1-1,2-2-1,-1 1-1,2 0 2,3-1 0,0-2 0,4 1 1,2-1-4,1 0 0,0-2 2,0 0 0,1 2 1,1-2 4,2 0-1,5 1 0,0-1 4,7-1-2,0 2 9,0-1 2,3 0 2,-3 0 3,-2 3 1,1 0-4,-4 0-1,-4-1 2,0 5-4,-4 0 4,-3 3-1,0-1 6,0 3 2,0 0 3,-2 2-3,0-1 2,-4 1 7,2-1 1,-4-3 4,1 2 5,-3-3 3,-1 0-6,-6 0-4,-2-3 0,-2 0 2,-1-1-2,-5-3 0,0-1 1,-1 0-16,2-3-22,2 0-59,6 1-187,2-13-900,4 8 0,4 0 0</inkml:trace>
  <inkml:trace contextRef="#ctx0" brushRef="#br0" timeOffset="77014.5684">18249 6790 1994,'0'0'196,"0"0"28,0 0 39,0 0 31,0-4 20,0 1 22,3-2 15,-3 2 9,0-1 9,2 1-148,3 0-36,0 0-26,2 2-37,5-1-30,0 2-18,1 3-22,-1 2-14,-4 3-11,-4 4-12,-1 0-7,-4 3-3,-5 2-4,-4-2-1,-6-1 0,-1 2 0,-2-2-2,2-2 0,2 0 5,8-5 4,1-1 9,6-1 1,0-2 10,0-1 11,7 2 2,6-2-1,13-1-2,9 1-37,16-1-206,6-2-936,1-1 0,-8 4 0,-15-2 0</inkml:trace>
  <inkml:trace contextRef="#ctx0" brushRef="#br0" timeOffset="77898.1367">17026 6619 655,'2'0'157,"-2"0"52,0 0 43,0 0 42,0 0 30,0-3 35,0 2 49,0-1 31,0-3 29,0 0-85,0 0-38,0 1-46,0 1-41,0 1-43,0 1-29,0 0-29,0 3-31,-2 6-18,-1 1-20,0 6-20,-2 5-7,1 4-2,2 0-13,2 0-2,0-3-26,0-1-60,0-4-126,0-6-251,36-6-660,-40 2 0,-3-4 0,-4-1 0</inkml:trace>
  <inkml:trace contextRef="#ctx0" brushRef="#br0" timeOffset="78137.4049">16913 6832 2431,'0'2'159,"0"1"54,3-1 60,-1-2 32,2 0 17,3 0 8,5 0 9,6 0 7,0-2 3,4-1-112,2 0-45,-2-2-64,-3 1-84,-3 2-93,-7 0-125,-1 2-143,2-5-221,-8 4-380,2-3 0,-4 1 0</inkml:trace>
  <inkml:trace contextRef="#ctx0" brushRef="#br0" timeOffset="78405.9262">16912 6609 2747,'0'-5'136,"0"0"25,4-2 29,3-2 24,3 0 12,1 4 4,4 1-6,0-1-31,2 5-42,-3 0-185,7 0-141,32-6-677,-33 8 0,2 2 0,1 1 0</inkml:trace>
  <inkml:trace contextRef="#ctx0" brushRef="#br0" timeOffset="78658.3363">17241 6695 3393,'2'0'99,"0"2"71,2 3 42,0 2 29,2 5 10,-1 1 7,2 7 0,-4 3-10,-2 1-34,1 0-205,37-5-1079,-37-3 0,-4-8 0,-6-4 0</inkml:trace>
  <inkml:trace contextRef="#ctx0" brushRef="#br0" timeOffset="79445.6911">16122 6629 2781,'1'0'96,"-1"0"10,0 0 14,3 0 35,-3 0 40,0 1 40,0 3 35,0 4 21,0 3 15,1 7-70,0 3-17,0 4-7,1 1-12,4-3-43,-2 0-63,3-6-88,-3-2-153,-3-2-133,2-8-241,-3-7-425,-5 4 0,-5 0 0,0 0 0</inkml:trace>
  <inkml:trace contextRef="#ctx0" brushRef="#br0" timeOffset="79683.0415">16064 6887 2085,'0'4'167,"0"-2"55,2 1 70,1-2 45,0-1 28,9 0 16,1-1 5,6-3 11,4 2-2,5-3-116,-3-1-53,-1 1-66,-5 1-96,-2 1-94,-9 1-88,-1 1-100,-3 1-112,-2-4-171,23-3-410,-28 3 0,-4-2 0,-1 0 0</inkml:trace>
  <inkml:trace contextRef="#ctx0" brushRef="#br0" timeOffset="79928.0181">15993 6674 3447,'5'-7'83,"2"-2"34,4-2 35,6-2 3,-3 3 1,5 1-22,-5 6-37,1 0-58,-1 2-109,8-1-792,-2 3 0,2-1 0</inkml:trace>
  <inkml:trace contextRef="#ctx0" brushRef="#br0" timeOffset="80252.0831">16401 6634 3897,'-4'4'38,"2"0"28,-4 4 16,3 1 31,1 3 11,2 0 4,0 3 4,2-1 11,4-4 11,5-2-9,5-5-13,3-3-22,6-3-17,-3 0-27,-6-5-8,-3-1-6,-8-3-8,-5 1-12,-8-2-22,-4 3-37,-9 1-53,-5 4-67,-5 2-148,5-1-719,-2 11 0,6 5 0</inkml:trace>
  <inkml:trace contextRef="#ctx0" brushRef="#br0" timeOffset="82444.4806">16047 7254 982,'0'1'102,"0"-1"37,0 0 45,0 1 31,0-2 25,0 1 20,0 0 15,0 0 19,0 0 14,0-1-65,1-1-10,0 2-24,4-1-31,3 0-17,2 1-12,6-1-5,5-2-18,0 1-12,2 1-14,5-2-12,-3 1-12,1 2-12,0 0-13,-1 0-11,2 0-16,-1 0-14,2 0 3,0 0-6,4 0 2,-2 0-3,8 0 0,-2 0 0,3 0-2,0 0 2,3 0-2,-3 0-5,-1 0-2,-2 0-1,-3 0-3,2-2 2,-5 1-3,5 0 0,-6-3-3,7 2-2,-4 0 5,3 0 1,-2 2 2,-2 0-1,0 0 1,-5 0-3,4 0-1,-1 0-2,-1 0 1,2 0 1,4-2-4,-1 2 4,0-2 0,0 1 0,2 0-1,-5 0-2,3 1-3,-2 0 1,0 0 0,0 0 0,-1 0 0,5 0 0,-5 0-1,5 0 1,-5-2 5,2 2 2,-1-1 5,0 1 2,0-1 1,0 1-2,1 0 2,-1 0-1,0 0 1,1 0 1,-2 0-2,-2 0 1,1 0-1,-1 0-1,2-2 4,0 2 1,-1-1 1,4-2-1,-1 1-2,0 0 0,-2 2-1,2 0 2,-3 0 1,-2 0 0,0 0-4,-3-2 0,4 2 3,-3 0 0,3 0 2,-1 0 1,2-3 5,2 3-3,-2 0 2,-2 0 3,1-1-4,-3 1 1,2 0-1,-1 0 0,4 0-1,-3 0-2,5 0 1,-2-1 2,6 1-4,-2 0-1,-1-1 1,-4 1 2,-4 0-1,0 0-1,-4 0 1,2 0 1,-2 0-5,0 0-1,0 0 2,2 0 0,1 0 2,1 1-4,-3-1 1,5 2 0,-4-2-4,1 0-10,-2 3-2,-4-3-3,-3 0 0,3 2-3,-4 0-2,0 0 4,2 1-3,1 0 2,3-2 2,-1 0 10,5 1 3,-2 0 0,0 1 2,3-1 2,-3 1 0,2-2-1,-1 1-1,-3-2 2,-2 1 1,-3 1-3,0 0-2,-2-1 4,1 2 2,1-3-1,0 1 0,5-1 0,4 1 5,1 1-5,2-1 1,3 1 4,0 0 3,3 0 4,1 0 1,2-2 0,-5 0 2,1 2-1,-6-4-2,-5 2 2,-3 0 6,-7 0-21,-7 0-41,-2 0-111,3-1-243,-5-36-469,0 30 0,0-2 0,0 0 0</inkml:trace>
  <inkml:trace contextRef="#ctx0" brushRef="#br0" timeOffset="82594.4015">20199 7231 3942,'0'-18'-788,"0"12"0,3-3 0,-3-7 0</inkml:trace>
  <inkml:trace contextRef="#ctx0" brushRef="#br0" timeOffset="85523.7262">16389 7559 655,'0'0'127,"0"0"43,0 3 45,0 0 31,-3-1 23,3 0 18,0-1 16,-1-1 11,0 0 9,1 0-78,-2 0-40,-2 0-38,-1 0-39,2 0-20,-3 0-1,1 0 1,0 1 0,-1-1 4,0 2 10,-3-1 13,3 2 7,0-1 8,-1 2 1,1-1 2,0 0-13,-1 2-14,0 0-8,4-1-12,1 2-16,0 0-16,1 3-8,-2-2-11,3 3-2,-2 0-11,4 0-6,-2-3-4,4 5-6,-2-4 3,3 1 1,6 0 5,-2-1-3,0 1 4,1-2-1,2 0-3,-2-2-5,4 2 3,-2-2 1,1-4-2,0 3-10,3-3 2,-1 0 3,-1-1-12,0 0 8,0 0 2,-2-1 0,-2-1 1,1-2-1,-1-1-9,-2-2 10,-1-1-15,1 2-8,1-4 9,-5 1-15,4-2-4,-4 2 2,2 1-14,-2-1-19,-4 1 4,0-2-8,0 1 5,0-3 1,0 3-6,0-1 6,-2-1 1,-1 2-2,-6 0 9,1 1 16,-3 1-4,-3 2 0,-3 2-6,-4-1-6,-4 4-29,-1-2-64,-2 2-115,2 0-225,-3-9-568,0 9 0,7 0 0,0 0 0</inkml:trace>
  <inkml:trace contextRef="#ctx0" brushRef="#br0" timeOffset="89325.9771">17144 7550 2070,'2'0'128,"-2"0"31,0-1 24,0-1 22,0-1 28,0 0 21,0 0 22,0 1 17,0-2 19,0 0-76,0 1-29,0-1-22,1 3-22,-1-4-19,1 3-27,4 0-21,-1-1-22,5 1-14,-4 0-20,5 1-12,0-2-7,1 3-4,-1 0-5,-1 0-4,1 0-1,-2 0-2,-1 0 2,-1 0-6,1 3-2,-5 0-11,1 1-2,-3 3-4,3 2 7,-3 1 0,-3 3-1,3 0 2,-5 1-3,-1 3 7,-1-1 1,-4 1 11,3-2 0,-5 1 3,5-1 1,-3-2-3,0 2 5,1-2 1,2 1-3,5-4 0,-1 0 3,4-2-3,-3-1-1,4-3-7,-1 1-9,0-4-7,-1 1-15,4 0-45,2 2-68,1 0-81,4 2-114,6-4-200,-4 4-299,-4 1 0,-3 1 0,1 0 0</inkml:trace>
  <inkml:trace contextRef="#ctx0" brushRef="#br0" timeOffset="89685.4472">17214 7930 372,'0'4'96,"0"2"61,0 2 65,-1 1 58,1 1 49,1 0 39,-1-4 41,0-1 36,0 1 16,0-1-33,0 1-32,0 0-47,2 0-49,3-1-54,5-1-42,2-4-36,4 0-41,2 0-34,0-3-18,-3-3-17,-7 0-24,-2-3-24,-4-1-25,-8-3-24,-8 1-27,-3-3-19,-5 3-23,-3 1-79,4 5-157,28-6-612,-17 8 0,8-1 0,7-2 0</inkml:trace>
  <inkml:trace contextRef="#ctx0" brushRef="#br0" timeOffset="90550.2559">18010 7511 1417,'1'0'119,"4"0"20,2-1 22,3-1 20,-2 0 14,3-1 15,-3 0 10,5 2 21,-2-2 16,0 3-61,1-2-45,-2 2-10,1-1-15,-5 2 1,-1 1 4,-2 1-7,-3 4-6,0 0-19,-2 5-13,-1-1-5,-6 5-3,-2-1-7,-4 3-5,-2 2-21,5-1-8,-1-1-4,6 2 2,-2-4 6,3 1 5,2 0 8,3-5 6,1 1 10,0-3 3,1-1 4,3 0-11,2-2-20,2-1-50,3 0-123,0-1-178,6-4-226,-10 1-359,-2 2 0,-1 2 0,-2-1 0</inkml:trace>
  <inkml:trace contextRef="#ctx0" brushRef="#br0" timeOffset="90872.4095">18080 7881 1242,'0'8'142,"-4"2"38,0 3 31,1 1 21,-6 0 18,8 1 12,-3-1 12,2 2 12,2 3 26,0-3-72,2-4-3,3-1-25,4-4-19,6-5-13,1-1-10,4-2-8,0-2-12,-4-2-8,-8-1-31,-5-2-34,-4-5-42,-9-2-23,-5-2-19,-3 3-36,-5 0-72,3 3-112,9 1-259,1 5-400,4 0 0,8-1 0,12-3 0</inkml:trace>
  <inkml:trace contextRef="#ctx0" brushRef="#br0" timeOffset="91729.5133">19070 7483 1096,'0'0'92,"0"0"42,1 0 30,1 0 23,3-3 24,-2 1 12,4 0 12,1 0 11,-1 0 15,0 0-51,3 1-14,-3 1-35,1 0-27,3 0-18,-1 0-22,-3 1-5,1 3-6,-5 1-5,-2 4-10,-1 2-10,-2 2-11,-4 3-8,-3 2 3,-3 1-7,-3 1 0,-1 2-9,3 0-1,-1-1 1,4 1 11,1-5 7,2 1 8,1-3 2,3 0 0,3-5 6,0 2-11,0-4-32,3 0-76,3-1-170,-1-9-669,1 4 0,2-1 0</inkml:trace>
  <inkml:trace contextRef="#ctx0" brushRef="#br0" timeOffset="92066.3974">19075 7895 1414,'-2'10'151,"2"2"37,-2 5 38,0 4 27,2-5 19,0 1 16,0 1 12,0-3 33,0-3 34,2-1-94,5-3-28,6-6-31,5-1-34,0-1-22,3-4-18,-6-2-19,-3-1-12,-4-5-36,-6-2-46,-4-1-38,-7-1-23,-5 2-22,-6 3-69,-7 3-133,2 4-232,-4 3-381,-2 4 0,-1 1 0,5 2 0</inkml:trace>
  <inkml:trace contextRef="#ctx0" brushRef="#br0" timeOffset="95687.8482">22462 7441 504,'0'0'110,"0"0"42,0 0 34,-1 0 30,0 0 31,1 0 27,-3 0 19,1 0 14,1 0 12,0 0-49,-2 0-34,0 0-36,2 0-27,-2 0-27,-1 0-27,1 0-26,-1 0-18,2 0-5,-3 0-12,1 0-6,-2 0-5,-2 0-1,1 0 5,1 3 7,-2-2 6,1 2 18,-2 2 8,0 0-1,2 3 10,0-1-4,-1 2-4,2 0-1,1 0-3,2 2-7,2-1-7,1 2-16,0 1-8,0-3-3,1 2-10,6 0 2,-1-1-2,3-2-7,2-1-4,1-2-1,-1-1-4,1-3 1,0-2-3,1 0 1,1 0-3,0 0-2,0-2-6,-2-3-2,-2-1-4,1-4-7,-4-2-2,-2-1-3,-3-1-2,2-1 0,-4 0 1,0-1 1,1 2 5,-1 2-3,-1 0-2,-5 3-10,1 3-75,-8 2-160,-5-5-794,-4 6 0,-2 0 0,-11-1 0</inkml:trace>
  <inkml:trace contextRef="#ctx0" brushRef="#br0" timeOffset="100587.914">20367 8457 1091,'0'0'92,"1"0"23,-1 0 22,0 0 23,0 0 18,0-2 19,0 1 13,0 1 17,0-1 23,0-3-51,0 2-7,0-1-14,0 0-12,0 0-6,0-1-2,0 1-13,0 1-9,0 0-15,0 0-22,-4 1-20,2 0-11,-2-2-7,0 2-11,0 1-14,-1-1-13,-3 1-3,3 0 5,-2 1 4,-1 0 13,1 3 12,-3 0 10,2 2 8,1 1 10,0 5 6,1-2 6,2 5 1,2-3-7,2 1-5,1-1-11,3 1-12,6-1-8,0-2-8,6-4-7,6 0-5,1-5-8,0 1-2,1-2-3,-4-3-3,-2-1-6,-1-1-7,-4-4-5,-4-2-7,-2-2-8,-4 0-2,-3 0-3,0-2-4,-5 2 4,-3 0 2,-2 1 3,-5 4 6,-4 2 2,2 2-14,1 3-52,2-1-118,7 2-229,0-33-551,3 31 0,2-2 0,2 2 0</inkml:trace>
  <inkml:trace contextRef="#ctx0" brushRef="#br0" timeOffset="101314.1144">21138 8451 1405,'-4'0'102,"1"0"37,-1 2 30,-2-2 42,-1 0 38,2 4 21,-2 1 21,-3 3 23,0 2 27,2 4-57,4-1 3,0 1-20,3 1-15,3-4-34,8-3-31,5-1-17,6-4-18,5-3-21,5 0-25,-2-6-20,-2 1-23,-4-5-13,-9-1-11,-5-2-4,-5 0-7,-8 0-1,-7-2-4,-5-1-1,-3 1-4,-6 4-4,1 2-31,4 3-64,5 3-137,7 3-330,2 0-469,2 0 0,1 0 0,6 0 0</inkml:trace>
  <inkml:trace contextRef="#ctx0" brushRef="#br0" timeOffset="103432.1431">16411 8534 1318,'0'0'131,"0"0"45,0 2 37,0-2 25,0-2 18,2 1 15,-2 0 13,0 0 19,1-2 21,-1 0-62,0 0-40,0 2-40,0 0-32,0 1-27,0 0-15,0 0-13,0 0-9,0 0-14,0 0-8,0 3-11,-3 2 7,1 4 5,0 0 11,-2 3 12,1 1 7,0 3 2,3 2 4,-1 1 0,1 2-7,0-2 1,1 0-15,-1 0-12,0 0-8,0-3-8,0-3-2,0 0-7,0-3 0,0-1-6,0-2-5,0-2-9,0-3 11,0 1 0,0-3-14,0 0-5,0 3-5,0-3 0,0 0 0,0 3 0,0 0 5,-2-1 6,2 1-15,-3-3 1,3 2 9,0-2-9,0 0-4,0 0-8,-3 0-29,6 0-15,-3 0-27,0 2-59,0-1-168,15-6-878,-13 5 0,-4-2 0,2-4 0</inkml:trace>
  <inkml:trace contextRef="#ctx0" brushRef="#br0" timeOffset="105596.1968">17286 8500 990,'0'0'120,"0"0"32,0 0 39,0 0 33,0-1 28,0 1 26,0-3 24,0 1 19,0-1 22,0 1-78,3 0-27,-3-1-32,0 1-33,6 0-32,1 1-27,4 0-23,-4 1-25,5 0-17,-2 0-22,-3 1-12,-2 2-5,-2 2-3,-3 2-6,0 2 5,0 0 2,-3 4 0,-6 0 4,2 1-3,-7-1 2,0 1 1,3 0 3,1-2 7,-2 2 4,6-3-3,-1 1 3,2-3-8,2 2-4,3-5-2,0 3-20,0-3-40,3-1-124,13-2-742,-10 0 0,-2-1 0</inkml:trace>
  <inkml:trace contextRef="#ctx0" brushRef="#br0" timeOffset="105938.1195">17293 8850 1808,'0'5'69,"-1"6"9,1 4 19,0 0 12,3 0 3,1-4 9,3-3 21,1-2 37,4-2 27,4-1-33,-1-6-7,0 1 2,-5-3-17,0 0-13,-7-4-17,-4-2-14,-11 0-40,0-2-51,-9-1-45,-1 2-67,1 2-114,8-1-173,3 6-279,5-1 0,5-1 0</inkml:trace>
  <inkml:trace contextRef="#ctx0" brushRef="#br0" timeOffset="106704.5484">18020 8531 2071,'-1'-3'139,"1"1"27,-2-1 26,2 0 9,0 0 7,2-1 0,0 2 3,0-1 1,5 1 4,1 0-111,2 2-10,1-1-19,2 1-25,-1 0-3,-1 1-6,1 2 1,-4 2-2,-3 4 0,-2 2-2,-3 1 8,-3 0-2,-2 2-2,-4 0 9,-2 0 2,-4 1 8,1 0 4,3 0 9,4-1 1,0-3 3,4-1-20,-1-1-37,4 0-39,0-1-51,0 0-108,7-1-230,-2-8-477,0 8 0,-1 0 0,1 0 0</inkml:trace>
  <inkml:trace contextRef="#ctx0" brushRef="#br0" timeOffset="106997.2948">18070 8851 1987,'-1'7'159,"1"4"39,-3-1 17,3 4 10,0-4 14,0 1 4,0-3 3,3-1-1,2-1 2,6-1-123,3-5-30,4 0-36,-1-2-16,-1-5-7,-3 0-12,-6 0-6,-6-5-5,-6 0 3,-5-3-1,-5 1-2,-3 1-2,-6 1-24,3 5-45,3 4-96,10-1-197,1-25-424,4 23 0,9 0 0</inkml:trace>
  <inkml:trace contextRef="#ctx0" brushRef="#br0" timeOffset="107787.6819">18869 8482 486,'1'-2'49,"3"1"39,2 1 23,1-1 27,4 1 37,6 1 39,-5-1 33,2 1 31,3 1 24,-5 0-19,-2 3 3,-1 0-27,-1 0-9,-6 2-4,2 2 2,-3-1-23,-6 3-22,1 3-19,-4 0-8,-2 3-8,-5 2-14,0 2-6,5-2-10,0 1-20,5-4-35,4-1-17,-1 0-26,4-3-63,-2 0-108,2-3-175,27-7-674,-22 5 0,0-2 0,4 3 0</inkml:trace>
  <inkml:trace contextRef="#ctx0" brushRef="#br0" timeOffset="108051.3052">18916 8908 2904,'0'9'144,"0"-3"46,0 4 22,0 1 19,0-1 8,3-4 6,1-2 5,7 1 3,4-3 6,8-2-107,1-2-33,-1-1-47,-5-3-26,-7-4-36,-3-2-40,-11-2-47,-4-2-49,-8-2-34,-7 0-74,-3 1-160,-15-29-467,1 33 0,-6 4 0</inkml:trace>
  <inkml:trace contextRef="#ctx0" brushRef="#br0" timeOffset="111044.9527">22406 8331 1229,'1'-3'123,"-1"0"28,4-2 16,-2-1 11,3-2 17,0 1 35,-3 0 32,2 1 21,-1 1 27,-3 0-49,0-2-15,0 0-9,0 2-4,0 1 1,0-3 0,0 2-15,0-1-17,0 1-6,0 1-20,0 0-26,0 2-25,0 1-17,0 0-10,0 1-13,0 0-17,0 0-19,0-2-16,0 2-13,0 0-3,0 2-6,0 0 0,0 2-2,0 2-3,-3 4-5,-1 0 6,0 2 2,1 4 2,0 0 1,-1 3-4,0-1 8,2 2 4,0 2 5,-1-1 5,1 1 9,2 0-2,0-1-2,0-2 1,0-1-1,0-2-2,0-2-2,0-2-5,0-4-3,-1-2-2,2-3-5,-2-2 7,1-1-2,0 0-4,-1 0-3,1 0-6,0 0-8,-2 0-15,1 0-25,1-1-27,0 1-42,0-1-140,0 1-301,-5 0-586,-2-1 0,-3-3 0</inkml:trace>
  <inkml:trace contextRef="#ctx0" brushRef="#br0" timeOffset="117562.0165">15923 7345 1402,'0'0'112,"-3"0"42,3 0 34,0 0 26,0 0 22,-1 0 17,0 0 16,1 0 25,-1 0 24,1 0-50,0 0-18,-1 0-28,0 0-25,-2-1-21,-1 1-18,1-2-16,2-1-14,-3 1-25,-2 0-25,3 0-25,-5-1-18,2 1-13,-2 2-6,-3-1-7,-4 1-4,2 0-1,-2 1-2,-1-1 1,1 3 2,3 1 0,-5 4-2,3 0 3,-4 2-4,2 3-1,-2 1 0,4 1 2,0 1 0,0-1 0,3 2-2,0-2-3,4-1 2,1 0 2,4-2 6,2-1 3,1 0 3,0-1-1,2 1 2,4-1 3,1 2 1,1 0 2,2 0 2,0 1-5,-4 0-3,1-3-4,1 4-1,-5-2-2,1-1-1,0 1-1,0 2-2,-2 0 1,2 1-6,-2 1-2,-3 0 1,3 1-1,-3 0-2,0-1 1,0 1-1,-3 0-2,0 0 1,-2 1-2,-3-1 1,2-1 4,0-1-3,-2-2-4,4 0 0,-5 0-4,0-3-4,3-1-5,-2 3-13,-3-3-11,1 0-8,1 1-11,-1-4 1,0 1-2,3-1-7,-3-1 2,-1-2 6,3 0 6,0-1 12,-2-1 4,-1 0 1,1-1 2,-1 1-7,0-1-2,1-1 5,0 0-9,4-1-16,0-2-10,1 0-9,3-2-2,1-1 3,1 3-4,0-2 6,0-2 10,0 4 4,1-2 11,1 1 15,0 3 9,2-1 17,2-1 11,-1 1 8,1 2 14,1-2 3,-1 1 3,0 1 2,0 1 2,1-1 2,3 1 2,-2 0-5,3 0 0,-4 0 0,0 0 0,0 2 2,0 0-2,-2 2 0,1 3 2,-3-2-2,0 2 2,-1-1 4,1 2 1,-3 0 9,2-1 4,-2 2-1,0 0 1,0-1 2,0 1-2,0-2 3,0 2 1,0-1 2,0-1-2,0 3-6,0-1-3,1 0-2,-1 1 2,1 0-3,2-1-2,-3 0-1,0 3-8,0-3-4,0 3-2,0-3-3,0 3-3,0-2 0,0-2-4,0 0 0,0 0 0,0-1-2,0 2 5,0-2-2,0 0-2,1 4 1,1-1 2,-2 1-4,1-1-4,2 2 1,0-4 2,-1 0-1,-1 0 0,1 0-1,1-2 3,-3 4-2,0 0 1,1-1 7,-2 0 2,2 1 0,-1-2-3,0-1 0,0 2 0,0-1 2,0 3-2,0-1-1,0 2 1,0-1-6,0-2 2,0 3 1,0-4 0,0 2-1,0-1 0,0-1-1,0-1 3,0 2 1,0-1 3,0 0 2,0 1 6,-4 0 6,4 0 0,0-2 4,-1 1-1,1 0 2,0 0-3,0 0-1,-1 1 0,0-1 7,0 0-5,1 0-4,0 1-1,-1 0-1,-2-1 5,3 3 5,-2-4 7,1 3-6,1 0-2,-1-3-6,2 2-1,-1-3-5,0 2 3,0-2-3,0-2-3,0 2-6,0 1-7,0-1 5,0 0-2,0-2-3,0 2-1,0-1 2,0-1-1,1 3 4,1 0-4,-2-2 0,5 2 2,-2-1 0,2 0 0,-3-1-1,1 0-1,-3 0 3,3 0-1,-3-1-3,2 1 1,4-4 2,-3 0 1,0 3 6,-1 0 2,4-1 2,-5 0-3,2-1 0,-2 2 0,1 0 3,-2-1-2,7 3 1,-5 1-4,0-4-4,2 5 0,0-3-1,2-4 3,-1 3-2,2-1 2,3 1-2,-3-2 0,0 1 1,0 0-1,0-2 0,-2 1-3,4-2 1,-4 0 0,6 2 7,-1-4 0,0 2-4,-1 0-1,1 2-3,1-2 9,-5 0-4,2 0 0,-1 0-2,1 0 3,-2 0-14,1 0-3,-3 0 2,4 0-7,1 0-15,-4 0-36,2 0-92,7 0-310,-10 0-627,2-2 0,-2-4 0</inkml:trace>
  <inkml:trace contextRef="#ctx0" brushRef="#br0" timeOffset="127436.2802">20327 9440 1061,'-2'1'97,"2"-1"28,0 0 29,0 0 29,0 0 25,0 0 28,0 0 25,0 0 19,-3 0 15,2 0-58,0 0-16,-1-1-29,1 1-22,-3 0-25,-2-2-20,1 2-19,-2 0-16,1 0-10,-2 0-5,2-1 1,-5 2 2,3-1 9,-3 3 1,1 2 4,-5-2 10,5 6-2,2-1 4,-3 3-6,1 1-3,2 2-8,-1 0-6,5 2-7,2-1-7,0-1-7,2-1-11,0-1-16,0-1-15,3-4 2,2 1-3,4-5-1,6 0-6,3-3-3,2 0-4,4-3-2,-4-2-7,1-3 8,-5 0-2,-3-3-7,-4 2-2,-3-1-2,-6 0-3,2 1 0,-4-3 2,-1 1 4,-4 4 0,-1-1-13,-5 0-43,0 3-106,3-1-204,4-11-643,1 7 0,2 1 0,3 0 0</inkml:trace>
  <inkml:trace contextRef="#ctx0" brushRef="#br0" timeOffset="128138.2419">21164 9387 1449,'0'0'123,"0"0"41,0 3 36,0 1 32,0-2 20,0 4 18,0 0 28,0 2 32,-4 1 34,1 0-31,-2 4-41,-1-1-25,2 4-23,-2 0-24,0 5-15,3-1-14,0 1-25,0 2-27,3-1-40,0-3-41,0-2-64,3-1-204,-3-14-926,0 4 0,0-6 0</inkml:trace>
  <inkml:trace contextRef="#ctx0" brushRef="#br0" timeOffset="141886.2466">16320 9546 1917,'0'0'205,"1"0"39,-1 0 44,0 0 22,0 0 16,0 0 6,0 0 10,0 0 8,0 0 9,0 0-148,0 0-45,0-2-34,0 1-41,0 0-21,0 0-13,0-1-7,2 1-9,0 0-6,2-2-7,2 1-6,1-3-5,-1 0-3,5 3-5,-6-2 1,6 0-2,0 4 2,-2-4-3,-3 4-2,0 0-1,-3 0-1,0-2-2,-2 2-2,-1 2 0,3-2-1,-1 5 0,-2 1-3,0 2 2,1 2 0,-1-1 2,0-2 1,-1 3 1,-1 1 1,-2-1-2,-2 2 1,-4 0 0,2-1 0,-3 0 2,0 1 0,3-1-2,-2 0 0,3-1 1,7-1-2,-3 1 2,3-2 0,0 2 2,0-3-4,0 0 0,3-2-20,0 1-42,1-3-109,4 4-200,-2-9-638,-5 6 0,-1-1 0,0 2 0</inkml:trace>
  <inkml:trace contextRef="#ctx0" brushRef="#br0" timeOffset="142293.7999">16317 9931 1490,'0'9'182,"0"3"33,-3 1 28,3 1 22,0-3 19,0-2 20,0-1 19,0-1 19,0-4 21,3 1-116,3-3-48,3-1-26,1-1-19,5-3-12,-2-1-14,-5-1-13,-1-2-18,-3-2-17,-4 1-22,-3-3-8,-5 2-8,-6-3-7,-5 0-16,-2 1-25,-1 5-36,3 0-81,7 4-116,4 2-187,5-10-516,3 8 0,7 0 0,7-3 0</inkml:trace>
  <inkml:trace contextRef="#ctx0" brushRef="#br0" timeOffset="144295.7139">17285 9549 1167,'0'0'133,"0"1"48,0-1 29,-1 0 15,1-1 7,-1 1 9,-1 0 16,-1 0 26,0 1 25,-1-1-68,-3 3-11,-1-1-25,0 1-7,-2 2 8,0 7 5,0 0 2,2 3-10,4 4-16,-3-2-22,7 2-19,3-2-26,1-3-20,3 0-16,4-2-21,0-5-10,6-3-8,2-4-5,-1 0-8,1-3-4,-1-4-7,-3-2 1,-4-2-1,-3-1-7,-5-2-1,-3 0-5,-6-1 0,-2-1-2,-6 4-1,-3 1-1,-2 3-3,1 3-9,8 1-23,0 3-37,8-1-171,10 0-360,-2 0-429,4-1 0,6-3 0,3 0 0</inkml:trace>
  <inkml:trace contextRef="#ctx0" brushRef="#br0" timeOffset="145811.5156">18184 9461 1005,'0'1'173,"0"-1"55,0 0 42,0 1 28,0-2 30,-2 0 36,2 1 33,0-3 31,0 0 21,0-3-114,0 1-28,0-1-45,0 1-34,0-1-24,2-1-30,1 1-34,2 1-32,5-1-29,5 1-21,2 2-16,-5 2-15,3-1-11,-5 0-8,-4 6-6,-4-1 1,1 4-1,-3 2-1,-3 6-3,1 1 2,-5-1-2,-3 5 2,-5 1 2,1 2-5,0 0 9,4-4-1,2 0-3,4-3-2,0 0-8,2-6-34,2 1-90,0-1-226,0-7-722,0 3 0,1-1 0,-1 1 0</inkml:trace>
  <inkml:trace contextRef="#ctx0" brushRef="#br0" timeOffset="146135.9231">18148 9881 2202,'0'9'122,"0"2"34,0 2 20,2 0 17,0-1 32,5-6 21,4 0 23,0-3 24,4-2 15,-2-4-72,2 1-24,-5-4-26,-3 2-22,-5-3-22,0-2-30,-6 2-20,-6-3-25,-4-1-28,-1 4-30,-6-1-118,4 4-127,5-1-186,5-13-514,4 10 0,3 1 0,6-3 0</inkml:trace>
  <inkml:trace contextRef="#ctx0" brushRef="#br0" timeOffset="147148.1969">18881 9394 800,'0'0'138,"0"0"68,-1 0 46,1 0 36,0 0 29,0-2 21,0-3 29,1 3 17,1-1 21,0-1-80,6 1-38,3-1-61,0 4-45,1-2-32,2 2-26,-3 0-16,3 0-26,-3 0-17,-1 2-18,-3 1-13,-2 2-8,0 3-7,-3 3 0,-2 4-8,-2 0 0,0 3-2,-4-1-3,-1 4-2,-2-2 1,1 0 4,0 1 7,-1-3 8,6 0 3,-2-1 7,2-1-3,3-1 3,0 0-7,0-2-29,3 2-114,2-4-261,1-44-604,-3 39 0,2 1 0,1 1 0</inkml:trace>
  <inkml:trace contextRef="#ctx0" brushRef="#br0" timeOffset="147547.082">18969 9914 1032,'0'10'181,"0"2"52,0 2 36,0 0 27,0-7 17,2-2 13,4-2 14,1-3 11,5 0 12,4-3-103,2 0-45,-3 0-46,-1-3-31,-4-3-24,-4-2-11,-4 1-8,-1-1-8,-6 2-4,-1-2-8,-8 4-14,-2-2-9,-5 3-12,3 0-4,4 2-20,0-1-42,6 4-110,4-2-217,-2-8-593,6 6 0,-3 2 0,3-1 0</inkml:trace>
  <inkml:trace contextRef="#ctx0" brushRef="#br0" timeOffset="149617.4599">22350 9302 2084,'-1'0'106,"1"0"30,0 0 19,-2 0 20,2-2 16,2 2 20,-4 0 47,0 0 35,-4 0 21,0 0-54,-2 0-22,-2 0-21,0 2-11,1 0-10,-2 7-14,-3 0-16,6 5-46,-1 0-32,6 2-17,2-1-11,2-2-9,1 0-10,6-4-4,2-1-8,8-2 1,4-5-2,6 0-3,3-1-2,-3-4-4,-1-1-4,-5-2-7,-4-3 0,-8-2-4,-5-3-4,-5-1-1,-2-1 0,-8 0-1,-7 3 2,-5 1-3,-7 4-21,-3 4-65,0 3-321,-1 2-693,-1 0 0,0-3 0</inkml:trace>
  <inkml:trace contextRef="#ctx0" brushRef="#br0" timeOffset="153306.311">16296 10490 1132,'0'0'178,"0"0"39,0 1 35,0-2 33,0-1 29,0-2 40,0 1 35,2-3 27,0 3 14,0-3-100,4 1-41,6-1-27,-7 0-27,3 1-28,1 0-26,-1 0-42,-2 3-35,2 0-25,-2 2-15,-1 0-21,2 4-14,-5 1-13,-1 2-9,-1 2-3,0 3-4,-1 3 5,-1-1-1,-5 6 1,2-1 1,-5 1 0,-2-1-2,6-2 0,-4-1 2,5-2-9,1-4-16,2 2-46,2-2-99,0-1-173,6-7-248,-6 5-379,4-4 0,-4 3 0,1-1 0</inkml:trace>
  <inkml:trace contextRef="#ctx0" brushRef="#br0" timeOffset="153614.099">16296 10831 2092,'-1'9'196,"-3"2"30,2 3 33,1 3 14,1-1 17,0-2 6,4-5 15,2 0 10,4-1 9,6-7-150,2-1-32,1-4-29,2-3-28,-11-2-15,-5 0-20,-1-3-6,-8 0-21,-8 1-13,0 0-15,-7-2-26,-3 8-87,-2 1-117,14 2-247,-5-6-427,9 7 0,6-3 0,8-3 0</inkml:trace>
  <inkml:trace contextRef="#ctx0" brushRef="#br0" timeOffset="155491.687">17259 10447 1624,'2'0'130,"-2"0"48,0 0 27,0 0 13,3 0 8,-3 0 1,0 0 6,0 0 8,0 0 12,0 0-49,0 0-37,0 0-31,0 0-16,0 0-3,0 0 1,0 0 7,0 2 5,0 2-2,0-4-5,0 3-16,0-1-18,0 2-10,0 0-5,0 0-5,0-2-6,0 3-8,0-1-7,0 1-5,0-1-1,0 2 6,0 1 2,0 2-4,0 1 0,0 5-3,0 2 1,0 3 0,0 5 1,0 3-5,0 0-4,0 0-8,0-2-7,0-3 0,0-3-9,0-6 0,0-4 0,0-3 2,0-2 3,0-4-1,0-1-15,0 0-24,0 0-52,0-2-160,19-4-932,-18-4 0,1-1 0</inkml:trace>
  <inkml:trace contextRef="#ctx0" brushRef="#br0" timeOffset="156533.7281">18142 10394 852,'0'0'164,"0"0"53,0 0 40,3 0 33,-6 0 29,6 0 31,-3 0 30,3 0 26,-1-2 25,4 0-95,-3 0-43,3-2-38,2 3-30,1-1-24,1 0-21,5-2-24,2 3-25,0-2-25,1 3-23,0-2-13,0 2-10,-5 0-16,-1 0-10,-4 2-10,-4 2-5,-4 2-6,0 3-3,2 2-4,-5 2-2,0 1 0,-5 4-1,-1-2 5,0 3 1,-1-4 5,1 5 0,0-4 3,5 0-3,-2-2 1,2-1 2,3-1-2,-1 1 0,2-4-9,2 1-16,-1-1-42,0 1-111,5-1-181,5-5-248,-4 7-389,-1-2 0,-2 0 0,-3 0 0</inkml:trace>
  <inkml:trace contextRef="#ctx0" brushRef="#br0" timeOffset="156877.7988">18292 10789 1870,'-1'7'189,"-1"2"37,-2 1 31,1 6 20,-1-1 23,3-3 13,1 2 15,0-2 11,0 0 21,5-5-143,2 0-29,3-5-32,5 0-28,3-3-20,0-4-22,-5-2-14,0 1-12,-7-7-7,-2-1-24,-6-3-5,-4-1-15,-4 0-7,-5 2 0,1 5 0,-7 3-15,-1 5-55,4 2-132,7 1-292,-3 0-472,6 0 0,6 0 0,2-3 0</inkml:trace>
  <inkml:trace contextRef="#ctx0" brushRef="#br0" timeOffset="157849.5158">18827 10272 2281,'0'-2'123,"0"1"19,0-2 12,2 2 8,-1-2 9,4 1 10,3 2 11,3-3 26,1 2 19,5 0-69,-1 1-28,4-1-19,-2 1-9,-3 2-6,-1 2-14,-8 1-8,-1 6-10,-5-1-25,-4 3-14,0 2-17,-6 0-2,-2 2 7,-2 3 8,0-2 7,1 2 18,5-1 7,7-2 4,-3-1 4,8 0-2,-2-2-9,8-4-22,0 2-68,9-3-177,20-6-824,-18 0 0,1 2 0</inkml:trace>
  <inkml:trace contextRef="#ctx0" brushRef="#br0" timeOffset="158179.9147">19004 10722 3259,'0'8'89,"0"-1"21,5 4 12,0 3 21,4-5 23,5-2 9,5-3 10,3-1 6,-2-5 8,5-1-63,-6-4-13,-3 2-15,-7-3-14,-3-4-24,-8 3-25,-6-3-12,-9 0-14,-8-2-12,-2 3-41,-3 4-93,3 4-132,11-5-267,1 5-339,6 1 0,8-4 0,4-4 0</inkml:trace>
  <inkml:trace contextRef="#ctx0" brushRef="#br0" timeOffset="160543.5993">20313 10367 1070,'0'0'96,"0"0"31,0 0 27,0 1 26,0-2 37,0 1 33,0 0 31,0 0 31,0 0 33,0 0-39,-3 0-15,3 0-20,0 0-14,0-1-21,-3 1-30,2-3-28,-3 3-25,-2-2-25,1-1-27,-4 2-18,2 1-11,0-1-3,-1 1-5,-2 0 0,1 0-3,-1 1 3,-3 3-5,2 1 1,-1 4-3,6 0-8,-2 2-5,4 1-5,4-2-4,0-1 3,0-1 5,4 0-4,4-3 4,2-1-5,5-1-6,3-2 17,3-1-6,1 0 7,-2 0-10,-1-1-4,-1 0-6,-3-3-15,-1-1-14,-5-5-6,-4 4-1,-3-3-23,-2-1 0,-5-1-12,-3 1 10,-3-3-1,-5 4-4,-2 0 6,-1 1 8,1 4-16,6-1-30,5 5-66,1-2-169,6 2-247,0 0-474,3 0 0,0 0 0,0 0 0</inkml:trace>
  <inkml:trace contextRef="#ctx0" brushRef="#br0" timeOffset="161512.4841">21247 10186 2556,'2'0'105,"0"0"32,0 0 26,1 0 46,-3 0 33,1 0 22,-1 4 18,0 0 23,0 2 24,0 4-68,0 4-10,0 6-21,0 5-25,0 4-41,0 2-29,0 2-13,0-3-25,0-3-39,0-2-52,0-8-115,11-3-457,-8-8-523,1-4 0,-1-7 0,7-7 0</inkml:trace>
  <inkml:trace contextRef="#ctx0" brushRef="#br0" timeOffset="162791.9437">21824 9447 993,'-2'0'125,"2"2"55,0 0 42,-3 2 40,3-1 30,3 1 24,-6 2 34,6-4 21,-3 2 12,0 1-45,0 1-50,0 1-41,0 4-31,0-2-27,-3 2-24,3 4-10,-3 0-24,2 3-15,1 1-5,-3 2-15,3 2-8,0 2-11,0 1-8,0 3-9,0-3-6,-3 5-12,-1-3-7,1 2-7,-3 0-6,3 0-5,0-1-2,-2-2-2,0 1 0,2-1-6,0-1 1,-1 5-2,4-4-3,-2-2 2,0 1-3,-4-1 7,0-2-5,2 1 2,-1-2 1,1 2 2,-2-4-2,4 2 4,-2-1-3,1-1 2,-3 3 0,2-2 4,-4 0-1,4 0 3,1-1-4,2-4 5,-1 1-8,2-2 1,0 0 3,0-3-6,0 0 5,0 0-12,0-3 10,0 1-5,0-5 0,0 1-8,0-2 4,0 0-24,0-4-23,2 2-45,0-2-164,14-6-356,-11-4-450,1-6 0,6-7 0,1-7 0</inkml:trace>
  <inkml:trace contextRef="#ctx0" brushRef="#br0" timeOffset="163388.3667">22246 9967 2050,'4'0'155,"-1"3"48,3-3 42,-2 0 40,2-3 37,0 3 27,-6 3 16,2-2 10,-1 1 10,-1 4-84,0 1-49,1 5-43,-1 4-31,0 2-32,0 7-26,0 3-20,0 6-10,0 0-7,0 4-7,0-7 2,0-1-23,3-6-35,-2-6-44,2-3-47,1-5-211,0-11-931,-2 1 0,-2-3 0</inkml:trace>
  <inkml:trace contextRef="#ctx0" brushRef="#br0" timeOffset="168145.9118">15940 9438 642,'-3'0'69,"3"0"36,-3 0 39,-1 0 30,3 0 21,1 2 18,0-1 18,0 2 21,-3-3 22,6 0-17,-6 0-24,0 0-24,-1 0-26,0 0-11,-6 0 17,3-3-7,-5 2-16,-1-1-17,-2 2-19,-2-1-16,-4 1-9,2 1-13,-3 5-9,5 3-20,-2 4-39,5 4-10,0 3 1,5 2 2,3 0 3,5 2 2,1 0 3,5 0 2,-1-1 2,2-1-2,-1-3 3,5 2 2,-2 0-4,-2-4-4,0 4-1,-5 2-8,-1-3-2,0 5-4,0-1-3,0-1 4,-2 1-3,-3 1-1,-1-1-2,0 0-1,-2 0-2,0 0 0,-3-2 0,0 2 0,-6-2-1,-2-1 0,1-1 0,4-1-3,-7-7 3,3-1-6,0-1-2,3-3 3,-1-1-4,0-4-3,2-1-7,4-1-3,2-1-9,3-1-4,3-2-5,2-1-2,0-4 0,2 0-4,7 0 5,-1 1 6,3 2 3,3-2 4,3 1 8,0 2 6,-1 2 6,1-1 7,-3 3 3,1 2 6,-1-1-2,-3 3 1,-1-2 8,-1 4 0,0 1 2,-1 3 4,-2 0-1,-1 2 4,-2 2 2,-1-2 4,-2 0 1,0 0 4,0 1-1,0 0 7,0 2 11,0 0 1,0 0 10,0 2 4,0 0 1,0 0-6,0 0 3,0 1-4,0-1-2,0-1-7,0 1-7,0-1-4,0 0-10,0-2-7,0 2 0,-2-2-2,2 2 2,-3-2 0,2 1-1,1 0 1,0-1-3,-4 1-3,2-1 0,-2 3 2,0-1 1,0 2 0,1-2-5,3 1 2,0-2-2,0-1-1,-3-1 0,3 1 2,-1 1 0,1-1-4,0-3-2,0 1 0,0-1-3,0-1 0,0 0 5,0 1 0,0-2 8,0 1-2,0-1 2,0 0 1,0-2-2,0 0 6,0-1-1,1-2-2,2 2 0,-3-2-2,3-1-8,3 1 4,0-2 5,1 1-5,8-2 6,1 0-5,2 0-1,5-2-2,7-2-8,0 1-17,-1-4-27,3-1-39,-3 1-85,-8 1-191,-2-9-812,-7 8 0,-7-2 0,-4 0 0</inkml:trace>
  <inkml:trace contextRef="#ctx0" brushRef="#br0" timeOffset="172352.3065">14504 7574 3436,'-1'0'102,"0"-2"22,1 0 26,-2-1 18,2 1 12,0-1 6,2 0 2,-2 2 6,-2-1 8,2 2-67,0 0-24,0-1-21,0 1-26,0 0-16,-3 0-8,1 1-2,-2 5 8,1 6-2,-3 7-6,1 7-5,3 2-6,2 3-2,-5-2 1,10-2 0,-3-3 0,0-6-7,1-4-14,-3-2-14,3-7-33,-3 1-94,3-1-226,16-10-682,-22 5 0,-4-1 0,-1 0 0</inkml:trace>
  <inkml:trace contextRef="#ctx0" brushRef="#br0" timeOffset="172671.4412">14339 7889 1752,'0'2'149,"0"0"31,2 1 30,2-2 25,1-1 30,4 0 33,6 0 27,6-2 17,0-1 17,4-2-106,1-1-20,3-3-31,-3 1-33,-1 0-48,-5 4-100,-5 1-135,-8 2-154,-3-3-168,-2-12-423,-2 11 0,-2 0 0,-5-2 0</inkml:trace>
  <inkml:trace contextRef="#ctx0" brushRef="#br0" timeOffset="173117.5094">14259 7540 1679,'0'0'124,"3"0"57,-1 0 33,3 0 22,3-2 29,6 0 26,3-1 28,2-2 12,6-1 8,0-1-70,1 2-55,3 1-116,-1 1-143,0 3-259,-9-28-538,-1 27 0,-1 3 0,-5 0 0</inkml:trace>
  <inkml:trace contextRef="#ctx0" brushRef="#br0" timeOffset="173567.8386">14754 7742 2584,'0'4'65,"0"1"32,-1 3 32,-2 3 24,0 2 27,-1 2 14,2 3 11,0-1 16,2-1 17,4-5-19,7 0-21,3-6-25,5-2-25,-1-6-21,6-3-14,-5-1-7,-2-4-2,-9-4-11,-5-1-18,-4 0-15,-6 0-5,-4-1-10,-6 1-7,-5 4-25,0 5-80,1 4-205,0-3-786,6 6 0,6 0 0,4-3 0</inkml:trace>
  <inkml:trace contextRef="#ctx0" brushRef="#br0" timeOffset="174940.7139">14507 9810 2092,'0'0'139,"0"0"42,0 0 29,3 0 34,-3 0 26,0 0 20,0 0 13,0 0 18,0 0 16,0 0-77,0 0-42,0 5-26,-3-1-18,2 6-16,1 2-14,-2 6-18,2 3-3,2 2-22,-2 3-6,0-1-6,0-3-10,1-3-17,2-5-35,0-1-32,-3-4-42,1-2-68,-2-3-143,1 1-159,1-5-184,-2 5-357,-5-4 0,-1 1 0,-4 3 0</inkml:trace>
  <inkml:trace contextRef="#ctx0" brushRef="#br0" timeOffset="175330.4242">14348 10153 1024,'-2'5'129,"2"0"66,0 1 64,0-1 47,2-2 47,-1-2 37,2-1 32,5 0 24,3-1 20,4 1-70,8-5-36,6-2-58,-1 0-60,1-4-48,-2 1-47,-4 2-39,-4 0-41,-11 2-42,-1 3-54,-4 2-73,-2 1-90,-1 0-77,2-2-200,-2-12-485,0 8 0,0-1 0</inkml:trace>
  <inkml:trace contextRef="#ctx0" brushRef="#br0" timeOffset="175787.7177">14249 9825 1108,'0'-3'120,"0"2"66,3 0 57,-2-1 45,5-1 48,4 1 56,-1-2 43,8-2 29,2 1 14,5-1-76,5 1-33,2 0-66,-1 0-75,2 4-91,-3 0-182,-1-1-287,-3-21-690,-3 21 0,-1 2 0,-4 2 0</inkml:trace>
  <inkml:trace contextRef="#ctx0" brushRef="#br0" timeOffset="176334.258">14789 9985 1666,'0'0'86,"0"0"42,0 0 46,-2 1 41,2-1 32,0 2 43,0 3 43,-4 4 28,1 3 24,3 5-59,-5 4-7,2 6-39,-1-2-40,4 3-39,0 0-30,0-8-43,0 0-63,0-3-93,0-6-195,53-6-849,-56 0 0,0-4 0,-1-4 0</inkml:trace>
  <inkml:trace contextRef="#ctx0" brushRef="#br0" timeOffset="178889.7063">15888 11234 2396,'3'-2'91,"-2"-2"36,-1-1 25,1 1 23,-1 2 28,0-3 23,0 4 17,0-2 15,0-1 15,0 3-68,0-2-11,0-1-31,0 2-26,-2 0-22,-3 1-27,-4 0-20,-4 1-19,-6 1-13,0 4-15,1 0-7,-6 4-2,6 3-5,2 4 0,0 1 5,5-2 3,3 2 0,5-1 5,2 2 2,1-2 4,4 0 2,4 0 4,-2-1 3,8-3-1,5 1-1,-2-1-6,1 0-2,-3-1-1,-1-1-5,-1 2-2,-2-1-5,-6 2-6,1 0-6,-3-2 0,-3 2-2,0-1 2,-3 2 0,3-3-2,-6 0 2,-2 1-2,0 1 4,-5 0 4,2-2 2,-4 3-2,-1-4 2,3 4 1,-4-1-2,-3-4 2,5 2 0,0 0-2,-3-2 1,0 0-5,5-1 5,-3-1 0,5 1-2,2-7 0,2 3 1,0-4-5,5 0-10,-1 0-6,3-3-2,0 2-4,0-4-8,0-1-1,0 1-2,0 0-1,1 1-1,2 1 2,3 0 10,-2 3 4,4-1 2,0 0 4,1 1 10,-1 0-3,2 0 4,-1 0 3,0 0 2,2 0 0,-3 0-1,2 1 6,0 1 3,-1 1 1,-3 0-2,2 0 3,-2 3 6,-1-2-3,-2 2 0,0-1 4,-3 0 2,1 1 0,-1 0-2,0 0 0,0 2 0,0 1 1,2-1-5,-2 4-2,1-4 1,0 5-3,-1-1-1,0 0-2,0 0 3,3 3 4,-3 0-1,0-1 0,0-4 0,-3 4 4,2-3-1,-3 2 3,4 1-2,-4 0-1,2 0 0,-3 1-5,3 2-1,-2-2-3,-2 4 6,4-2-4,-4 3 0,1 0-2,1-1 4,-2 0-3,2-1-3,0-2 8,1-3 1,0 0-1,2-4 3,1 0 4,0-1 0,0 0 13,0 0-4,4 0 4,-1 1 0,4-3-5,1 0 9,2 1-1,-3-2-4,2-3-5,-1 2 8,-3-3-10,6 1 3,0-2-10,6-2 4,2 0-1,5-1-10,1-2 4,1 0-12,-1-2-21,0 3-47,-9-1-38,-3 5-74,-6-3-195,7-3-858,-14 5 0,0-5 0,-3 1 0</inkml:trace>
  <inkml:trace contextRef="#ctx0" brushRef="#br0" timeOffset="180099.5784">14562 11488 2423,'-1'-1'124,"1"1"25,0 0 10,0-1 10,0-1 17,0 2 27,0 0 21,0 0 22,0 0 23,0 0-73,0 3-11,0 2-7,0 4 3,0 3-5,0 1-14,0 4-20,0 2-20,0 0-19,0 0-22,0-4-25,0 0-15,0-4-22,0-4-26,0 0-33,0-2-74,0-3-128,1 3-161,1-5-168,-4-15-368,0 18 0,-2-1 0,-5 0 0</inkml:trace>
  <inkml:trace contextRef="#ctx0" brushRef="#br0" timeOffset="180468.2996">14464 11752 1780,'0'2'125,"0"2"64,0-1 46,0 0 57,2-2 44,0-1 26,5-1 24,0 0 13,8-1 14,1 0-64,3-4-39,3 0-59,1-2-36,-3 0-57,-3 1-44,-2 1-26,-5 2-36,-5 0-26,-3 3-41,-2-1-46,0 1-66,0 1-103,0 0-104,4 0-216,-4-26-402,0 21 0,-4-3 0,0 0 0</inkml:trace>
  <inkml:trace contextRef="#ctx0" brushRef="#br0" timeOffset="180880.366">14306 11513 2092,'0'0'170,"0"0"42,0-3 36,0 1 24,0 0 33,3 1 28,1-2 24,4-2 14,6 0 13,7 1-105,0-2-54,4-1-45,-1 2-43,1 1-58,-1 1-117,-4 2-242,-2-7-785,0 8 0,-5-3 0,-1-1 0</inkml:trace>
  <inkml:trace contextRef="#ctx0" brushRef="#br0" timeOffset="185280.7876">14819 11579 766,'-1'0'88,"1"0"38,0 0 52,-3 0 50,3 0 40,-3 2 32,2-2 27,1 0 21,0 0 27,0 0-21,0 0-13,0 0-15,0 0-35,0 0-44,0 0-35,0 0-29,0 0-25,0 0-21,0 0-27,0 0-26,1 0-26,2 0-22,1 0-16,0 0-6,2 0-6,1 0-1,0 0-1,-2 0 2,1 0-3,1 0 1,-3 0 0,1 0-1,2 0-1,-1 0 0,-3 4 2,4-2-1,-2 2-1,-3 1-1,0-1 1,1-1-2,-3 1 0,0 0 0,0-1-1,0-2 2,0 3-2,0-2 2,0-2-1,0 3 0,0-3 1,0 3 2,0-2 1,0 1 0,0 2 1,0 0 0,0 0 0,0 1 0,0 2 0,0-2 0,0 0 1,0 2-6,0 0 10,0-1-8,-3 0 0,1 1 1,-3 2-1,3-3-1,-4 2 0,2-2 0,1 0-1,-2-1 1,0 1-7,0-1 4,1 2 2,-2-1-2,-2 1 1,4-2-1,-5 2 0,4-2 1,1 1-1,2-3 1,2 1 1,0-2 1,0-1-2,0-1 1,0 0 0,0 0-1,0 0 1,0 0 1,0 0-1,0 0 3,0 0-2,0 0-2,0 0 0,0 0 0,0 0-1,0 0-1,-1 0-1,1 0-1,0 0 2,0 0-3,0 0 1,0 0 2,0 0-1,0 0 2,0 0 2,0 0 0,0 0 1,0 0 3,0 0-2,0 0 1,0 0-2,0 0 1,0 0 0,0 0-1,0 0-1,0 0-2,0 0 0,0 0 0,0 0 0,0 0 0,0 0 2,0 0-2,0 0 0,0 0 0,0 0 0,0 0 4,0 0 4,0 0-4,0 0 0,0 0 1,0 0 0,0 0 0,0 0-1,0 0 1,0 0-1,0 0-1,0 0-3,0 0-3,0 0 3,0 0-3,0 0-1,0 0 4,0 0 0,0 0 0,0 0 0,0 0 0,0 0 1,1 0 5,-1 0-3,0 0 2,0 0 1,0 0-3,0 0-3,0 0 3,0 0-1,0 0 1,0 0-1,2 0-2,-2 0 0,4 0 0,-3 0 0,3 0 1,-2 0 4,-2 0-4,0 0 1,4 0 0,-4 0-1,0 0 1,3 0-1,-2 0 4,2 0-1,-2 0-1,2 0 1,0 0 2,-2 0 0,2 0-1,-2 0 1,1 0 1,-2 0 0,4 0-2,-2 0-1,0 0 0,2 0-1,-1 0-1,1 0 1,0-1 0,-1 1 0,3-2 1,-1 0-1,2 2 0,-1 0 2,5 0 0,-4 0 1,1-2 0,5 0-2,-1 2 2,-1-1-1,2 0 0,-1 0-2,-1-1 4,-5 0-4,-2 2-1,0 0 1,-1 0 0,1 0-1,-3 0-3,2 0 1,-3 0-1,0 0 1,0 0-2,0 0 3,0 0 3,0 0-1,0 0 0,0 0 1,0-1 2,0-1 2,0 2 8,0-1 0,0 1 0,0 0-2,0 0-2,0 0 0,0 0-1,0 0-4,0 0-6,0 0-12,0 0-31,0 0-74,0 0-142,13-2-900,-14 2 0,-1-2 0</inkml:trace>
  <inkml:trace contextRef="#ctx0" brushRef="#br0" timeOffset="186945.6973">15799 12842 2149,'0'0'82,"-1"0"39,0-1 30,1 1 20,0 0 19,0 0 24,0-1 30,0 0 25,-4-3 16,1 1-33,-3 0-26,-2-1-37,0-1-25,-3 3-20,0 0-16,-3 1-22,0 1-30,-3 0-22,2 0-15,-2 4-14,2 2-4,0 4 1,-2 1-2,2 1 1,3 4-1,3 1 1,5 1 1,1-2 2,3 0-1,3 0 2,1 0-6,3-1 0,3 1-4,1 2 1,3-2-3,-3 0 2,4-1-4,-5 2-3,-6-2 0,3 0-3,-7-1 3,0 5-3,0-3 0,1 2 0,-5-1-1,0 0 0,0-1-2,-6 0 0,-1-2 0,-2 2-2,2-8 1,-1 2-3,1-2-1,0-4-1,0 0-4,0-3-2,1-1 2,3 0-1,4 0-1,0-1-1,3-1-2,0-1 1,3 0 4,7-2 0,0 4 7,3-1 0,6 2 2,-2 0 1,-1 3 2,-1-1 2,-3 4 0,-3 2 4,-7 2 4,0 1 0,-2 2 1,0 1 3,0 5 1,-4 0 1,-5 5 2,1 0 2,-7 2 8,2 1 10,-1 1 0,2-1 6,1 2 18,-3 1 12,6-2 7,-3 5 8,2-4 7,4-1-11,2-4 0,3-1-12,3-4 0,2-7 1,10-1-22,9-5-15,7-6-29,9 0-81,4-3-67,5-1-207,12-7-332,-24 0-447,-3-7 0,-14-1 0,-10-7 0</inkml:trace>
  <inkml:trace contextRef="#ctx0" brushRef="#br0" timeOffset="187805.773">14772 13071 1801,'0'0'119,"0"0"51,0 0 36,0 0 35,0 0 41,0-2 23,0 1 23,0-1 30,0 2 26,0-1-46,-4 2-47,4 6-40,-3 0-27,0 3-30,3 4-37,0 5-21,0 1-19,0-2-20,0 3-24,0-4-14,0-3-18,0-1-26,2-4-29,-1-2-38,-1-1-74,1-1-116,1 2-138,2-4-174,2-3-409,-6 5 0,0-3 0,-6 0 0</inkml:trace>
  <inkml:trace contextRef="#ctx0" brushRef="#br0" timeOffset="188126.0843">14690 13318 354,'-2'2'104,"2"2"69,0 2 72,-3-1 65,3 2 52,3-3 45,-1-2 44,1-2 32,5 0 21,3-1-31,6-1-47,1-1-60,3-2-65,0-3-64,-2-1-51,2 1-45,-6 1-48,-5 2-40,-3 0-44,-7 3-54,4 0-96,-8 2-109,4-3-145,0-4-152,0 5-313,0-7 0,-4 1 0</inkml:trace>
  <inkml:trace contextRef="#ctx0" brushRef="#br0" timeOffset="188494.2658">14646 13097 1321,'0'1'179,"0"-1"57,0 0 38,0 0 50,0-3 48,2 2 28,0-4 12,5-2 14,1-1 11,6-1-118,4-1-54,0-1-59,-2 3-42,-4 2-77,1 1-114,-4 3-138,4 1-208,-5-6-598,-1 10 0,0 0 0,-2 0 0</inkml:trace>
  <inkml:trace contextRef="#ctx0" brushRef="#br0" timeOffset="189245.9445">14952 13191 1774,'0'2'147,"0"-1"28,0 1 8,2-2 21,6 0 25,-1 0 24,3 0 29,3 0 34,4 0 23,-3 0-80,4 2-56,0 0-27,-1 1-5,-5 0-22,-2 3-27,-5-1-24,-3 1-36,-2 2-34,-2 0-26,-3 2-16,2-1-10,-4 3-14,-1-3-10,4 0 0,1 0-2,3-3 2,0 0 10,0 0 4,0-1 8,3-1 18,0 2 11,2-1 18,2 2 15,-2-1 11,1 2 9,-4 0 4,-1-1-1,0-1 1,-1 0-2,-4-2-9,-4-1-12,-8 1-42,-8-1-113,-4 0-225,-6-23-620,1 18 0,3-4 0,9-2 0</inkml:trace>
  <inkml:trace contextRef="#ctx0" brushRef="#br0" timeOffset="197469.5029">16281 11242 1504,'-1'0'187,"-2"0"42,3-1 33,0-2 42,0 1 36,0-2 25,0-1 24,0 1 22,0 0 14,0 0-125,0 0-42,0 1-34,0 1-27,0 0-36,0-1-37,0 0-24,3 1-22,-2 0-19,6 0-12,0 1-12,4 0-6,0 0-9,-1 1-5,2-1-5,-3 1-4,-3 0-4,0 2-3,-3 2-7,-2 1-1,-4 4-2,-4 5-1,-1 0 1,-3 2 0,-3 2 1,1-1 5,1-1 6,1-3 0,7-1 4,3-4-1,1-2-3,0 2-10,1-4-36,1 3-92,0-2-159,5 0-253,-1-31-446,-2 33 0,-1 2 0,-2 2 0</inkml:trace>
  <inkml:trace contextRef="#ctx0" brushRef="#br0" timeOffset="197780.3143">16281 11531 3175,'0'6'174,"0"-1"32,0 3 20,0 0 13,2-1 12,3-1 9,2-1 1,4 0 5,4-5 2,3 1-131,-3-1-41,-2-1-32,-5-1-23,-1-1-17,-7-2-9,-7-1-7,-4-1 1,-4-3-6,-2 1-1,-7 2-3,5 3-3,4 1-18,4 3-44,5 0-118,4 0-245,2-12-574,2 9 0,1-1 0,3 1 0</inkml:trace>
  <inkml:trace contextRef="#ctx0" brushRef="#br0" timeOffset="199841.2626">17286 11199 1930,'0'-3'139,"-1"1"32,1-1 29,-1 0 22,2-2 30,-1 1 27,0 1 28,0 0 17,0-1 17,0 0-84,1 2-35,2-1-19,0-1-22,0 0-17,5 0-29,3 1-22,-1 2-23,1 0-17,-1 1-18,2 0-7,-5 2-14,-3 1-12,0 5-6,-1 3-4,-3 4-1,0 1-1,-5 1-4,1 2 3,-2 1 2,-2-2 2,-2 1 4,3-3-3,0-2-8,5-4-21,2 1-66,0-1-136,2-1-271,2-9-529,-3 7 0,1 0 0,2 1 0</inkml:trace>
  <inkml:trace contextRef="#ctx0" brushRef="#br0" timeOffset="200118.2879">17335 11520 2687,'0'9'175,"-3"3"39,3 2 26,-1 0 25,1-2 20,4-2 10,2-4 10,5-2 2,3-3 8,5-2-139,2-3-35,-5-5-37,-1 0-24,-9-3-28,-4 0-24,-5-2-22,-10 0-15,-6 1-5,-6 2-11,-3 5-32,-2 2-105,9 3-152,13 2-230,2 3-366,6-4 0,14 0 0</inkml:trace>
  <inkml:trace contextRef="#ctx0" brushRef="#br0" timeOffset="201229.5882">18190 11220 2535,'-8'11'117,"0"5"21,-3 4 20,0 4 29,9-1 34,2-2 17,2-2 13,9-1 14,-1-6 12,7-2-69,6-7-32,2 0-16,1-8-13,-1-2-26,-6-3-29,-3-5-9,-8-1-14,-6-2-12,-8-1-11,-8-2-6,-8 1-10,-3 1-5,-10 2-8,5 6-19,2 6-56,6 3-129,15 4-256,3-11-550,11 9 0,8-2 0,10 2 0</inkml:trace>
  <inkml:trace contextRef="#ctx0" brushRef="#br0" timeOffset="202328.3684">18949 11160 673,'0'0'79,"0"0"29,0-2 18,0 2 15,-2 0 20,-1 0 27,0 0 26,3 0 25,-3 0 24,2 0-11,-1-2-11,0 2-10,-1-2 14,2 0 13,-1-2 5,2 1-9,0 1-15,0-2-18,0-1-19,0 3-27,4-1-24,3 1-16,-1 2-30,5-2-25,3 2-27,1 0-12,-3 0-9,1 2-6,-2 0-7,-3 4-3,-5 2-1,-3 1 2,3 2 3,-6 2 1,0 0 7,-9 2 2,2 0 3,-5 2 2,1 2 3,0-2 1,3-2 4,3 1-5,4-2-4,1-2-4,1 0-5,2-2-9,0 1-13,5-2-30,-1 0-76,7 1-189,3-4-263,-3 6-428,0-1 0,0 0 0,-9 1 0</inkml:trace>
  <inkml:trace contextRef="#ctx0" brushRef="#br0" timeOffset="202665.4096">18958 11551 1794,'-6'7'190,"1"0"45,-1 3 32,-1 1 35,2 0 26,3-1 22,-1 0 17,3 0 16,0-1 15,7-3-111,3-2-65,10-3-40,3 0-31,2-4-27,-4 0-25,-3-4-21,-7-1-17,-7-4-20,-4 2-13,-4-5-17,-10 0-14,-4-2-15,-5 2-44,-4 6-125,5 0-360,-4 5-469,7 2 0,7 0 0,11-1 0</inkml:trace>
  <inkml:trace contextRef="#ctx0" brushRef="#br0" timeOffset="205340.9004">21655 10496 637,'0'0'139,"-1"0"54,-1 3 28,2-1 31,0 0 30,0 0 25,2-1 23,-2-1 18,0 0 21,0 2-48,-2-2-60,-2 2-36,1 0-17,-2 3-13,1-1-22,-2 1-19,2 3-13,0 1-9,-2 1-12,1-1-4,-1 5-13,0 0-10,0 2-9,4 2-15,0 0-6,-1 2-3,0-1-9,3 1-7,-3 1-5,3 1-6,-4-3-4,2 1-5,0 0 2,-2-1 0,-2 0-1,1 1 0,-1-2 0,1 1 0,-2 1-3,0-4-3,-1 1 2,2-1-1,0 0-4,1-1-2,-1-1-2,4 0 1,0-2-2,-1 2 4,2-2 0,-1-2 5,0 1-5,2-1 2,-2-1 5,2 0-5,-2 0 1,-1-2-4,2 1 13,-1-1-4,2-3-1,-3 2-7,3-2 2,-1 1 3,2-3-5,-2 2 3,1-2 0,0 1 0,0-1-13,0 0 0,0 0 0,-3 1 0,3 0 5,0 0 0,0 2 8,-3 2-7,3 2 0,-1 0 6,1 1-4,-4 2 5,4-4-3,0 2 0,0 0 0,-2-1-5,4-3-3,-4 1 15,2-1 5,0-2-5,0 2 7,0-1 3,0-1 3,0 0 3,0 0-10,0-3 0,0 3-5,0 2-5,0-3-5,0 1 3,0-1 2,-1 0 0,2 1 3,-1-2-3,0 2 8,-1 0 4,1 1 15,-1 1 9,1 2-8,-2-1 15,2 3 7,0 2-6,0 2-3,0 2 6,0 0-3,0 3-1,0 1-13,0-1 2,0 2 9,0 2-26,0-5-5,0 4 5,-2-1-7,-1 0 1,0-2 7,0 0-2,3 0-6,0 1-11,0-4-2,0 4 8,0 0-6,0-1-8,0 4 8,0 1-8,0 1-7,0 2 0,0 1 2,0 2-2,0 2 3,0 0-3,0 1 0,0 2 0,0 0 0,-3 2 0,2-1 0,-3 2 0,2 4 0,2 1 0,0 4 0,0 3 0,-2 3 0,2-1 0,0 1 0,0-1 0,-3-4-13,-1-3-23,-3-5-63,0-4-95,-3-9-90,6-6-407,-10-21-683,0 3 0,-1-13 0,3-14 0</inkml:trace>
  <inkml:trace contextRef="#ctx0" brushRef="#br0" timeOffset="206330.4582">20282 11131 48,'0'0'-9,"0"-2"0,0 2 0,0 0 0</inkml:trace>
  <inkml:trace contextRef="#ctx0" brushRef="#br0" timeOffset="206856.144">20285 11127 276,'0'0'80,"0"0"64,0 0 56,0 2 40,0-2 32,0 0 20,0 2 16,0-2 12,0 0 11,0 0-31,0-2-19,0 2-47,0 0-34,0 0-16,0 0-8,0 0 0,0 0 6,0 0-1,0 0-1,0-2-10,-3 2-13,2-2-13,-5 2-12,-5 0-18,0 0-16,-3 2-13,1 2-14,0 4-5,2 3-5,4 3-4,3 4-1,2-2-2,6-2-5,5 2-2,3-5-5,7-3-4,5-2-6,8-5 0,-3-2-4,-2-3-4,-4-3-8,-6-1-8,-7-3-7,-6 0-5,-10-1-6,-9-3-7,-3 0-8,-7 3-9,-6 2-13,2 6-26,10 1-74,5 5-177,17-4-767,2 4 0,11 0 0,7-2 0</inkml:trace>
  <inkml:trace contextRef="#ctx0" brushRef="#br0" timeOffset="208084.3241">21114 11143 642,'-1'0'113,"1"0"45,-4 1 41,4 0 26,0-1 24,-2 0 21,2 2 16,-1-4 10,1 2 3,-1 0-44,1 0-65,-2 0-43,2 0-40,-1 0-24,1 0-23,-3 0-19,0 0-16,3 0-7,-4 0 1,2 0 3,0 0 5,2 0 2,-4 0 3,4 0 3,0 0 2,0 0-1,-2 0 3,2 0 1,0 0-4,0 0-5,0 0-5,0 0-2,0 0-4,0 0-9,0 0-18,0 0-39,0 0-83,0 0-204,0-11-389,2 9 0,-6-1 0,1 1 0</inkml:trace>
  <inkml:trace contextRef="#ctx0" brushRef="#br0" timeOffset="209881.4628">21142 11049 474,'0'-2'33,"0"0"2,0 0 2,0-2 0,0 3-1,-3 1 1,2 0-4,-1 0-14,0 0-32,10 0-132,-11 1 0,0 2 0,-1-2 0</inkml:trace>
  <inkml:trace contextRef="#ctx0" brushRef="#br0" timeOffset="211118.2725">20217 10987 770,'0'-1'211,"1"-2"66,-1 1 47,0-2 44,0-2 40,6 1 29,-4 0 24,1 1 19,-3 1 10,3 0-141,-2 2-58,-1 0-52,2 0-36,-2 4-29,0 2-28,0 5 25,0 7 2,-2 11-3,1 7 4,-2 9 8,0 4-4,1 2 4,2-2 11,0-5-10,0-5 3,2-8-58,-2-5-23,0-9-14,0-4 2,0-4-13,0-6-4,0-1-17,0-3-22,0-6-7,3-3-26,-3-7-14,0-9-8,2-8-13,-2-5-33,1-2-10,2-2-14,1 1 0,0 3-16,3 4 5,0 6 15,-1 5 6,-1 8-1,2 7 8,-7 6 22,3 2 22,1 8 30,-1 8 11,1 8 30,-2 8-7,-2 12 6,0 6 6,-9 3 13,2 3 7,-4-3 3,3-5-12,-1-10 0,4-11 3,5-9-3,0-11 2,0-5-20,3-10-14,-1-9-12,4-12-28,-2-7-20,2-8-19,-1-5-33,2 1-19,-1 4-11,-2 9 3,2 5 15,-3 11 7,-2 7 11,-1 10 25,0 6 30,0 8 32,0 7 33,0 9 7,0 6-1,0 7-1,0 5 3,-1-2 11,1 0-22,0-8-38,-2-9-97,2-8-50,2-4-202,36-9-1022,-35-8 0,1 0 0,2-12 0</inkml:trace>
  <inkml:trace contextRef="#ctx0" brushRef="#br0" timeOffset="211849.7761">21127 11173 2007,'-6'-2'159,"-2"1"39,-3-2 48,-3-1 34,-1 1 36,1 1 18,0 0 19,-6 2 18,4 7 16,-3 0-96,-1 7-38,5 6-30,1 4-41,3 3-26,7 0-28,4-4 12,8 0 17,4-9-2,12-6 2,-2-5-12,11-3-9,1-8-5,-1-4-13,-7-5-10,-6-5-11,-12-5-36,-2-2-44,-16-1-19,-8-3-19,-7 6-4,-9 6-7,-6 7-52,-5 9-62,0 10-138,26 7-1058,-18 8 0,6 3 0,14 7 0</inkml:trace>
  <inkml:trace contextRef="#ctx0" brushRef="#br0" timeOffset="213495.5831">16159 11950 991,'0'-1'179,"0"1"42,0-1 42,3-2 42,-6-1 42,3 2 33,3-4 22,-3 0 21,0-2 20,0 3-109,0-2-44,0 0-40,5 4-39,1-1-36,6-4-37,3 2-28,3 4-17,5-3-21,-5 3-21,0 2-14,-7 0-14,-4 4-3,-6 4-3,-1 1 1,-7 6-2,-1 3-1,-2 1-2,-6 0 0,-1 2 5,3-2-3,6 0-2,2-4-15,5 0-53,1-1-143,7-3-240,-2-6-602,1 5 0,-1 3 0,1-4 0</inkml:trace>
  <inkml:trace contextRef="#ctx0" brushRef="#br0" timeOffset="213758.5044">16209 12270 3520,'-3'9'164,"3"-1"26,0 5 18,0 3 10,3-3 11,3-5 6,3 0 7,8-6 2,5-1 4,0-4-106,-5-1-52,1-6-26,-14 0-20,-1-3-8,-9 0-18,-5 0-11,-7 0-14,-1 2-21,-6 2-62,4 4-162,10-3-852,4 8 0,7-3 0,12-2 0</inkml:trace>
  <inkml:trace contextRef="#ctx0" brushRef="#br0" timeOffset="214499.5325">17171 11879 2142,'0'-5'176,"0"1"34,3-2 35,3 0 37,1-1 21,2 4 20,8 0 13,1 0 9,-4 3 1,2 2-138,-4 2-31,-4 4-28,-4-2-30,-3 9-29,-1-2-17,-1 3-11,-3 2-9,-6-1-2,-2-1 3,-1 4-1,-2 0-3,4-3-5,3-1-2,2-2-11,2-1-21,4-1-35,0 0-71,0-2-160,10 1-238,12-6-529,-14 4 0,0 2 0,1 0 0</inkml:trace>
  <inkml:trace contextRef="#ctx0" brushRef="#br0" timeOffset="214795.2876">17191 12265 1976,'-4'11'236,"-2"0"65,-1 5 34,3 2 27,-2-4 15,5-2 13,0 0 3,2 0 3,2 0 2,8-1-194,3-5-36,4-2-61,4-2-34,-3-2-26,-5-5-13,-1-2-14,-9-2-3,-2-4-4,-8-3-6,-7-2-2,-3 1-3,-7 6-3,-3 1-11,1 8-52,3 1-204,4-9-835,8 9 0,7-1 0,9-3 0</inkml:trace>
  <inkml:trace contextRef="#ctx0" brushRef="#br0" timeOffset="215653.6937">18267 11936 2077,'0'1'157,"0"2"58,-1 0 55,1 2 53,-2 1 39,2 2 32,0 7 22,-5 3 69,2 11 42,-4 4-79,-1 5-43,-1 4-49,-2-2-51,3-4-63,0-7-89,5-4-146,3-10-166,0-14-1237,3 0 0,5-6 0,0-7 0</inkml:trace>
  <inkml:trace contextRef="#ctx0" brushRef="#br0" timeOffset="216555.2718">18868 11891 1959,'-2'-1'185,"2"-1"51,0-3 57,0 0 30,0 1 25,0 0 11,0-1 7,0 4 8,0-1 2,3 2-113,1 0-62,6 0-46,4 0-55,-1 0-32,4 2-23,3-1-10,-1 4-8,-8 2-4,0 4-4,-5-1-9,-6 6 4,-6-1-3,2 2 7,-11 4 5,-5-1 3,4 2 1,-2 1 0,1-2 0,4-1 1,7-3 6,0-3-16,6-2-18,-3-1-33,6-4-88,3 2-190,2-8-267,3 5-417,-3-2 0,5 0 0</inkml:trace>
  <inkml:trace contextRef="#ctx0" brushRef="#br0" timeOffset="216964.2682">18912 12289 699,'0'9'265,"0"0"69,-3 1 57,0 2 50,-4 0 25,1-6 29,-2 4 13,2 1 7,0 4 4,1-3-158,3 2-97,2 2-63,7-6-51,3-1-47,5-6-25,3-1-24,7-5-12,-3-2-8,-1-4-5,-10-1-6,-7-4-3,-6-4-14,-11-1-9,-7-5-4,-6 3-15,-3 2-76,7 5-405,-3 3-570,6 5 0,6-1 0</inkml:trace>
  <inkml:trace contextRef="#ctx0" brushRef="#br0" timeOffset="219097.8403">20320 11962 354,'0'0'43,"0"0"23,0 0 23,0-2 27,0 2 28,0 0 22,0 0 23,0 0 21,0 0 17,0 0 2,0 0 15,0 0 4,0 0 3,0 0-1,0 0 2,0 0 8,0 0 1,0 0-1,0 0-5,0 0-16,0-3-25,0 3-25,0 0-23,0 0-25,0 0-31,0 0-27,0 0-21,0 0-22,0 0-7,0 0-8,0 0-9,0 0 3,0 0 1,0 0 2,0 0 1,0 0 3,0 0 5,0 0 4,0 3 0,0-3 7,0 6 7,0 0 3,0 5 20,-2 5 15,-2 4 13,3 4 14,-6 4 0,1 2 9,1-2-2,1 1 2,2-8-1,2-1-12,-4-4-18,8-5-18,-4-1-22,0-5-23,0-2-22,0-1-57,0-2-62,0 0-90,2 0-266,1-12-790,3 9 0,1-5 0,5 2 0</inkml:trace>
  <inkml:trace contextRef="#ctx0" brushRef="#br0" timeOffset="219625.9136">20792 12094 2770,'0'0'101,"0"-3"40,0 3 35,-5 0 44,-1 0 31,-2 3 24,-2 4 15,1 0 14,3 5 15,5 3-60,-2-1-21,7-3-29,6-4-19,5 0-32,4-6-29,11 1-17,1-4-6,-3-2-4,0-4-18,-9-1-11,-9-2-20,-6-5-11,-5 0-25,-12-4-28,-10 3-15,-3 1-26,-9 2-36,-4 8-84,3 4-210,0-4-795,8 8 0,5 2 0,6-2 0</inkml:trace>
  <inkml:trace contextRef="#ctx0" brushRef="#br0" timeOffset="226544.4331">21633 11222 515,'0'0'60,"0"0"25,0 0 19,0-2 22,0 2 22,0 0 29,0 0 29,0 0 28,0 2 23,0-2-9,0 0-14,0 0-10,0 0-8,-3 0-12,3 0-13,-1 0-20,1 0-21,-2 0-18,2 0-11,-3 0-13,1 0-7,-2 0-1,2 0 0,-3 0 8,-5 0 8,2 0 4,-2 1 5,-1 4 0,-2 1 2,1 3 3,-1 4 0,3 0-4,0 0-6,0 3-16,5-2-13,3-1-9,-1 3-10,3-4-10,3-2-12,-3 0-5,4-2-10,6-2-5,3-5 1,6 1-2,0-2 0,2 0-14,1 0 2,-4-6-5,-2 4-7,-3-6-6,-4-3-3,-5-5-3,-1 0-5,-3-1-1,-5-2 1,-3 2 9,-2 2 1,-2 2 1,-5 2 4,2 4-13,3 3-49,2 3-283,-4-11-795,3 9 0,5 2 0</inkml:trace>
  <inkml:trace contextRef="#ctx0" brushRef="#br0" timeOffset="228792.0057">21579 12026 395,'0'-3'69,"0"3"31,0-1 20,0 0 18,0 1 25,0 1 41,0-1 39,0 0 33,0 0 34,0 1-19,0-1 7,0 0 6,0-1 16,0 1 11,0 0 7,0-1-20,0-1-25,0 1-23,0-1-21,0 1-21,0-1-19,0 0-19,0 1-22,0 0-15,0 0-24,0 0-20,1-1-6,-1 2-11,0-1-11,0 1-9,0 0-10,0 0-16,0-2-16,0 2-13,0 0-9,0 0 4,0 0-9,0 0 5,0 0 0,0 0 0,0 0 0,0 0 0,0 0 0,0 0 0,0 0 0,0 0 5,0 0-3,0 0-5,0 0-5,0 0 9,0 0-1,0 0 1,0 0-1,0 0 0,0 0 1,0 0-9,0 0-2,0 0 3,0 0 5,0 2-12,0 2 7,0 1-2,0 1 12,0 3 8,0-1 5,-1 0 9,-4 3 8,-1 0 1,0 3 10,3-3 16,-2 5 2,0-4 16,-1 3-9,0-1 0,1-1 11,2 1-9,-2 0 5,3-2-3,-2 0-2,4-3-11,0-3-11,0 2-13,0-4-3,0-1-8,0 0-16,0-1 0,0-1-8,0-1 1,0 0-10,0 0-37,0 0-80,0 0-109,0 0-184,0-13-1070,0 10 0,0-3 0,0-1 0</inkml:trace>
  <inkml:trace contextRef="#ctx0" brushRef="#br0" timeOffset="233124.3853">16170 12934 1700,'-3'0'88,"0"0"44,1 0 44,-1 0 31,3 0 26,0 0 32,0-1 33,0-1 29,-3 0 27,3-2-22,0 0-34,0 1-33,0 0-39,0 0-28,0 0-23,3 0-32,5 1-31,3-1-25,3 0-27,0 2-18,1-1-12,-1 2-9,-3 0-6,-2 2-8,-6 0-2,-1 2-1,-2 3 2,0 3 6,-2 1-4,1 4 2,-6 3 1,-1 1-1,0 0 2,1 0 2,1-2-15,3-1-53,3-1-157,0-2-311,0-26-497,3 24 0,-3-1 0</inkml:trace>
  <inkml:trace contextRef="#ctx0" brushRef="#br0" timeOffset="233435.16">16196 13288 3609,'0'4'120,"0"-1"37,0 2 26,0 0 16,2 3 15,2-3 9,3 0 7,5 0 4,5-3 1,2-1-75,-2-1-29,-3-1-32,-4-3-24,-6 1-13,-1-3-15,-9-2-6,-5-1-4,-6-3 1,-5 3-11,-6 0-12,3 1-27,6 4-56,4 1-140,12 3-272,0-13-593,6 10 0,2 0 0,6-1 0</inkml:trace>
  <inkml:trace contextRef="#ctx0" brushRef="#br0" timeOffset="234332.031">16963 12921 2730,'0'-5'183,"0"-2"51,0-2 32,-2 0 22,4 1 13,-2 2 7,0 1 5,3 1 6,3 0 9,2 4-98,3-1-70,3 1-46,-2-2-32,-1 5-20,-2 3-13,-1 2-5,-6 5 5,-1 3-7,-4 2 11,-5 5 14,-3 0 0,-4 1-3,-4 2 2,7-5 5,1-2-16,3-4-57,6-4-59,2 0-159,7-1-333,-4-1-588,0-2 0,2 1 0,-2 0 0</inkml:trace>
  <inkml:trace contextRef="#ctx0" brushRef="#br0" timeOffset="234627.1626">16945 13295 3526,'-2'5'157,"0"4"38,2 0 18,-3 1 16,3-1 14,6-4 8,2-3 2,3-1 2,6-1 2,0-1-104,1-2-49,-5-1-38,-4-3-22,-5-2-19,-3 0-16,-4-3-11,-8 3 0,-2 1-2,-8 4 0,-1-3-3,-3 7-13,4-1-43,5 1-163,29-3-904,-17 3 0,4-1 0,7-3 0</inkml:trace>
  <inkml:trace contextRef="#ctx0" brushRef="#br0" timeOffset="235619.3231">17884 12851 2654,'0'-3'105,"0"0"18,0-1 7,2-1 12,4 1 17,2 1 23,1-2 29,5 2 18,-1 0 17,-4 0-72,-1 3-7,-2 0 5,-3 1 5,-3 4-4,0 3-7,-1 0-12,-4 8-23,0 1-12,-5 2-11,0 1-13,2 2-10,1 0-25,3-2-14,1 0-29,3 0-61,3-2-191,8-7-357,-7 4-438,-2-1 0,3 0 0,-2-1 0</inkml:trace>
  <inkml:trace contextRef="#ctx0" brushRef="#br0" timeOffset="235889.822">17844 13335 3541,'-3'9'175,"2"4"32,-1 3 13,2 1 10,6-1 5,2-2 6,7-7 4,4-3 5,1-2-1,4-5-139,-7-4-33,-5-1-35,-5-3-17,-7-3-11,-11-1-16,-4-1-11,-9-1-10,-2 3-15,-6 2-28,3 5-109,12 5-279,6-6-564,8 6 0,7 2 0</inkml:trace>
  <inkml:trace contextRef="#ctx0" brushRef="#br0" timeOffset="236819.9636">18770 12941 2214,'-8'0'162,"-2"0"51,-3 0 36,-3 0 40,1 0 38,3 5 30,-2 6 17,0 5 8,3 3 6,5 5-108,4 0-45,2-3-46,8-3-16,3-5-34,8-4-26,2-6-32,7-1-8,1-7-11,-2-4-2,-7-5-15,-6-1-8,-10-5-15,-5 1-22,-9-3-24,-5 3-33,-6-2-20,-1 5-94,4 6-409,-5 4-531,2 5 0,8 1 0</inkml:trace>
  <inkml:trace contextRef="#ctx0" brushRef="#br0" timeOffset="238256.2701">20071 12885 572,'0'0'177,"0"0"63,-1 0 46,0 0 48,-2 0 43,3 0 35,-2 0 32,0 0 24,0 0 16,-1 0-96,2 0-68,0-1-59,-1 1-40,2 0-38,0-1-26,0 1-23,-4 0-18,2 1-3,-4 3 19,3 3 11,-3 5 20,2 5 20,0 5 15,0 5-6,-1 2-12,-1 2-11,2-3-9,1-4-14,0-5-50,2-4-79,1-5-111,0 0-86,1-4-254,2-16-917,1 9 0,4-1 0,2-3 0</inkml:trace>
  <inkml:trace contextRef="#ctx0" brushRef="#br0" timeOffset="239022.0082">20541 12921 884,'0'0'211,"0"0"57,0 3 32,0-3 16,0-3 25,0 3 45,0 3 47,0 0 37,0 4 27,0 4-117,0 6-56,0 6-50,0 5-10,0 1-16,0 3-18,0-2-42,0-6-54,0-3-75,0-5-100,7-6-438,-5-2-658,2-4 0,-4-5 0,2-8 0</inkml:trace>
  <inkml:trace contextRef="#ctx0" brushRef="#br0" timeOffset="240578.8433">21419 12755 906,'0'0'70,"-1"1"36,0 1 35,-2 0 36,3 2 35,0 0 32,-2 1 31,2-1 34,-1 0 32,1-1-4,-4-1-5,2 2-11,0-2-20,-1 2-27,-3 0-21,0 0-21,0 1-23,2 2-25,-4 3-24,0 0-26,-1 3-18,2-1-20,-2 4-11,3 0 3,-1 0-4,1 2-3,1 3-4,-1 0-6,-2 2 5,-1-1 8,0 2 6,-4 1 1,2-1 2,-1 0-13,1 0 2,1-1 1,2 1-7,-2 1 15,-1 1-7,5-1-12,-4 3-6,1 0 1,3 0-8,-2 2 7,-2-1-9,6-1-8,-4-2-5,1 3-4,-3-4-17,2 2-4,1 1-9,-3 1-4,0 1 0,2 1-4,0-1-4,-2 2 3,4-1 11,1-2-12,-1 3 7,1-1 3,-2-2 3,5 2-4,-3-1 1,0 0 1,2 0 7,0 0-12,-1 2-8,2-4 4,1-3-8,-1-1-23,2-3-29,0-4-28,2-2-24,-1-3-20,2 0-12,4-1-9,0-2-5,0 3-13,0 0 5,-1 1 16,0-1 24,-3 2 18,1 1 14,0-1 12,2-1 2,-3-1 13,2-4 7,-2 1 8,0-6 1,0-1-35,-1 0-17,-2 0-14,0 1-65,2 0-77,2-1-112,0 0-121,22-4-346,-17 2 0,-4-2 0</inkml:trace>
  <inkml:trace contextRef="#ctx0" brushRef="#br0" timeOffset="240951.3001">21092 14307 1785,'0'0'154,"0"1"42,0 2 39,0 3 47,0 1 33,-2 4 22,-4 5 13,4 6 5,-3 1 10,1 3-103,2 2-40,2-1-42,0-1-38,0 1-48,0-1-44,2-4-66,-2-2-100,4-3-222,-1-15-632,-1 2 0,-2-6 0,2-5 0</inkml:trace>
  <inkml:trace contextRef="#ctx0" brushRef="#br0" timeOffset="242482.4162">21543 12964 1261,'0'0'128,"-2"0"50,0 1 32,0-1 32,-1-1 35,3 1 30,0 0 31,-2 0 27,2 0 24,-3-2-71,-2 2-22,-1-2-37,0 2-24,-5-3-24,3 3-25,-6 0-15,3 3-21,-6 4-12,3 3-11,2 5-6,4 1-19,2 2 0,2-1 2,9 1 8,4-6-2,7 0-8,8-5-9,4-4-24,7-1-19,-5-4-17,-1-1-3,-8-4-22,-9-2-24,-10-3-20,2-2-10,-10 0-6,-5-1-15,-3-2 12,-4 6-29,-4 3-58,3 4-280,-5 2-758,5 2 0,-1 0 0,4-2 0</inkml:trace>
  <inkml:trace contextRef="#ctx0" brushRef="#br0" timeOffset="244444.2525">16131 13648 925,'-1'-2'113,"-1"-1"61,0 0 64,-1-1 44,2-2 47,1 0 38,0 1 28,0-3 34,0 0 27,0 3-54,0 0-19,0 2-52,0-1-56,0 2-43,0-1-45,4 2-34,1-1-28,1 2-29,5 0-30,0 2-18,0 0-18,-3 6-13,-2 0-7,-3 6-5,-2 1 0,-4 1-4,-1 0 0,-4 4 0,-3-2 0,0 2-5,-1-1-18,2-3-30,3 0-90,5-1-147,1-1-193,5-7-535,1 3 0,1 3 0,-1 0 0</inkml:trace>
  <inkml:trace contextRef="#ctx0" brushRef="#br0" timeOffset="244703.5512">16139 13934 1638,'-5'15'251,"-2"4"58,-4-1 49,5 5 31,1-7 19,2-6 22,3-3 24,7-2 9,4-1 5,3-6-187,8-2-48,-1-3-55,-3-3-40,-10-3-30,-2-3-17,-9 2-24,-5-2-33,-6 1-21,-6 2-18,-5 4-26,-2 4-66,2 4-141,10 1-329,9-16-507,9 14 0,12-1 0,13-2 0</inkml:trace>
  <inkml:trace contextRef="#ctx0" brushRef="#br0" timeOffset="245395.3588">16777 13658 1528,'0'0'159,"0"0"54,0-1 27,0-1 17,0-5 26,0 2 28,3-3 8,1 3 9,1-1 8,3 1-104,4 1-32,-2 1-50,1 2-23,-3 0-14,-2 3-16,-5 3-24,2 2 1,-3 7-4,-4 3-3,-4 2-3,-2 1-1,-5 2 1,1 0 2,1-2 1,1-2-7,8 1-4,1-5-9,3-1-30,3-1-75,5 1-192,7-8-305,-2 4-408,-2-2 0,0 2 0,-3 3 0</inkml:trace>
  <inkml:trace contextRef="#ctx0" brushRef="#br0" timeOffset="245668.273">16794 14061 3571,'-3'10'138,"-2"1"30,3 2 15,0 3 10,3-4 11,2-3 9,8-4 3,1-3 3,8-2 4,-1-4-100,2-3-34,-8-5-31,-7-2-18,-3-1-13,-7-3-21,-10 0-18,-4 2-9,-5 0-7,-5 6-33,-2 3-104,8 5-243,6-6-587,10 8 0,6 0 0,11-4 0</inkml:trace>
  <inkml:trace contextRef="#ctx0" brushRef="#br0" timeOffset="246802.0284">17614 13703 2473,'-3'-1'158,"3"-5"23,0 0 9,3 0 6,1 1 13,8-2 11,5 4 6,4-1 12,4 2 3,-3 2-107,-3 0-36,-6 0-6,-3 4 5,-9 2 8,-1 5 8,-6 2 6,-2 6 3,-2 0 0,-6 1 1,-2 4 0,4-1-11,-1 0-16,5 0-13,3-3-20,6-3-37,1-1-54,1-2-70,2 0-87,2 0-50,-1-1-29,2 2-18,-5-1-6,1 0-1,-4 2 7,-3 2 25,-5 1 70,-1 2 98,0 1 140,-2-1 102,4 0 61,6 0 37,0-3 18,2 0 9,5-2 9,1-1 0,4-6-21,7-5-33,1-4-64,4-4-55,-3-4-33,-10-2-28,-2-2-21,-6-4-20,-6-2-22,-6 1-32,-8-2-56,0 1-83,-5 3-118,13 1-820,0 5 0,8 2 0,4-1 0</inkml:trace>
  <inkml:trace contextRef="#ctx0" brushRef="#br0" timeOffset="247799.6129">18649 13564 1242,'0'4'218,"0"-3"59,0 1 35,0 2 29,0-4 22,0 0 34,0 0 33,0 0 25,0 2 17,0 2-128,-2 4-46,-2 4-13,0 4 3,-2 7 5,-1 4 16,4 8-22,-4 1-26,2 1-19,2-1-18,2-3-15,0-7-33,1-6-93,1-5-171,-1-5-179,0-26-1223,0 15 0,0-3 0,0-2 0</inkml:trace>
  <inkml:trace contextRef="#ctx0" brushRef="#br0" timeOffset="248704.0084">19910 13697 2852,'0'0'218,"0"-1"44,2 0 28,-2-1 20,0-1 16,0 0 10,0 2 5,0-1-1,0 0 8,0 1-109,0 4-44,0 3-3,0 4 22,0 8 16,0 11-8,-2 3-10,2 5-7,-1 2 3,0-3-8,1-3-28,1-7-38,-1-4-43,0-8-165,0-2-165,3-7-364,1-3-841,0-5 0,2-4 0,3-3 0</inkml:trace>
  <inkml:trace contextRef="#ctx0" brushRef="#br0" timeOffset="249268.3084">20531 13726 1491,'1'0'147,"0"0"40,2 0 25,-3 0 46,0 0 55,0 0 42,0 0 42,0 2 22,-5 6 23,2 3-76,-7 6-27,4 6-21,-2 5-10,1 5-43,-4 1-50,7-1-39,1-5-44,0-2-81,3-7-108,10-5-459,-7-4-647,-1-7 0,0-6 0,2-7 0</inkml:trace>
  <inkml:trace contextRef="#ctx0" brushRef="#br0" timeOffset="250369.201">21508 13710 878,'0'1'129,"0"2"63,0-2 58,0 1 41,0-1 46,0 1 52,0-4 37,0 2 24,0 0 15,0 0-77,0 0-26,0 0-55,0 0-54,0 0-38,0 0-39,0 0-45,-1 0-29,-2 3 1,-2 2 10,-1 7 35,-4 3 14,-1 8 20,-3 7 9,0 7-1,2-1-1,5 5-8,1-5-11,6-4-20,0-6-37,0-4-122,0-7-116,2-5-183,2-13-1130,0 4 0,-1-7 0,0-2 0</inkml:trace>
  <inkml:trace contextRef="#ctx0" brushRef="#br0" timeOffset="256564.2025">15801 7645 3295,'-1'2'44,"1"2"30,0 1 36,0 1 45,1-2 35,3-2 24,3-2 18,10 0 11,5-6 12,10-6-9,11-8-10,5-5-19,9-9-10,9-3-34,4-3-26,5 0-29,-3 2-15,-8 7-20,-15 4-37,-16 7-44,-16 9-67,-11 6-55,-6 5-111,0 5-212,-9-4-663,-2 13 0,0 1 0,-3 1 0</inkml:trace>
  <inkml:trace contextRef="#ctx0" brushRef="#br0" timeOffset="257148.7413">15579 8527 2807,'-3'4'117,"1"-1"77,-1 0 44,8-2 21,8-3 16,18-12 13,15-5 18,19-12 17,19-12 13,13-11-66,12-5-38,4 0-76,-1 5-56,-10 7-35,-15 11-50,-22 10-126,-21 14-231,-20-2-763,-17 10 0,-10 4 0,-19 4 0</inkml:trace>
  <inkml:trace contextRef="#ctx0" brushRef="#br0" timeOffset="257894.1497">15719 9706 3305,'-4'-2'81,"3"0"10,-2 0 53,6-2 38,15 1 23,16-7 9,22-6 10,20-11 12,20-13 8,12-12-67,8-4-5,-2-2-14,-17 9-66,-18 3-58,-24 14-75,-25 8-131,-19 10-132,-7 0-247,-19 12-347,-11 5 0,-11 3 0,-8 8 0</inkml:trace>
  <inkml:trace contextRef="#ctx0" brushRef="#br0" timeOffset="258453.9916">15714 10287 3116,'0'-4'170,"1"-2"28,3-2 16,9-3 15,9-3 20,15-6 16,15-10 15,15-8 9,14-7 5,8-3-124,-2 2-52,-2 8-53,-14 9-83,-12 13-246,-24-4-811,-14 17 0,-17 0 0</inkml:trace>
  <inkml:trace contextRef="#ctx0" brushRef="#br0" timeOffset="259092.9583">15734 10637 3316,'3'-3'77,"3"-3"23,9-3 33,16-5 32,16-7 24,18-8 17,17-4 8,4-3 4,-2-3-1,-9 8-71,-15 5-34,-16 10-88,-15 8-114,-8 5-198,-8 2-188,-12 4-376,-5 3 0,-10 6 0,-8 2 0</inkml:trace>
  <inkml:trace contextRef="#ctx0" brushRef="#br0" timeOffset="259632.9073">15564 11191 2610,'-2'3'32,"1"-1"38,0 1 32,-2 1 25,3 1 40,3-3 39,-3-1 26,0 0 25,1-1 22,1 0-9,6 0 10,7 0-33,10-4-24,17-6-18,19-8-35,18-8-33,26-11-21,13-7-25,10-3-20,-7 4-29,-16 8-28,-23 6-50,-27 13-155,-16 8-236,-24-41-631,-9 43 0,-12 2 0,-9-1 0</inkml:trace>
  <inkml:trace contextRef="#ctx0" brushRef="#br0" timeOffset="261398.6087">15657 11513 3477,'0'-8'170,"0"-4"29,12-5 11,12-5 15,12-2 11,17-6 6,17-5 9,7-6 4,3-1 0,-5-2-135,-14 7-36,-14 7-33,-18 11-40,-12 8-99,-13 7-92,-5 4-186,-5 0-664,-14 8 0,-14 7 0,-6 4 0</inkml:trace>
  <inkml:trace contextRef="#ctx0" brushRef="#br0" timeOffset="261842.2925">15449 12119 2790,'0'3'48,"-2"-1"40,0-1 33,2 2 44,0-2 45,2-1 36,4-2 18,11-3 15,12-9 10,18-4-18,20-13-14,20-9-40,14-9-28,6-3-47,-9 4-56,-17 9-57,-23 9-78,-22 14-120,-21 7-119,-5 4-749,-20 9 0,-8 6 0</inkml:trace>
  <inkml:trace contextRef="#ctx0" brushRef="#br0" timeOffset="262355.5616">15586 12857 3277,'-1'0'140,"-2"-1"31,3 1 3,0 0 8,3 0 14,2 0 21,6-3 12,3 1 16,10-1 8,5-1-65,9-4-62,10-2-27,10-4-3,10-2-7,0 0-29,0 0-53,-12 4-75,-9 3-126,-13 5-179,-3-4-649,-21 7 0,-4-1 0,-8 2 0</inkml:trace>
  <inkml:trace contextRef="#ctx0" brushRef="#br0" timeOffset="266955.8741">15451 12846 702,'-8'18'-16,"-1"6"-20,-1 3-30,2 3-50,0-2 0,-1-13 0,5-3 0</inkml:trace>
  <inkml:trace contextRef="#ctx0" brushRef="#br0" timeOffset="267466.8294">15460 13038 3074,'7'0'106,"2"-2"33,8-1 29,4-1 30,8-3 21,7-4 15,10-2 16,10-2 18,6-6 10,3-1-75,0 2-27,-12 1-36,-10 4-39,-13 8-56,-10 5-80,-10 2-84,-6 1-118,-3 6-151,-1-6-178,-7 12-284,-4 4 0,-7 4 0,0 2 0</inkml:trace>
  <inkml:trace contextRef="#ctx0" brushRef="#br0" timeOffset="267736.149">15625 13736 3615,'3'2'34,"1"-1"10,11 0 1,7-4 1,13-6-1,19-12 3,14-5-9,8-11-71,13-6-283,-6-2-398,-6-2 0,-15-6 0,-7-2 0</inkml:trace>
  <inkml:trace contextRef="#ctx0" brushRef="#br0" timeOffset="271917.3005">16465 5089 1018,'0'0'157,"-2"0"44,2 0 21,-3 0 33,0 0 36,0 0 25,1 0 28,0-2 28,-2 1 29,1-2-83,-2 2-57,2-1-37,-5-2-12,0 3-33,-2 0-34,-3 0-25,-1 1-26,-4 0-27,-4 3-27,3 1-10,1 2-6,-2 4-6,8 0-7,2 3-1,2 2 0,5-1 1,3 3 2,5 2 4,4 0 2,6 0 3,9 0 0,2 0 1,3-1 1,-1 2 1,-2-2-2,-5 2 3,-3 1-1,-3-5-8,-7 4-3,-2-3-6,-2 0 3,-2 0-4,-1-3-1,-1 2 0,0-2-3,-3-2-5,0 0-8,-3-1 1,-3-2-2,-6-1-4,0-3-5,-3-1-1,5-3-4,-5-1-6,4 0-2,3-4-1,6-3-2,2-3-6,3-5-8,1-2-3,9-1-4,8-3-6,4 0-1,3 0 3,3-2 8,-5 0 4,0 2 6,-8-2 10,-4 4 10,-5 0 6,-4 3 8,-3 0 7,-6 1 4,0 0 0,-7 2-4,-1 3-7,-4 4-50,2 0-123,-1-4-246,3-16-396,5 19 0,2-2 0</inkml:trace>
  <inkml:trace contextRef="#ctx0" brushRef="#br0" timeOffset="273511.3766">16542 4762 623,'-2'-3'33,"-2"2"34,0 0 51,2-1 27,-3 2 28,-1 2 22,1-4 27,-1 2 33,-1-1 26,-2-1-8,-1-1 2,-4 0-18,0-1-46,-1 1-22,2 1-18,-6-1 4,0 2-3,-5 1-23,2 0-18,-3 0-4,3 1-9,-2 2-9,1 4 3,-1 3 5,-2 4-4,1 1-21,0 1-19,0 5-4,1-3-4,5 4 0,-2 1 0,3-1-1,4 2 3,-1-2-4,1 1 2,1 4 0,1 0-4,-2 1-4,-1 5-2,0-2-3,-2 2-7,3 0 2,-4 0-9,4 1-5,0-2-3,3 2 18,3-4 13,1 0 14,-1-1 9,6 0 2,1-3 5,1 2 3,0-2 8,0-2 3,3 1-2,2 0-16,2-1-13,4 0-13,0 1 4,-2-3-26,5 1-1,-6-2-8,4-3-14,-2 2-1,3-3-8,-1-1-3,2 0 2,1-1-3,2-1-19,5 0 21,1 0-3,4-1-6,9 1 7,-1-1-12,2 2-2,5 2 9,-2-1-17,-1-4 11,-6 2-9,2-3-3,-5-3-18,-2-1 1,-4-1-14,1-3-7,-1-1 18,-1-2-18,-1 0 11,3-4-7,0 0 16,-2-1-12,2-3 14,0-6 12,2-2 14,3 0 11,2-1-7,0-2 4,0 0 0,1 1 4,-2-2-2,-1 1 10,1 0 7,-5-1-16,-2 0 0,-5-1 1,1-2-2,-5-2 0,0-3 0,0 2-5,-4-5-13,1 1 0,-3-3-12,0 1 3,-1-3-9,0 1-7,-4 0-4,0 2-4,-2 1 2,-2 4-2,0 2 9,0 1 5,0 5 8,0-1 2,-2-1 10,-4-1 7,-2 0 6,3-3 4,-5 0 0,2 1-2,-3 1 6,0 0-4,0 2-1,-3 0 5,0 3-5,3-1 6,-2 3-1,1-3 4,-1 6-5,-2-6 4,1 3-8,-3 0 5,1 0-1,2 1-6,-5 4 0,-2-1-4,-1 3 0,-9 1-3,-6 2 5,-9 5 1,-11 0 4,-11 2 0,-8 5 0,1 3 6,-1 2-3,6 3-12,10 3-40,10 3-156,24-3-968,-7 3 0,4 1 0,1-4 0</inkml:trace>
  <inkml:trace contextRef="#ctx0" brushRef="#br0" timeOffset="282405.5294">16037 6252 1753,'0'3'29,"0"-1"9,0 1 13,0 3 19,0-2 18,0 1 19,3-1 23,-3 0 27,1 0 30,-1 0 6,0 0 23,0 3 24,0 2 25,-1 6 12,-2 3-2,-1 7-10,-2 3-19,2 7-24,2-3-26,0 0-29,2-9-23,0-6-25,0-7-34,0-3-32,0-6-21,0-5-23,0 0-17,0-2-38,0-5-36,0-3-68,-3-1-28,-1-4-29,1-4-15,-1 0-1,1-3 4,3 1 19,0 4 15,0 0 35,0 5 44,0 1 73,0 5 33,0 0 25,0 5 15,0 2 3,0-1 1,0 2-2,0 0-2,0 0 0,3 1-9,1 0-7,3 0 0,4-2 6,-1 2 4,2 1 10,5-2 10,1 1 10,0 1 5,1-3 2,1 3 4,1 0-2,5 0-3,1 0-9,4 0-6,0 0-9,6 0-13,-1 0-9,3 0-2,1 0-5,0 0-3,2 0 0,0 3-2,-2-2 2,5 1 1,-1 2 0,1-1 4,3 1 2,0-1-5,-1 0 2,1-1 0,-3 0-2,0 1 0,-2-2-3,-2 2-2,-2-2-1,1 2-5,-1-3 0,0 2-1,1-1 1,-3 2 0,4-1 3,-1 2-1,3-2 0,-1 1 3,-3 1-2,1-1 4,-4 1-1,4-4 0,-4 2 6,2 1 1,-1-2 1,2 0 3,-4 2 3,2-2 0,3 0 3,-1 0-1,4 0 0,0 1 1,0-1-4,-3 1-2,7 1-2,-6-2-6,-1 2-4,0-3-2,-4 2-2,0-1-1,0 2-2,-3-2 1,2 0-3,0-1-1,-1 0 0,4 0 2,-2 0 1,7 0 0,-1 0-3,2 0 1,3 1 1,2 2-4,-1-2 2,-1 2-2,3-2 0,-1 3-1,-3-2-2,0 1 0,-1 0-1,0-2 2,0 1-1,0-1 2,-2 2 1,-2-3 1,1 2-1,-5-1-2,-1 2 3,-2-2 1,-5 0 1,-2 0-5,-2-1 2,-1 0 0,-2 0-2,0 0 0,-1 0 2,0 0-1,-2 0 0,0 0-1,-3 0 1,-4 0 1,-2 0-2,-1 0-5,-5 0-5,-3 0-5,-1 0-2,0 0 1,0 0 1,0 0 0,0 0 0,0 0 1,0 0 1,0 0 2,0 0 2,0 0 5,0 0 3,0 0-4,0 0 1,0 0 0,0 0 0,0 0 1,0 0 2,0 0 2,0 0 4,0 0 1,0 0 1,0 0 2,0 0 1,0 0 0,0 0-2,0 0 0,0 2-1,0-1 0,-1-1 0,-3 2-3,-2 0-3,-1 2 1,1-1 1,-3 0-2,1-1 1,-1 3 0,1 2-3,4 0 2,-2 2 2,1 0 7,-1 3 7,5 4 6,-5 6 2,1 0 13,1 7 0,-2 4 7,-1 2 4,4 2-1,-3 0 1,6 0-2,0-3-5,-2-4-3,2-4 0,0-5-5,0-5-2,-4-2-2,4-4-2,0-3 3,0-2-2,0-2 1,0-2 2,-2 0 0,0-2-2,2 1-5,0 0 2,0 0 1,0 0-1,0 0-2,0 0-1,0 0 0,0 0-6,0 0-4,0 0 0,0 0-4,0 0-11,0 0-24,-2 0-45,-3 0-124,4-1-334,-9 0-518,1 0 0,-2-4 0</inkml:trace>
  <inkml:trace contextRef="#ctx0" brushRef="#br0" timeOffset="283640.5348">20131 6306 1075,'0'0'73,"0"0"23,0 1 29,0-1 16,0 0 5,0 0 8,0 0 18,0 3 17,0-1 20,0 2-21,0 0-11,0-2-7,0 2-15,0-2-3,0 1 12,-3 2 38,3 1 20,-1 1 8,-5 7-7,1 1-8,1 2-6,-2 4-11,-1 0-8,4 0-11,-2-1-11,3-4-40,1-4-39,1-3-21,-1-4-11,1-2-15,0-1-6,0 1-7,0-2-15,0 0-34,0-1-106,0 0-307,-2-26-628,1 21 0,-2-3 0,2-4 0</inkml:trace>
  <inkml:trace contextRef="#ctx0" brushRef="#br0" timeOffset="284694.2133">20106 6298 382,'3'-3'70,"0"1"43,1 0 41,1 1 37,-1 1 35,2 1 17,2-1 12,1-1 17,-1 1 28,2 0-10,-2 0-11,3 0-30,-1 0-23,1 0-21,0 0-18,1 0 0,1 0-4,1 0-3,1 0-18,3 0-15,0 0-10,2 0-6,0 1-8,5-1-8,2 4-10,-1-1-12,-1-1-7,1 2-7,4-1-9,-3 0-9,2-2-6,2 2-3,-1-1 0,2-2-5,-3 4-2,-1-4 3,2 2-2,1 2-2,-3-2-2,1 1 0,0 1-6,-1-1-3,-2-1-10,2 2 1,-3-1 2,-1-1 1,3 1 0,-3-1 3,1 2-4,-1-1 3,-1 0 6,-2-1-6,-1 0 2,0-1-5,2 2 0,0-2-12,-4 0-2,3 0 0,-6-1 1,-2 0-3,-2 0-12,-4 0 15,0 0 4,-5 0 0,-1 0 1,-1 0 4,0 0 1,0 0 4,0 0 0,0 0 0,0 0 5,0 0-12,0 0-8,0 0 4,0 0-16,0 0 0,0 0-4,0 0-9,0 4 2,0 1-1,0 5 3,2 4-4,-2 2 10,0 5-1,6 3 3,-1 4 6,1 0 9,1 3-3,1-5 3,-1-2 2,0-6-1,-4-5 3,1-3-26,-4-4-54,0-1-50,0 0-207,7-6-931,-7 2 0,-3-1 0,-4-2 0</inkml:trace>
  <inkml:trace contextRef="#ctx0" brushRef="#br0" timeOffset="287435.1439">16705 2368 2207,'0'-3'39,"0"-1"21,0 0 31,0-1 39,0 2 33,0-1 22,0 2 15,0-2-1,0 3-5,0 0-29,0 1-4,-2 0-15,-4 0-16,-4 1-31,-1 2-25,-8 3-15,2 3-5,-2 3 7,-2 5 24,-4 2 22,5 6-3,-2 6 3,3 6-9,4 0-5,4 5-3,5 1-9,3-5-5,2-6-8,1-2-18,4-9-20,-1-5-2,4-6-4,4-6-4,7-2-1,4-6 1,-1-3-1,-2-5-3,-4 0-4,-7-1-11,-6-3-1,-4 2-14,-11 2-12,-8 4 2,-9 3-5,-5 5-15,-3 5-58,11 3-178,14-3-729,9 5 0,11-2 0,18-3 0</inkml:trace>
  <inkml:trace contextRef="#ctx0" brushRef="#br0" timeOffset="288028.0944">17256 2522 2312,'0'14'142,"3"6"11,-1 5 5,4 6 2,-2-7 5,-1-2 3,0-5 2,-2-2 1,2-3-10,-1-4-159,0-4-280,-2-44-418,-1 32 0,-2-4 0,-4-6 0</inkml:trace>
  <inkml:trace contextRef="#ctx0" brushRef="#br0" timeOffset="288275.7783">17209 2447 3020,'0'-15'201,"0"-2"4,0-1 3,0-3-12,0 10-30,0 6-96,1 1-213,-1-9-641,-2 9 0,-4 4 0,0 0 0</inkml:trace>
  <inkml:trace contextRef="#ctx0" brushRef="#br0" timeOffset="288904.4416">17482 2476 1843,'0'1'165,"1"0"21,2 2 4,0-2 14,3-1 29,2 5 35,3 2 15,1 2 11,-1 5 9,0 4-122,-5 1-41,-3 4-16,-3-2 1,0-4-12,0-4-29,0-2-26,0-5-6,0-3-6,0-3-9,0-1-7,0-4-6,3-4-13,-1-1-22,5-6-16,3-1-4,1-1-13,3 2-4,0 4 5,4 3 11,-4 2 19,2 6 11,0 1 16,-1 3 18,-4 6 17,-1 2-3,-7 1-23,-2 4-65,-1-1-121,8-6-291,-8 1-395,0-7 0,0-3 0,0-3 0</inkml:trace>
  <inkml:trace contextRef="#ctx0" brushRef="#br0" timeOffset="289388.1895">17915 2534 3346,'4'6'23,"3"2"22,1 6 10,-2 5 10,-1 6 5,-5 4 2,0 2 9,0 0 7,2 0 6,-1-7-11,2-4-7,-2-5-18,0-5 6,-1-4 4,0-4-1,0-1-4,0-4-13,-1-6-6,-4-4-8,-2-7-10,-4-9-6,-2-4-7,1-3-13,2-1-12,3 1 3,4 6 0,3 8 4,6 3-2,2 7 4,3 6 9,3 6 0,1-3 1,0 6-13,-2 3-23,-6 2-15,-3 6-12,-2 4-19,-4 0-50,-4 3-92,1-3-142,2-10-375,-5 3 0,4-3 0</inkml:trace>
  <inkml:trace contextRef="#ctx0" brushRef="#br0" timeOffset="289751.4307">18063 2615 3342,'3'5'126,"0"6"8,2 0 3,3 2 6,-2-2 6,5-2 10,5-5-1,3-2-16,3-4-16,2-3-115,-2-3-12,0-3-6,-8-1-4,0 2-8,-9 0-8,-1 7-3,1 2 11,-4 3 26,3 5 22,2 3 3,0 4 5,3 3-1,-2-2-22,3 0-50,9-5-259,-12-5-572,1-5 0,0-6 0,0-7 0</inkml:trace>
  <inkml:trace contextRef="#ctx0" brushRef="#br0" timeOffset="290030.8179">18454 2335 4317,'3'0'47,"5"0"29,3 3 14,2 6 4,-2 9 8,-4 9 7,-1 13 0,-8 6-1,-2 6-1,0-2-27,-2-3-20,3-8-56,-2-8-44,2-7-105,3-8-285,-4-8-507,0-5 0,1-6 0,-4-9 0</inkml:trace>
  <inkml:trace contextRef="#ctx0" brushRef="#br0" timeOffset="290287.1294">18486 2583 5063,'14'-3'27,"11"1"-5,11 0-66,12 1-270,5-43-636,-7 37 0,-7 1 0,-13 0 0</inkml:trace>
  <inkml:trace contextRef="#ctx0" brushRef="#br0" timeOffset="291396.1505">16238 3000 3454,'2'-3'47,"-1"1"5,4-1 4,1-1 11,0 2 13,4 1 8,3-1 3,2 2 13,3 0 9,7 0-28,3 0 7,8 0 4,12 0 3,4 0-2,9 0-6,5-1-10,8 1 1,2 0-9,1-1-7,2 1-8,1 0-6,-1 0 2,-4 0-4,-2 0-6,0 0-1,-1 0 4,2-2 3,3-1-4,6 0-2,3-3-4,6 1-7,-1-2-7,2 2-4,-5-3-1,-1 2-2,3-1 2,0 2 1,-1 1 6,1-1 5,-2 0 3,-1 1 0,-3 1-1,-5-3-1,-11 1 1,-8 1-3,-14-2-10,-12 2-13,-13 0-26,-10 3-49,-5-1-173,-5 1-321,-2 1-464,-10-3 0,-5 3 0,3-2 0</inkml:trace>
  <inkml:trace contextRef="#ctx0" brushRef="#br0" timeOffset="295262.0147">16744 3326 1784,'0'0'109,"0"0"33,3 0 36,-3 0 28,0-1 35,0 1 47,0-2 38,0 0 26,0-3 21,0 3-73,0-2-21,0 0-25,0-1-30,0 1-28,0 0-35,0-1-44,3 1-37,2-1-26,1 2-18,5-2-10,0 3-4,0 0-9,2 2-6,-1 0 2,-1 0-3,-1 2-1,-2 2-7,-2 2 1,-2 3-4,-1 0-3,-3 3-2,0 0 1,0 2-2,-3 0-3,-1 1 6,-5 1-4,-3 3 7,-6 0-2,-3 2 5,2 2 1,-4-1 2,1 0 1,-1-1-1,3-1 2,1-2 0,1-4 0,6-2 1,2-3 2,1 1-2,4-8 1,3 2 1,-4-1 1,6-3 2,-2 0 1,2 0-5,0 0 3,0 0-1,2 0 0,-2 1 0,0 0 5,0-1-4,6 0 9,3 0 3,8 0 6,6 0 4,9 1 1,0 1-2,7 1-9,-6 1-26,-4 0-66,-4 4-203,-3-12-851,-8 8 0,-3-4 0,1-1 0</inkml:trace>
  <inkml:trace contextRef="#ctx0" brushRef="#br0" timeOffset="296329.1493">17209 3073 655,'0'0'121,"1"0"55,-1 0 47,0 0 52,2 0 51,-2 0 31,0 0 30,0-2 13,0 2 1,1 0-69,-1 0-56,0 0-52,-1 0-40,-3 0-48,-2 0-46,0 4-25,-5-1-23,0 4 1,0 2 16,0 3 13,-3 4 6,0 1 9,3 0-1,1 4-1,4 0-3,0 1-2,5-2-8,1-3-12,0-1-17,0-4-6,5-2 2,3-5-10,6-3-1,3 0-4,8-5 2,-6-2-3,-1-1 0,-1-3-7,-9-1-9,-2 0-14,-6-3-14,-3 6-6,-9 0-5,-4 1 0,-6 5-12,-6 0-31,-1 2-54,7 3-187,9-10-701,8 8 0,4 0 0,12 0 0</inkml:trace>
  <inkml:trace contextRef="#ctx0" brushRef="#br0" timeOffset="297385.4878">17413 3450 884,'-3'0'107,"3"0"57,-3 2 69,2-1 49,1-2 32,0 2 14,0-1 17,1 0 16,-1 0 12,-1 0-59,1 0-21,0 0-45,0 0-62,0 0-52,0 0-22,1 0 0,2 0-1,4 1-9,1 1-8,5 1-5,9-1-14,0 2-10,6 0-3,1-2 2,0 0-10,-4 0-12,-4-1-18,-4 2-14,-7-1-22,-1-1-48,-5 2-83,-2-2-110,6-1-286,-7-1-376,2 0 0,-2-3 0</inkml:trace>
  <inkml:trace contextRef="#ctx0" brushRef="#br0" timeOffset="297793.72">17680 3314 1290,'0'0'64,"0"2"47,0 2 43,0 1 43,0 2 34,3 4 30,7 1 27,-3 1 35,11 1 17,1 5-15,2 1-30,-3 1-44,-7 3-41,-5 4-41,-2-3-32,-11 1-28,-3-1-26,-12-1-89,-3-2-155,-4-5-301,-11 0-379,-1-4 0,4-4 0,5-3 0</inkml:trace>
  <inkml:trace contextRef="#ctx0" brushRef="#br0" timeOffset="303911.5212">18418 3235 2888,'0'-1'104,"0"-1"29,3 1 28,-3-1 26,1-1 24,2-1 21,0 1 22,0 0 18,-2 0 12,2 2-60,-3 0-29,0 0-29,0-1-29,0 2-25,0-1-31,0 1-20,0 0-20,-3 0-16,-1 0-11,0 0-12,-5 3-3,0 0 2,-4 3 4,-2 1 0,0 2 5,-1 4 0,0 2 6,-4 3-2,1 6 1,-3 2 2,1 4-3,4 1 0,-1 3-5,6-4 1,6-1-1,1-1-3,4-6-4,1-3-1,2-3-1,5-5 2,1-6 4,6 0 2,6-5 1,5-2-1,-2-4-1,-2-2 0,-3-2-2,-4-1-7,-6 0-7,-5 1-5,-5-1-11,-5 0 2,-6 1 2,-8 0 2,-3 0-1,-5 0-12,4 4-45,2 1-120,13 1-228,-1-21-600,7 20 0,8-2 0,7-2 0</inkml:trace>
  <inkml:trace contextRef="#ctx0" brushRef="#br0" timeOffset="304651.905">18575 3184 2108,'0'0'134,"1"0"18,-1 0 11,2 0 14,-2 0 31,0 0 37,0 2 22,-2 3 25,-2 4 19,-4 4-97,1 9-7,-3 4-12,2 1-7,5 1-4,3-1-30,0-4-33,6-3-17,3-4-20,4-4-20,5-5-17,6-3-13,2-3-12,1-1-9,1-5-12,-1-1-7,-5-3-11,-4-3-7,-6 1-6,-5 4 2,-3-1-8,-2 5 5,-2 0 14,0 6 19,0 2 12,0 7 16,-2 7 12,2 5 6,0 4 2,0 1-3,0-4-4,3-2-54,4-6-398,-6-7-662,3-5 0,-3-10 0,-1-9 0</inkml:trace>
  <inkml:trace contextRef="#ctx0" brushRef="#br0" timeOffset="306466.239">18697 3014 1308,'0'0'109,"0"0"29,0 2 26,0-4 23,0 1 25,0 0 24,-1 0 10,-4-4 12,1 1 13,-3-3-49,0 2-20,-2-3-23,-1 2 1,-1-1-20,-1 0-20,-1 2-16,-5-2 3,0 2-2,0-1-7,-2 1-23,4 1-10,-1 2-5,1 0-26,0 0 1,1 2-4,0 0-9,1 0-9,-6 0-11,5 0-4,-3 3-6,-5-1-1,0 3 1,1-1 3,-1 1 2,-1 0-1,2 0 2,4 2 1,-2-1 3,3-1-2,2 4 3,2-1 2,-1 1 1,0 1 0,0-1-6,1-1 1,-3 2-1,1 2 0,-2 1 0,0-1 2,1 2 3,0 2-2,0 1 0,-2-2-3,3 4 0,-1-2-1,5 1 1,-1-1 0,2 0-1,2-1 2,1 0-2,0-2 0,1 2-3,1-2 3,-1 2 2,2-1 1,0 1-2,-3 4 3,-1-2-2,2 4-3,-4 3 3,1-4 9,3 4 9,-1-3 7,6 1-5,-1 0 9,1-4 10,1-1 3,0 1 7,0-3 3,1 2-7,1 1-3,4 0-6,0-2-8,0 3 10,3 0-7,1-1-9,-4 1-7,3-3-2,0 0-13,-1-1-2,0-1-7,4-4-1,0 2-2,4-2-4,1 1 19,5-2-4,2 0 1,1 0 1,0 2 10,3 0 16,-2 0 1,2-1 0,-1 0-3,3-1 0,-5-2-20,1-1-4,0-3 9,1 0-6,3-2-10,0 0 4,8-2-5,-2 2 13,7-2 4,1 0 3,1-2 0,-2 2 4,-2-1 0,-3-1 1,-2-1 3,-5-1-9,3-3 6,-6-1-14,1 0-6,-1-5 0,1 2-4,0-5 8,-1-1-8,5-1 0,4-2-1,0-3-4,-3 1-13,-2-1-9,-6 2-5,-4-4-23,-6 2-5,-6 0-6,-2-3-4,-1-3 2,-5-4 3,0 0-2,-2-2 14,0 2 9,0 0 11,0 2 15,0 2 5,0 1-10,0 4 5,-1 2-6,-2 0-7,-5 0 3,-1 1-4,-9-3 4,-4-1-3,-2-4 1,-3 4-5,-2-2 12,-3 4-2,-1-1 6,-5 1 3,-6 4-5,1 4-11,-2 1-20,2 5-44,-1 4-57,1 2-40,-4 4-82,5 3-204,-4-8-792,7 11 0,5-1 0,1 0 0</inkml:trace>
  <inkml:trace contextRef="#ctx0" brushRef="#br1" timeOffset="346084.9841">1982 2705 1570,'0'0'105,"2"0"4,-1 0 14,2 0 21,2 0 23,1 0 20,-2 0 15,0 0 15,0 0 22,-3 0-66,1 0 9,-1-1 12,3 1 12,-2-1-13,5 0-20,-2-1-15,4 1-15,-1-2-12,5 2-21,-5 0-20,4 0-25,-2 1-17,2 0-23,-2 0-9,0 0-2,3-1-3,4-1 3,0 2-6,4-2 2,1 1-2,6-1 0,-2 1-2,2-2 1,1 3-1,0-1 1,-4 0-1,3 0-5,-2-3 5,1 2-7,-1-1 4,0 0-2,-2 2 2,1-1-1,-3 2 0,-4 0 0,2-2 0,-4 2 1,-1 0-2,2 0 5,-3 0-4,1 0 2,2 0-1,1 0 1,4 0-1,-1 0 0,2 0-2,1 0 2,-3 0 1,2 0-2,-2 0-1,3 0 1,-6 0-2,1 2 1,0-2 2,1 2-4,1-2 7,1 1-3,3-1-2,-1 0 1,-1 3 2,4-3-1,-4 3 2,-2-3-4,4 2-1,0-1 2,0 2-3,0-2 1,0 0 0,0 1 3,-2 0-1,-4 0-1,1-1 2,-6 1-1,1-1-1,-2 1 2,-1-1-1,3 0 1,1-1-2,3 0 1,1 0-1,3 0 0,-4 0 2,1 0-2,-2 1 3,-6 0-4,-6 0 0,0 1-2,-2-1-1,-4-1-6,1 0-7,-1 0-27,0 2-89,2-2-125,-4 0-77,4 0-106,-5-5-352,-1 5 0,-1 0 0,0 3 0</inkml:trace>
  <inkml:trace contextRef="#ctx0" brushRef="#br1" timeOffset="348694.2028">2081 13269 1009,'0'0'87,"0"0"39,1 0 34,-1 0 32,1 0 43,-1 0 24,0 0 21,3 0 16,-3 0 8,0 0-59,0 0-27,0 0-35,2 0-29,3 0-27,0 0-39,8 0-22,-1 0-16,4 0-15,3 0-3,3 0 0,5 1 1,0 0-2,4 0-6,1 3-14,1-1-3,0-1-4,2 2-5,1 1-4,2-2-8,0 1-8,0-1-3,3 0-4,-3 0-11,2-1 2,0 1-2,2-1 0,-2 0-2,4-1 4,1 0 5,-1-1 3,3 1 3,-2-1 4,-1 0 11,-2 0 4,1 0-1,0 0 0,-4 0 2,1 0-3,0 0 0,-3 0-1,-2 0 0,3 0 0,-4 0 1,3 0 1,-3 0 5,1 0 1,1 0-3,-2 0-4,0 0 2,2 0 3,-1 0 0,-1 0 1,3 2-1,1-1 1,-1-1-1,-2 0 1,5 2 3,-2-2 5,3 0-1,-2 0-1,2 0 0,-1 0 0,3 0 0,-3 0-1,7 0-1,2 0 2,-1 0-1,4 0-2,0 0 0,1-2-1,-2 2 2,4 0-2,-2 0 3,3 0-1,2-1 2,-2 1-3,2 0 1,2 0 4,-2-2 0,-1 1 9,-3 0 2,-4 0 9,-8-1 0,-5 1 1,-10-2-4,-5 3-20,-6-1-36,-7 1-84,-3-2-131,-4-9-446,-2 4 0,-2-2 0</inkml:trace>
  <inkml:trace contextRef="#ctx0" brushRef="#br1" timeOffset="354193.728">4581 2021 1113,'0'0'89,"0"0"26,0 0 36,0 0 32,0 0 29,0 0 25,0 0 21,0 0 20,0 0 19,0 0-53,0-3-11,0 2-16,0-1-26,0 2-29,0-3-29,0 0-19,-3 1-19,-2-2-21,1 1-21,-5 0-12,1 1-13,-3 2-10,-1 0-10,-1 0-1,2 0-4,0 0-5,1 0-2,-2 0-1,2 0 2,2 0-1,-2 2 3,0 2-1,0 1 1,2 1-1,-3-1 4,0 1-1,2-1-1,1-1 0,0 3-1,1-1 1,0 0 1,3 2-2,-3 0 0,-1-1-2,-1 2 1,0 2 0,1 0 4,2 0 0,-3 0-2,4-1 1,1-1-2,-2-1 0,3 1 0,-1-2 2,1 0-2,-2 1 3,2-1-2,2 2 4,-2 0 1,0 2 2,3 2-3,-4 0 2,1 1 1,-2 2 1,2-1 2,0 0-5,-1-1 1,1 0-10,2-2 4,1 0 0,-3-1 4,3 0 1,0 0 8,3-1-1,-3 3 2,0-2 7,0 2 1,-3 1 8,3 2 2,-3-1-3,1 2-2,-1-4 0,1 0-8,0 0 1,-1-3-1,3 0 0,0-1-1,0-1 2,0 0-4,0 0-2,0-1 2,0 3-6,0-4-1,0 2-6,0 1 0,0-3-4,0 2-6,3-1-3,-1-2 4,3 2 3,0-1 3,2 0 1,3 0 7,-2-1-1,2-1 3,-3 2 3,4-2 4,-4 1 0,2 0-1,0-2 0,-1 2-2,3 2 3,-4-4-4,0 3 3,4-3-6,-5-1-1,5 1-2,-3 0 1,2 0-4,0-1-6,2 1 3,2-1 0,1-2-3,0 3 3,2-3 4,1 1-1,0 0 0,1 0 0,-1-1-1,-1 3 4,-1-3-1,-3 1-2,2-1 2,-5 1-2,4-1 0,-3 0-1,2 0 0,-1-1 4,5 1-2,2 0-1,-1 0-1,6-1 1,-2 1 1,3-1 0,-1-1 0,-1 1 1,-2 1 0,0-1-3,-8 1 3,1 0 0,-4 0 0,-2 0-1,1 0 1,1 0-4,-4 0 2,1 0-2,5 0 3,-2 0-2,0 0 0,3 0 2,-1 0-3,5 0 0,-3 1 0,2 2 2,-3-1 0,1 3-2,-3-1-1,0-2 0,0 0 0,-4 4 2,4-5-2,-4 1 2,3 1-1,1-2 3,2 1-1,2 1 0,3-2 2,-1 1 0,3-2 1,-1 1-5,4-1 4,-5-1 0,1 1 0,-5 0-2,-3 0-2,-4 0 3,-1 0 0,-4 0-1,3 0-2,-1 0 3,0 0-2,3 0 1,3 0-2,0 0-1,3 0 2,1 1-1,-2 1-2,4-1 3,-2 2-2,-4-1 1,3-1 0,-3 1 0,1-1-2,1 2 2,1-1 0,2-1-1,2 1-2,-1-1-1,4 0 6,1-1-3,1 0 2,1 2-1,1-2 0,1 1-2,-4-1 3,-2 0 1,2 0 0,1 0 0,-2 0-5,0 0 3,1 0-3,-2 0 1,2 0 2,0 0 1,0 0-3,2-1 0,-2-1 3,-1 2 0,-2-2 1,0-1-1,0 0 1,-4-1-1,0 1-1,-2 1 3,-4-1 1,1-2-2,-4 4-1,1-2 1,-2 1 2,-1-1-2,0 3 1,1-1-1,-4-1-1,2 1-1,4-2-2,-2 2 0,4-3 1,2 2-4,2-2-2,3 0-2,-3 2-4,3-1 2,-2 1-1,-3 1-3,2-2 1,-5 3 1,1-2-1,-2 2 3,-2-2 0,0 2 2,2-1 2,2 1-1,3 0 4,3 0-1,0 0 1,4 0-1,-6 0 1,5 0 0,-3 0-1,0 0 1,-3 0 3,0 0-2,-4 0-1,-2 0 6,1 0-3,-2 0 1,-1 0-1,2 0 2,-1 0 1,-1 0 0,2 0-2,1 0-1,0 0 2,5 0-3,0 0 1,3 0 1,-2 0-2,2 0 1,-3 0-1,3 0-1,-4 0 2,0 0 2,2 0-3,-5 0 1,1 0-1,1 0-1,-2 0 4,0 0 0,-2 0 1,5 0 1,0 0-1,5 0-1,2 0 3,0 0-3,3 0 3,-2 0 1,-1 0-5,1 0-8,-4 1 2,-3 1 2,-3 0 1,-1 1-1,-3-1 0,-1-1 2,1 1-1,-1-2-2,1 0 6,2 1 5,-1-1-4,5 1 1,-2-1-2,0 2 0,2 0 1,-1 0 0,-1-1-4,1 1 2,-2 0-2,0-2 2,2 0-1,-3 0 0,0 2 4,2-2 0,-2 0 0,1 0-2,3 0 7,-5 0-4,5 0 2,-4 0 1,-1 0 3,3-2-1,-2 2-2,-2-1-2,4-3 3,1 0 0,-2 1-3,-2-1 1,5-1 0,-3 1-3,4-1-1,-6 0-3,1-2-2,-1 2-1,-1-2-4,-2 2 1,1-2 4,-2-3 5,-1 0 0,2-4 4,-1 1 3,2-1 2,0-2 1,-1 0 4,4 0 1,-2 1 1,0-2-3,2 2-7,-5-1-6,2 2-6,-3-5 2,1 2-4,-1-4-2,2-2-2,-4-1 3,2-1-2,2 0 1,-2 1 2,0 1 6,-2-1 0,1 1-2,-2 1 2,-1 2 2,-5-3 3,3 3-4,-1-2-2,1-1 0,-1 1-5,0 0-6,-1 2 5,-2 1-5,-2 3-3,-1-2 3,-2 3-5,-4 2 2,-2 1 3,0 1-1,-4 1 2,-4 1 7,0 0-4,1 0 4,-3 1 3,4 1 0,-1 2-1,2 1-1,-3 2 0,0-3-1,-5 1 2,-2 1 0,-3 2-1,-4-1 2,-8 1-3,1-2-3,-8 3 3,-3-2-1,-7-2 2,-1 0-2,-5 1 1,2-2-4,3 0 2,3 1 1,9 3 0,2-1 3,1 2-1,2 2 1,0 1-1,-2 1-1,-1 4-3,-1 1-2,-5 2-5,-1-1-3,-8 2 1,2-3-1,-8-1-1,4 0 2,1-1 0,2-2 1,11 1 5,3-1 3,9 1 8,5 0-2,12 1-3,4-1-17,8 2-72,2 0-113,4 3-168,11-5-587,-7 6 0,-4-4 0,4-1 0</inkml:trace>
  <inkml:trace contextRef="#ctx0" brushRef="#br1" timeOffset="356357.8158">7703 2810 1814,'0'0'105,"0"0"9,1-1 31,-1-2 22,3 2 29,-3-2 20,4 0 33,-1-2 28,3 1 11,-1-2-90,2 3-6,0-1-5,7 0-25,1 1-20,3 1-28,6 0-20,2 2-32,2-2-28,3 2-11,-1 4-7,-1 1-5,-1 3-6,-5 1-6,0 4-1,-2 1 0,2 1-2,-4 2-1,4-1 1,-1 5-1,3 1 1,-2 1-2,1 4 5,-1 0 2,6 0 1,-6-1 1,3 2 0,1-3 2,1 4 1,-3-3-1,2-1 5,-2 0 2,-3-2-7,-5-4-14,-4 0-2,-4-4-6,-2-1-11,-4-3-7,-1 1-6,-2-5-4,2-1-8,-2 0 5,0-2 10,-2 0 15,0 0 2,-5-3 9,-2 1 14,-3 0 6,-3 0 5,-2 0 8,-4 0 7,-1-1-2,-3 0-3,0-1 0,1 0 6,1 0 2,2-2 7,0 0 9,6-3 22,1-1 14,3-2 4,7 0-3,1 2-9,2 0-3,1 1-7,0 0-6,1 1-10,2 2-8,1 1-24,3 1-25,7 3-12,1 5-19,4 2-41,-3 2-41,0 6-45,1-1-37,-2-2-26,2-3 0,-1-6-2,1-1 13,-2-5 9,2 0 28,-3-2 56,-2-2 74,2-3 55,-3-3 58,0-5 45,-1 1 23,0-2 18,-5 1 9,1 1 9,-6 2-8,3 1-12,-3 1-47,1 5-61,2 2-143,0-1-186,0-15-538,-2 15 0,0 1 0,-1 0 0</inkml:trace>
  <inkml:trace contextRef="#ctx0" brushRef="#br1" timeOffset="357605.7699">8634 3030 1413,'0'0'25,"0"0"17,0 0 42,0 1 44,0-1 35,4 0 26,-4 2 20,0-1 19,1 2 33,-1 3 19,0 3 32,-1 6-4,-5 5-36,-6 6-36,-2 5-32,-3 4-48,-1 0-75,3 1-145,5-5-205,1-22-582,-1 17 0,7-2 0,-5-2 0</inkml:trace>
  <inkml:trace contextRef="#ctx0" brushRef="#br1" timeOffset="358061.7348">8507 3663 2872,'-2'-2'61,"-1"0"3,-6 4 11,-3 2 18,2 3 20,1 5 5,0 1-2,4 5-3,4-2-3,0-2-55,7-3 19,5-6 16,7-3-4,6-7-14,2-5-16,1-3 3,-4-4-7,-12-4 4,-5 2 3,-5-2-15,-9-1-12,-8 2-14,-3 3-5,-9 3-7,2 7-2,-3 4-50,8 4-69,8 2-145,8-1-108,5-23-376,7 18 0,11-4 0,0-4 0</inkml:trace>
  <inkml:trace contextRef="#ctx0" brushRef="#br1" timeOffset="358492.4357">8674 3394 3266,'0'0'36,"-2"0"30,0 5 49,-1 5 41,2 6 17,-1 9 12,2 7 6,0 8 13,2-3 3,-1 4-6,4-6-24,-2-5-28,3-5-51,-5-4-76,2-7-132,1-2-174,-4-12-686,0 0 0,0-4 0,0-4 0</inkml:trace>
  <inkml:trace contextRef="#ctx0" brushRef="#br1" timeOffset="358991.5698">8821 3498 1400,'0'3'88,"4"2"54,-3 2 28,4 7 41,-1 2 32,0 9 19,-4 3 7,4 4 7,-4 1 7,1-2-35,0-5-44,2-4-49,-1-8-9,-2-5-29,4-5-27,-4-3-18,4-3-8,-1-4-7,0-5-10,-3-1-7,3-9-15,-3-2-8,0-4-15,0-2-12,0-1-8,0 3-4,1 3-11,2 1-8,1 2-7,7 3 6,4 3 11,2 1 4,2 3 2,2 3 2,0 3 5,-3 3 1,-3 3 6,-8 6 17,-1 3 16,-6 3-3,-7 4-11,-3 2-47,-7-1-112,1-6-224,-12-1-375,-1-5 0,0-9 0,7-7 0</inkml:trace>
  <inkml:trace contextRef="#ctx0" brushRef="#br1" timeOffset="361193.0717">8334 2778 679,'1'0'69,"3"0"11,2 0 21,-2 0 16,2 0 11,5 0 6,-3 0 20,2 0 28,1 0 20,0 0-29,-1 0-21,2-1-4,1 1-14,2-2-9,-1 2-6,0 0 6,4 3-8,1 0-19,1 3-13,3 1-3,2 3-2,0-1 0,3-1-2,-3-1-4,3-1 0,-1-2 1,4-3-2,-3-1-4,5 0-2,1-1-20,1-2-10,3 1-6,-3-3-5,0 0-2,-1-1-7,-4-1-11,-6 2-12,-2 2-4,-5 1-6,-1 1 24,0 1 30,3 1 16,3 2 12,6 0 11,1 2 7,7 1 3,3 0 5,1-4 3,2 2 2,-1-3-15,2 1-30,-1-2-16,1 0-12,-3-2-12,-3 2-5,-6 0-5,-2 0-4,-3 2-5,-3-1-1,-3 4 2,3-2 10,0 5-4,5-3 6,4 1 2,6-1 0,3-3-19,3-2-18,5 2-45,1-4-9,2 2-4,0-2-11,-2 0 1,-2-3-6,-3 0-4,-5-2 4,-1 2 22,-7 3 22,-5 0 57,0 0 30,-5 2 20,0 0 21,3 0 18,3 0 9,1 0 7,2 0 2,3 0 1,4 0-9,1 0-17,2 0-35,-1-2-20,2 1-24,-4-3-17,-1 1-10,-4-2-9,-1 2-5,-4-1-9,-3 2 8,-3 1 2,-4 1 18,-2 1 9,0 0 27,1 2 15,3 2 8,3-2 2,3-1-1,1 0-6,6-1-35,2-1-40,4-1-37,0-1-32,0 2-31,-4-4-18,-2 1-7,-8-3 0,-3 3 6,-4-1 28,-5 2 43,-4-1 64,-3 3 53,2 2 53,-4 0 61,5 0 33,4 3 16,5-1 8,6 1 1,4-2-15,8-1-8,2-2-22,2-1-23,4-3-27,-1-1-47,-3 0-34,-5-3-16,-2-1-10,-8-1-22,-8 1-76,-7 3-168,-8-1-182,-10 4-455,-9 1 0,-6 2 0,-9 0 0</inkml:trace>
  <inkml:trace contextRef="#ctx0" brushRef="#br1" timeOffset="361828.1151">11051 3126 2216,'4'-4'131,"-2"0"23,0-1 28,0 1 30,2 0 22,-4 2 1,2 0 37,1 2 41,3 4 25,-3 6-95,1 5 2,0 8-23,-3 8-24,-1-2-26,3 2-20,-6-4 0,6-5-35,-3-6-39,0-8-38,2-2-57,-1-4-192,2-2-254,-2-5-580,-1-6 0,-5-6 0,0-8 0</inkml:trace>
  <inkml:trace contextRef="#ctx0" brushRef="#br1" timeOffset="362253.1976">11067 3024 3874,'3'-11'122,"0"-2"3,4-4 2,4 0 3,-5 5-14,1 5-158,-5 3-87,5-1-180,-4 4-493,-3 2 0,-4 3 0,3-1 0</inkml:trace>
  <inkml:trace contextRef="#ctx0" brushRef="#br1" timeOffset="363648.8661">11284 3163 1619,'0'0'111,"0"0"29,0 0 25,0 0 16,0-3 16,3 1 20,-2 0 26,2-1 18,-2-2 26,4 1-66,0 2-17,-3-1-24,3 0-17,0 0-14,1 2-15,-3-1-18,1 0-24,-3 2-16,1-1-26,-2 0-12,0 0-13,0 1-2,0-2-3,0 1 1,0 1-1,0 0-2,0 0-1,0 0-2,0 0 0,0 0 1,0 0 2,0 0-4,1-2-5,0 2 0,1-1-2,-2-1 0,4-2 1,-4 2-3,1 0-2,0-2-9,-1 0-1,0 1-2,1-3 0,-1-1 0,3-2 3,-3 3 1,0-3-2,0 0 2,0 0 3,0 0 6,0 2 0,0-1 3,0 1 1,0 1-1,1-2-2,-1 2-1,0 0 2,1-1 2,0-1-4,1 1 4,1 1 1,-2-2-1,1 3-2,-1-2-2,-1 3 1,0-1-3,1 3 3,-1-1-5,0 3-3,0 0-5,0 0-4,0-2 2,0 6 10,0 3 8,0 5 12,2 10 13,-2 8 14,0 10 11,-2 6 12,0 4 5,-1 1 5,-2-1 5,-1-6-2,4-6-4,1-5-7,1-9-12,0-8-13,0-6-7,1-3 7,-1-4-19,0-2-38,0-1-73,0 0-200,20-5-852,-22-1 0,1-1 0,2-7 0</inkml:trace>
  <inkml:trace contextRef="#ctx0" brushRef="#br1" timeOffset="364145.453">11538 3160 3228,'1'5'63,"-1"6"25,0 4 36,2 7 17,-4 5 14,-2 4 8,0 0 1,-3-2 8,0-4 5,4-5-6,0-8-3,3-6-15,-2-3-32,2-3-18,0-7-20,0-1-12,-3-4-8,3-9-18,0-8-16,0-3-39,0-6-63,3-4-24,2 3-8,1 0-8,2 6-2,6 9-8,0 5 13,-2 4 13,-1 9 23,1 3 33,-1 3 29,-3 3 16,-4 6 8,1 5 14,-3 1-12,-2 6-25,-6 4-74,4 0-115,-1-7-152,-5-15-432,2 10 0,3-5 0</inkml:trace>
  <inkml:trace contextRef="#ctx0" brushRef="#br1" timeOffset="364604.0474">11858 3198 3448,'3'0'166,"-3"0"-14,0 0-5,0-2 2,-3 4 7,-1 4 9,-7 2-2,1 7-4,-2 6-16,2 4-159,0 3-9,9 0 19,2-1 20,9-5 17,-6-1 7,2-5-10,-2-2-8,-3-4-23,-4-1-99,2-4-336,-25-2-439,-14-2 0,-16-8 0,-13-4 0</inkml:trace>
  <inkml:trace contextRef="#ctx0" brushRef="#br1" timeOffset="366847.9578">1763 3474 677,'0'-3'26,"-3"1"31,2 1 24,-2-1 22,3 2 17,0 0 14,0 0 17,0 0 21,0 0 22,0 0 12,0 0 22,0 0-4,0 0-4,0-1-6,0 1 3,0-2 4,0 1 7,0-1 0,0 1-2,0-2-19,0 2-17,0-1-24,0-1-18,0 1-12,0 0-19,2 0-22,-2-1-24,2 1-16,4 1-21,1-2-12,5 0-5,5 3-2,2-3-1,1 3-6,3 0 4,2 0 4,3-2 3,5 2-4,2 0 1,4 0-2,2 0 0,1 0-2,1 0-4,1 0 6,2 0-4,0 0 2,0 0-6,2 0 2,-2 2 0,-4-2-3,-5 3-1,-5-1 0,-2-1 2,0 2-4,-3-3 3,1 1-3,-7-1 2,-5 0-1,-3 0 2,-6 0 1,-2 0 5,-3 0 12,-2 0 12,0 0 3,0 0 2,0 0 7,0 0 6,0 0-1,0 0-4,0 0 1,0 0-11,0 0-36,0 0-47,0 0-115,0 1-187,2-2-227,-4 1-378,-7 1 0,4-1 0,-1 0 0</inkml:trace>
  <inkml:trace contextRef="#ctx0" brushRef="#br1" timeOffset="368545.8392">3354 3528 1350,'0'0'68,"3"0"18,-1 0 28,1 0 35,0-1 25,1 1 22,2-3 23,-2 3 13,1-2 10,1 0-48,-2 1-4,3 1-7,4 0-18,3 0-23,4 0-16,7 0-12,4 0-18,7 0-10,3 0-5,1 0-8,2 0-9,-1 1-12,-5-1-19,-4 2-32,-7-2-31,-7 2-18,-8-2-16,-6 3-18,-1-1 0,-3-1 0,0 1-12,0-2-77,0 0-78,12-2-168,-9 1-205,3 1 0,6 0 0,5-1 0</inkml:trace>
  <inkml:trace contextRef="#ctx0" brushRef="#br1" timeOffset="369119.6697">4280 3586 1539,'0'3'51,"0"-2"6,0 0 10,3 2 28,-3-1 27,0 0 38,4-1 23,-1 0 10,7-1 11,0 2-21,5-2 19,2 2 12,6-2 4,2 0-14,3 0-14,6 0-28,1 0-16,5-2-5,-5 0-11,-3 1-24,-6 0-22,-6-1-17,-11 2-8,-6 0-18,-2 0-18,-1-1-15,0 1-51,0 0-137,0 0-119,22-4-566,-20 4 0,4-2 0,0-3 0</inkml:trace>
  <inkml:trace contextRef="#ctx0" brushRef="#br1" timeOffset="369889.96">5055 3653 1504,'0'2'99,"0"1"51,0-2 49,0 3 42,0-4 20,0 0 10,2 0 7,2 0 20,6 0 23,6 0-35,6 0-22,12 0-34,3-2-41,-1 0-42,3 0-18,0-1-7,-7 1-8,-10 0-43,-4 1-48,-8 0-39,-6 0-66,-4 1-85,0 0-61,0 0-44,3 0-107,5-5-431,-5 3 0,1 1 0,6 0 0</inkml:trace>
  <inkml:trace contextRef="#ctx0" brushRef="#br1" timeOffset="370491.9776">5749 3648 1373,'0'0'93,"0"0"27,0 0 34,0 0 48,0 1 40,0-1 20,0 0 20,1 0 30,7 0 39,6 0-53,7 0-2,11 0-16,7-1-20,8 1-42,0-4-38,1 0-16,-3 1-17,-7-1-32,-12-1-40,-11 4-23,-5 1-28,-7-1-40,-3 1-68,0 0-18,0 0-38,0 0-57,0 0-80,0 0-150,0-14-424,0 12 0,0 2 0,7-3 0</inkml:trace>
  <inkml:trace contextRef="#ctx0" brushRef="#br1" timeOffset="371048.0003">6484 3638 1769,'0'1'8,"0"2"43,0 2 67,6 0 66,3-3 38,5 1 40,7-2 31,8-1 16,-1-1 5,5-2 15,-1 2-6,-4 0-42,-5-4-62,-6 1-64,-2 0-55,-9 3-95,-2 0-93,-2 0-97,0 2-108,5-3-173,0 0-316,0 0 0,1-1 0</inkml:trace>
  <inkml:trace contextRef="#ctx0" brushRef="#br1" timeOffset="371644.4208">7162 3591 2397,'0'2'105,"0"-1"29,0 0 39,3 0 47,8-1 42,6-1 23,10 1 20,12-2 1,3-2 4,3 1-84,-4-2-19,-8 1-33,-12 1-55,-7 1-72,-9 0-145,-5 1-93,0 0-56,-5 1-73,1 0-117,-9-11-358,-2 10 0,1 1 0,1-2 0</inkml:trace>
  <inkml:trace contextRef="#ctx0" brushRef="#br1" timeOffset="379417.7353">2074 4261 144,'0'-4'42,"0"2"23,0 0 14,1 0 17,-1 1 30,3 1 20,-2 0 14,1 0 9,3 0 14,-3 0-14,0 0-8,1 0-16,2 0-13,-3 0-2,5 0-16,1 0 3,6 0 2,4 0-5,7 0-10,7 1-7,7 1-13,2 0-6,7 0 0,3 4-16,0-2-19,0 1-22,-1 1-20,-2-3-6,-4 1-8,0-1-14,-6-1-6,-4 1-5,-3-2-8,-5 1 4,-6 0 6,-1-2-1,-5 0 12,-3 0 10,-5 0 10,-1 0 14,-2 0 11,0 0-5,-2-2-50,5 0-93,6-4-125,-6 3-204,5 1 0,4-2 0</inkml:trace>
  <inkml:trace contextRef="#ctx0" brushRef="#br1" timeOffset="380214.5295">3640 4347 1043,'0'0'2,"0"0"-3,0 0 9,0 0 16,0 0 16,0-2 22,0 4 36,0 0 36,2 1 38,1 0 30,4 3 51,6 1 40,9-3 33,8-3-3,10 2-10,7-3-17,6 0-59,-4 0-95,-6-3-115,-10 3-161,-12 0-136,-10-3-94,-7-5-281,-8 10 0,-3 0 0,-4 2 0</inkml:trace>
  <inkml:trace contextRef="#ctx0" brushRef="#br1" timeOffset="381290.0609">2001 4958 1154,'0'0'4,"0"-1"0,0 1 16,0 0 37,0-1 27,0 1 10,0 0 9,0 0 17,2 0 17,2 0 6,-3 0 9,2 0 5,1 0-14,0 0-35,2 0-23,2 0-10,1 1-5,3 0-12,5 2-10,2-2-8,4 4 1,7-1 4,2-2 0,8 2 1,6-2-3,7 0 3,2 0-6,4 1-6,-1-1-21,-2-1-10,-7 2-17,-6-1-24,-7 1-12,-11 0-12,-7 0-7,-10 1-14,-2-2-6,-5-1-4,-1 1 25,0-2 16,0 0 2,0 0-22,0 0-40,0 0-69,0-18-254,-1 15 0,-2-2 0,0-1 0</inkml:trace>
  <inkml:trace contextRef="#ctx0" brushRef="#br1" timeOffset="385412.0621">1204 5410 297,'-4'0'80,"-3"0"19,3 0 21,-3 0 23,7 0 16,0 0 14,-2 0 27,2 0 37,0 1 28,0 0-34,0 1-41,0-1-26,0-1-26,0 1-29,0-2-29,0 1 3,2 0-3,5 1-20,1-1-18,5 0-9,6 1 11,2-1 10,2 1 9,1 0 9,2 0 10,-1 0-12,0-1-24,0 0-16,0 0-7,0 0-5,-4 0-3,-3 0-5,0 2-2,-4 0-1,0 0 3,-3 0-2,1 1 0,-1-3-1,-1 3-1,-3-1 3,-2-2 0,1 4-4,-4-4-17,-1 0-36,0 0-36,2 0-73,0 0-156,-2-1-281,-2-2 0,2 1 0,-1-1 0</inkml:trace>
  <inkml:trace contextRef="#ctx0" brushRef="#br1" timeOffset="385905.6601">1581 5305 998,'0'-1'33,"0"-1"-3,0 0-1,0 1 21,2 0 34,-1 2 18,4 0 16,3 1 13,0 2 10,3 0-19,3 5 6,2-2 7,0 4 2,3 4-12,3 1-29,-2 1-19,-2 6-19,-6 0-22,-2-2-5,-6-1 6,-4-1 6,-1-1 4,-6-1 3,0-2-2,-4 0-15,-7-1-31,-2-2-61,4-3-70,27-6-417,-25 2 0,5-2 0,3-3 0</inkml:trace>
  <inkml:trace contextRef="#ctx0" brushRef="#br1" timeOffset="392464.247">2299 5740 828,'0'0'71,"2"0"22,-2 0 23,0 0 16,0 0 29,0 0 24,4 0 42,-2 0 17,-2 0 13,0 0-26,2 0 1,0 0 1,-2 0-16,0 0-14,0 0-23,0 0-19,0 0-34,3 0-22,-3 0-21,2 0-21,0 0-17,3 0-22,2 0 0,-1 0-3,5 0-1,3 0-4,1 0-6,3 0 5,7 0 7,4 0 4,7-1-9,3 0-13,4 1-18,-2 0-15,0-1-17,-2 1-2,-8 0-14,-3 0 0,-10 0 0,-4 0-3,-7 0 15,-3 0 32,-4 0 39,2 0 37,-2 0 21,0 0 9,0 0 18,1 0 2,-1 0 5,0 0-1,0 0-16,0 0-30,0 0-67,0-3-90,0 3-97,0-1-135,3-4-513,-6 5 0,0-4 0,-2 1 0</inkml:trace>
  <inkml:trace contextRef="#ctx0" brushRef="#br1" timeOffset="393732.1962">3509 5696 905,'0'0'1,"0"0"-1,0 0 16,2 0 24,-2 0 13,0 0 12,0 0 12,1 0 14,-1 1 19,0 0 13,1 2 12,-1-2 7,3 1-5,-3 0-16,4 0 0,-1-1 6,2 1 3,2 0 0,0 2-11,3-2-10,1 1-5,-1-1 4,1-1 0,3 2 0,3-3-10,2 2-15,6-2-13,0 1-10,5-1-9,-2-1-3,4 1-6,1 1-11,1-2-10,-1 1-7,-1 0-4,0 1-1,-2-1-2,-3 2-2,-4-2 0,-5 4-1,-4-3 2,-10-1 5,-1 0 7,0 1 7,-3-2 3,0 1-4,0 0-10,0 0-40,0 0-57,0 0-104,2-1-108,-2-13-359,0 10 0,1 1 0,4-2 0</inkml:trace>
  <inkml:trace contextRef="#ctx0" brushRef="#br1" timeOffset="396325.8347">4721 5761 333,'0'0'23,"0"-1"14,0 1 8,-3-1 5,2 1 5,-2 0 4,2 0 4,-3 0 2,1 0 3,-1 0-10,2 0-6,0 1-9,-3 0-6,4 1 1,-2-1 0,3 3 9,-1 0 12,1-1 20,0-2 14,0 1 4,0 0 2,0 0 6,0 0 7,0-2 4,0 3 10,0-3-6,0 0-14,0 0-17,1 0-17,1 0-5,0 0-14,3 0-5,-1 0-6,2 0-11,2 0-13,0 0-6,3 0 7,-4 0 1,3 0 3,1 0 4,1 0 15,1 0 2,-2 0-2,1 0 2,2 0 3,-4 0 2,4 0-7,-4-2-3,0 2-6,-1 0-4,-1-1-6,0 1-3,1 0 21,3 0 5,2 0-2,3 0 1,0 0 0,0 0 2,-1 0 3,2 0 0,0 0 0,0 0 0,0 0-23,-2-1-4,-3 1-1,2-1-5,-1-1-3,3-2-2,-3 1-4,3-1 2,-5 2-2,3-1-3,-1 2-3,-2 0-4,0 1 0,0 0 2,-2 0 6,1 1 1,0 2 1,0-1-1,0 2 3,2 0 1,-3-2 4,3 0 5,-1 1 1,3-3-2,2 0-5,0 0-2,-2 0-2,1 0-1,-4 0-2,-2 0-2,1 0-1,0 0-3,1 0-3,-2 0-1,3 0 1,-1 0 0,2 0 1,0 0 1,4 0 0,-1 0-1,-2 0 0,1 0 2,3 1 0,-4 0-5,0 1-2,-1 0 3,-2-2-2,1 0-1,-3 0 0,5 0 1,-4 0-1,0 0-2,0 0 1,6 0 5,-3 0 1,5 0-2,2 0 0,-2 0 0,4 1-1,-5-1 0,4 2 0,-3 0 2,1 0-2,-1-2 0,3 3-2,-4-3-5,3 0 1,-6 0 0,5 0-2,-4 0-1,1 0 0,1 0 0,3 0 2,-3 0 0,3-3 2,-1 3 5,1 0-1,-2 0 3,5 0 0,-3 0 4,3 0-2,-4 0 2,4 0-2,-3-2 0,1 0 2,0 2-1,0-2 0,-1-1 1,0 3-1,0-3-1,-3 2 1,0 0 1,5-1-1,0 0 0,1 2-1,1 0 0,3-2 0,-1 2-1,0 0 2,0-1 0,-1 1-2,0 0 0,2-2 2,0 1 0,-3-1 0,1 1 0,-2 0 0,2-1 1,-4-1-2,2 1 1,-5 1 0,3-1 0,-5 1 0,0-1-1,1 1 0,1-1 1,2 1 0,1-1 0,0 0 0,-1 1-1,0 0 4,0-2-1,1 0 3,-1 1-1,-3-1 3,-1 2 4,-1-1 8,-1-1 4,2 2 4,-3-3 3,2 2-1,0-1-1,-1 1-1,6 2 2,0-1 0,1 1-4,2-2-6,-1 2-7,2 0-4,1 0-2,1 0 2,2 0 2,-3 0-3,5 0-2,-6 0 3,5-2-2,-3 2-1,-1-2 6,-4 1-1,3 0-1,-3 0-2,-1-1-1,-2 1 3,2-1-2,1 1-1,3-1-1,3 1 0,-3 0-4,3 0 0,-3 1 2,1-3-1,-1 3-1,-2-2 1,-4 2 3,-1-2 0,-3 0 4,-4-1 13,-5 1 23,-1-1-1,-2 0-3,-3-1-9,0 2 0,1 0-5,-1 0-28,0 0-66,0-1-90,0 0-176,0-17-474,0 16 0,-2-1 0,-3-1 0</inkml:trace>
  <inkml:trace contextRef="#ctx0" brushRef="#br1" timeOffset="398429.3118">1717 6148 1811,'0'2'63,"0"-1"46,0 3 49,0-3 37,0 0 23,0-1 17,0 0 12,0-1 17,2 1 19,-2 0-20,0 0-23,0 0-46,0 0-51,0 0-49,0 0-33,2 0 2,2 0-4,5 0-9,-2 0-19,8 0-10,0 0-5,2 0 8,1 0 3,1 0 14,1 0 14,-1 0-19,5 0-5,-3 0-8,-1 0-1,3 0 0,-6 0 0,-1 0-8,0 0-2,-6 0-1,0 1-2,1 1-1,-4-1 1,-2-1 1,1 2 1,-2-2-2,0 0-1,1 0-2,-3 0-6,2 0-39,-2 0-79,1 1-114,1-1-178,-3-28-475,0 25 0,-2-2 0,-3-3 0</inkml:trace>
  <inkml:trace contextRef="#ctx0" brushRef="#br1" timeOffset="399172.1889">1982 6002 878,'0'0'90,"0"0"49,0 2 51,0-1 36,0-1 25,0 0 10,0 2-4,0-2-1,0 0 7,2 0-47,1 0-35,4 0-46,2 2-44,2-1-29,2 3-24,2 2-5,0-1 4,2 2-4,-1 2-4,-1 1-12,2 1-16,-6 0-9,0-1-9,-2 4-9,-4-3-1,-1-1-4,-1-1 0,0-1 4,-3-1 0,0-1 8,0 0 11,0-1 8,0-1 2,0 1 1,0 2 3,-3-1-4,0 2 1,-2 1 1,-2 1 1,-4 4 3,0-1 0,-2 3 2,2-1 1,-3-1 1,5-1-8,-3-1-48,6-7-128,0-5-493,-5 1 0,7-2 0</inkml:trace>
  <inkml:trace contextRef="#ctx0" brushRef="#br1" timeOffset="402569.1622">8183 5905 419,'0'-4'55,"1"0"23,1-1 17,0-1 8,3 3 5,-3-1 21,1 0 25,3 0 20,-4 0 19,1 1-6,1 1 4,2-2 4,-3 1 20,1 0 26,-2-3 11,-2 2-13,2 1-19,-2 0-10,0-1-9,0 1-23,0 0-21,0 0-25,0 0-31,0 0-34,0-1-14,0 1-8,0-1-3,0 2-10,0-1-9,-2 1-7,0-1-2,-4-1-3,-1 1-1,-1-1-1,1 2-4,-3-1 0,1 1-4,-1 0 2,0 1 0,-1-1-2,1 1 1,2-1 2,-4 1-1,5 0 0,-3 1 0,1 0 1,-1 0-2,0 0-2,-1 0 4,1 0 0,-1 0-2,0 1-1,0 0-1,-2 4 3,2 0 3,-1 0 1,-1 2 7,4 0 1,-4 1-1,3 1 2,1 1 5,0 0 3,3-2 2,0 0 0,2 1-1,-2-1 5,1 2 1,-1-2 2,0 3 5,1-1-2,-1 3-2,1 1-3,-3-1 3,2 1 1,-1-3-2,2 1-1,3-3-2,-2 2-1,1-2-1,1-2 2,0 2 6,1-4 1,-2 4 2,3-2-6,0 2 3,-2-1-5,0 0-3,-1 2 1,-1 1-2,4-3-1,-2 2-7,1 2 4,-2 0-8,6-1 7,-6-1 0,2 1 1,1-1 5,0 1-2,0-2-2,0 1 0,0-2 1,0 1-1,0 1-2,4-2-2,-3 1-4,4-1 3,-1 0-5,4 1-2,-1 1 0,1-1 2,1 2-4,-5-1-2,4-2 0,-1 2-1,-4-1 2,5-2-3,-4 2 1,2-3-1,0 0 4,-1 0-6,0-2 3,1 1 7,1-1 5,3-1 0,0 2 1,2-1-4,0 2 8,1 0 5,2 1-13,-4 0 11,3-2 2,-5-1-7,3 0 4,-1-1-1,0-2 7,-1 2 4,2-2-9,-6 2 4,5-3 13,-3 2-8,2-2 3,0 0 5,3 0-3,-3 0-9,5 3-4,-2-6 6,1 3 4,0 0-9,-2 0-7,0 0 5,1 0-3,-6 0-5,5 0 0,-3 0 8,2 0 1,-4 0-6,4-2-2,0 0-1,-3-1 12,5-3-7,2 1-7,-5-2 6,2-1-2,1-1-2,-2 1-2,-1-1 2,-2 0-6,0-2 7,2 2-9,-6 0 1,2 0 3,-2-4-10,2 2 6,0-1 2,0 0-4,-2-2-2,-1 1 5,1-1-8,-3 2 1,2-1-7,0-1 5,-3-2-1,3 1-7,-3-2 4,0 0-11,1 0 3,-1 1 1,0 0-3,-1 0 0,-2 0 4,-1-2-3,1 2 5,-4 1-12,0-2-10,-1 2 14,1 1-2,-3-2-1,-4 0 2,3-3 1,-6 3 4,0 0-10,-2-1-9,-1 2 5,-3 3 6,-4 2-10,-1 2-5,-1 1-21,1 3-44,-3 3-23,8 0-28,-2 2-38,5 2-132,3 4-190,0-20-616,3 19 0,3 1 0,0-3 0</inkml:trace>
  <inkml:trace contextRef="#ctx0" brushRef="#br1" timeOffset="406394.0969">5200 5962 1063,'-6'-5'28,"1"1"5,-2-2 13,-3 1 28,6 1 28,-3 0 52,-2-2 22,4-1 25,-2 0 10,0 0-15,-1 0-6,-8-1 10,0 1-2,-4 1-18,0-1-13,-1 2-48,0 0-18,3 1-24,-2 1-8,0 0-6,0-1 2,1 2-14,-1 0-11,2 1-6,-1 1-14,-3 0-3,-2 0-5,2 1 1,-4 3-2,-2 1 2,-1 3 3,0 2 3,1 2 6,2-2 3,1 0 5,4-3 3,-3 4-1,8-1 0,2 1-2,0-1-1,3 2 0,4 1-5,-4-2-1,2 1-8,2 0-6,-2 2 1,1 1 2,1 0 4,-2 0 3,5 0-1,-3 1-1,3 2 3,0-2-2,4 2 2,-2 2 3,2-2 2,2 0 4,2 0-1,0 0 2,5-1 0,2-2-4,1-2-3,0 1 8,4-3 6,0-1 0,1-1-3,1 0-5,3 0-3,-2 1 1,-2-3-1,1 2 1,0-4 7,0 1-9,-1 1-9,5 0 1,-3 1 1,5-1 2,1 0 2,0 0-1,1-3 1,3 3 0,-4-2-3,5 2 0,-3-2 1,2-3 0,-4 3-3,6-4-3,-5 3-3,0-4-2,1 1-3,3-1-2,-2 0-1,1-1-1,3 1 1,1 0-1,-2 0-2,2 0 2,-4 0-2,2 0-2,-2 0 0,1 0 2,1 0-3,0 0-1,-1 0 0,-4 0-4,2 0 0,0 0 2,-2 0 0,1 0 1,0 0 4,2 0-1,1 0 3,0 0-1,2 0-1,3 0 2,-3-1-2,2 1-3,1-2 5,-2 2-2,-2-1-3,2 0 3,-3 0-3,0-2 1,-3 1 1,-2 1-1,3 1 1,-4 0 1,1 0 0,-2 0-1,-2 0 0,3 0 0,2 0-1,-1 0 2,2 0-5,0 0 4,-2 0-3,-1 0 5,0 0-5,-4 0 3,2 0-2,-2 0 1,-1 0-2,4 2 1,-3 0 4,-1 1-1,6-1 4,-4 0-7,1 0 4,3 1-1,0-3 0,0 0 0,0 1 2,-1-1 0,1-1-1,0 1 1,1 0-2,-3 0 2,2 0 1,0 0-2,0 0 2,-1-2 0,1 0 0,3-3 1,-2 1-3,0 1 0,-2-2 3,-2 0-2,2 1-1,-5 1 5,3-1-1,-4 1 1,2-1 3,0 0 1,0-2 3,-2-1 1,2 2 0,-1-2 2,-1 0-2,-1 1-3,-1 3 1,0-4-6,-6 1-4,-1 1-3,-5 0 2,3-2 0,-3 1 2,3-4 0,-1-1-1,2 0 0,-3-4 2,4-1 3,2-2 2,-4 1-3,0-3-2,-2 0-4,-2 4-4,-3-1-2,0-1-2,-3 1-2,-2 2-2,-5-3-6,-5-1-2,-5 0-2,-6-2-9,-3 0-4,-3 2 4,-4 0 2,-3 1 0,-2 3 2,-1 0 2,2 0 4,2 5 4,6 2 4,0-1 9,3 2 2,-3 2-3,3 0 0,-1 2 2,-3 2-6,-2 2-26,-6-2-7,-4 1 1,-6 0-1,-8 0-4,-3 0 2,-8 2-1,-2 0 3,-1 2 0,4 1 4,5 1 24,1-1 9,6 3 0,3-2-3,3 1 6,0 0 1,1 0 1,-2-3-2,-4 5 0,-4-3 2,-4 5 4,-9-1-4,-2 1 0,0 2 4,0-3-2,3 3 4,4-4 2,7 1 2,7-2 2,11 1-2,7-3 2,9-2 0,8 2 2,8-5-9,5 2-39,5 0-65,0 0-73,1 2-111,11-5-200,-3 4-347,9-1 0,12-3 0,8 2 0</inkml:trace>
  <inkml:trace contextRef="#ctx0" brushRef="#br1" timeOffset="407469.3534">10425 5935 2878,'2'0'96,"-2"0"20,0 0 23,4 0 42,-4 0 21,0 0 10,3 0 11,-3 1 6,4 1 9,-2 5-46,-1-1-26,1 4-16,-2 0-15,0 4-41,0-3-17,0-1 3,3-2 6,0-5 0,11-3-8,7-3-14,8-4-15,7-10-6,7-2-12,-3-7-4,-3-3-8,-2 0-24,-6 2-23,-7 5-17,-8 4-52,-3 4-60,-9 9-51,-1 3-84,-1 6-137,-1-3-497,1 6 0,0-1 0</inkml:trace>
  <inkml:trace contextRef="#ctx0" brushRef="#br1" timeOffset="410023.1719">14230 7053 2255,'0'-4'63,"0"-4"28,0 3 29,0-5 43,0 1 29,0 3 18,0 0 5,0-3 2,0 3 0,-6 1-35,-5 3-26,-10 0-28,-5 1-29,-10 1-42,-3 1-27,0 3-14,-2 3-5,3 5 3,1 4-2,5 3 3,0 6-1,3 3 2,1 1 4,6 4-2,4 3 5,5 3-2,4 4 2,3 1-2,3 3 5,3 1-1,0-1 0,0 5-4,2 0-2,-2 7-1,0-2 1,0 2-1,0-3 1,0 3 1,0-6 5,0-2 8,0-1 6,0-1 7,-2 2 0,1 0 2,-5 3-3,-2 0 2,-3 1 3,-3-2 2,-4-2-7,-3-3-9,-2-3-4,-1 0-5,2-4 1,0-6-5,-1 0 5,0-4-9,2-7-7,2-2-2,-2-6-1,-1-2-3,0-4-5,1-4-5,1-3-3,1 0-8,-1-3-23,2-6-26,-1-1-13,5-5-8,0-3-3,7-1-21,2 0-34,5 4 3,5 3 7,2 0 8,5 4 23,4 2 34,2 0 17,1 3 4,1 3 6,-3 5 26,1 4 43,-2 4 4,-3 7 1,5 4 0,-4 4-3,-2 4-2,5 3 0,-4 3 1,0 2 3,5-2 5,-1 1 3,-3 0 4,5 2 7,-5-2 2,-2 2 0,1 4 6,-2-2-3,-4 3 0,0 1-1,2 2-5,-6-1 8,4 3-3,1-3-5,-1 1 1,-1 1 1,2 1-1,1 0 3,-1 3 4,0 2-2,2 5-5,0 0-10,1 2-6,4 0-6,-2 0 1,-1-3-4,3 2-6,-1 0-5,0-3-4,2 2 2,-4-1 1,2 0-1,0 0 1,-6 0 4,3 0 2,-2-1 2,0 1 3,-3 2 2,-2-3 7,0 4 8,-2 0 20,1 2 3,-3 2 3,3-1-9,0 0 1,-3 4-4,4 3 1,-1 0 10,0 0-2,2 2-2,-1 0-15,2-2 2,-2 3-5,4 1 6,2 2 12,-2-1 7,6-1-2,-5-1-9,3-1 1,-2-2-6,-1 0 1,-3-1-3,1 1 11,-2 0 9,0-4-10,-4 1-6,1-2 0,0-3-2,1-1-10,-3-4-7,3 2-11,-3-4-7,0-3-5,0-4-12,0-1-8,0-10 3,-3-1 1,-2-4 3,2 2 8,-7-2 18,-2 2 11,3 1 6,1 2-3,5 3-1,-1 1-6,4-2-2,4-2-15,7-6-15,6-7-3,13-8-15,16-8-16,15-8 7,14-9 1,12-12 7,8-7 23,-5-4 2,-10-3 3,-13 0-102,-17 7-114,-14 4-234,-14-17-1010,-8 18 0,-2-7 0,-6-3 0</inkml:trace>
  <inkml:trace contextRef="#ctx0" brushRef="#br1" timeOffset="414145.9571">13624 10898 2653,'-3'-3'90,"3"-1"13,-3 0 6,-1-1 28,1 3 42,-1 0 38,1 0 24,2-2 14,0 2 10,1 0-66,-2-1-15,-5 2-12,-1-2-5,-6-1-21,0 1-37,-5-4-34,2 0-20,-3-1-13,-2-3 1,2 1 0,-4-2-1,3 1 6,-2-4 0,0 1-2,-2-3-5,-5 1-4,-2-2-1,-10-1-1,-6-2-9,-8-3-3,-9-1-4,-11-4-5,-6-1-2,-8-5 5,0 1 9,5-3 22,6 2 12,6 3-2,9 2 2,3 2 1,0 3 3,0 2-2,8 0-9,-2-1-6,3 1-3,5-2-16,4 0-15,-1 1-4,5 1 6,4 0-1,4 6-4,4 1-4,6 2 14,5 2-1,4 2-8,-3-1-1,5 3 2,1 1 9,3 1-6,2 1 9,0 0 0,4 1 4,-3 1 2,1-3 1,0 4 5,1-3-2,-2 2 0,-1 1 0,4-1-9,0 2-3,-2 1-5,2-1 5,2 1-8,-2 0-1,0-1 5,0 1-4,-2-1 5,1-1-5,1 0 5,-3 1-5,3-4 3,0-2-5,0-1 0,0 3 0,0-5-17,0 0 8,0-2-5,0-2 0,0-1 0,0-6 0,0 0 7,0 2-3,0 1 0,0 2 0,0 4 9,0 1-14,0 4-9,0 1-14,0 3-16,0 2-6,0 1-6,0 0 8,0 1-4,0 2 4,0 1 2,0 3 6,0 2 9,0-1 14,0 0 16,0 2 9,3-2-5,-3 0 4,1 2 4,1 1-3,0 4-4,0 1 1,2 3-1,-2 3 14,0 4-1,-2 3 1,3 6 8,-3 5-10,-3 1 3,1 2 6,0-6-5,1-5 8,-2-7 1,1-8-9,1-6 10,0-6 19,-1-3-8,2-1 6,0-2-3,0-4-14,0-3 14,0-2-17,0-5 5,0-3-2,0-2-16,0-1-17,0-2 9,2-1-9,-1-4 5,2 2 2,0-6-19,-2 1 0,-1-3-14,2 1-19,-2-1-34,0-2-18,0-1-8,0 1 10,0 0-10,0 7 6,0 5 10,0 7 6,0 5-1,0 6 12,0 3 35,0 1 7,0 2-4,0 2-11,0 2-2,0 0-2,0 3-4,0 2 2,2 0 9,2 0 7,3 3 1,2-3 9,3 1 7,-4 0 13,5 1 4,0-1 3,3 0 4,3 1 2,4 1 1,3-2 2,7 1 6,2-3-4,1-1 5,-1 0-5,-2 0 5,-11-3-4,-5-1-14,-8 2-34,-4-1-44,-4-1-112,-1-1-313,-12-1-562,-2-1 0,-10-1 0,-1-7 0</inkml:trace>
  <inkml:trace contextRef="#ctx0" brushRef="#br1" timeOffset="419292.0393">1816 12659 1586,'1'-2'40,"0"2"3,2 0 9,1 0 29,-2 0 31,4 0 24,0 0 27,0 0 24,-5 0 17,3-1-13,0 0 6,2 1 10,-3-3 9,1 2-13,-1 0-19,2-2-22,-1 1-21,2 2-21,-3-2-13,4 2-15,-3-3-12,4 3-12,-1 0-19,4 0-14,-1 0-7,5 0-2,-2 0 1,6 0-1,0 0-1,-1 0-3,5 0 1,0 0-1,0 0 3,2 0-3,0 0-1,-1 0 0,7 0-2,-3 3-6,3-2 1,0 1-1,2 2-2,-1-2 1,0 2-2,4-1 4,-4-1-2,4 1-2,-1-3-2,1 2 4,0-1-4,0 1 0,0-1-1,-3 1-1,-1-1 1,0 1-4,0-1 0,-1 3 1,-3-2-3,2 0 2,-1 0-2,4-1 1,-4 2 2,3-2-1,-1 1 0,-2 1 0,-1 0 1,-2 0-2,3 0 0,3-1 1,0 1 2,4-1-2,3 0-2,0-1 2,5-1-1,6-1-1,2 1 2,4 0 0,5 0 3,-3 0-5,3-2 2,-1 1-2,-3-1 2,-5-1 2,-3 0 10,-6 1 12,-4 0 10,-7-1 9,-3 0 5,-6 0 6,-7 0-1,-7 2 8,-3-1 8,-6 2 1,0 0-3,0 0-8,0 0-11,0 0-12,0 0-5,0-2-12,0 2-12,0 0-45,0-2-211,0-5-896,-4 5 0,-2-5 0,-13-5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A288-C913-478A-974E-1B9D0BF1B851}" type="datetimeFigureOut">
              <a:rPr lang="en-GB" smtClean="0"/>
              <a:t>10/12/2023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DAADD-AC7F-4C72-887C-261BBD2342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28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75358"/>
            <a:ext cx="8568531" cy="12250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238500"/>
            <a:ext cx="7056438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0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8865"/>
            <a:ext cx="9072563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31" y="1333500"/>
            <a:ext cx="9072563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DAF45-A1ED-443F-B7DC-99AC896968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672420"/>
            <a:ext cx="8568531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422261"/>
            <a:ext cx="8568531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345907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E8333-71C2-4DC6-B430-940BC8F3F7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25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44216" y="5334000"/>
            <a:ext cx="4072503" cy="3810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980495" y="5425654"/>
            <a:ext cx="2100130" cy="261938"/>
          </a:xfrm>
          <a:prstGeom prst="rect">
            <a:avLst/>
          </a:prstGeom>
          <a:ln/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2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PPT value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08193" y="5500688"/>
            <a:ext cx="6552406" cy="120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1" descr="PPT inside"/>
          <p:cNvPicPr>
            <a:picLocks noChangeAspect="1" noChangeArrowheads="1"/>
          </p:cNvPicPr>
          <p:nvPr/>
        </p:nvPicPr>
        <p:blipFill>
          <a:blip r:embed="rId7" cstate="print"/>
          <a:srcRect t="19157" b="25415"/>
          <a:stretch>
            <a:fillRect/>
          </a:stretch>
        </p:blipFill>
        <p:spPr bwMode="auto">
          <a:xfrm>
            <a:off x="0" y="0"/>
            <a:ext cx="10082376" cy="574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1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525771" y="102045"/>
            <a:ext cx="1370106" cy="360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5721" name="Text Box 9"/>
          <p:cNvSpPr txBox="1">
            <a:spLocks noChangeArrowheads="1"/>
          </p:cNvSpPr>
          <p:nvPr/>
        </p:nvSpPr>
        <p:spPr bwMode="auto">
          <a:xfrm rot="-5400000">
            <a:off x="-2372018" y="2964511"/>
            <a:ext cx="5150062" cy="369332"/>
          </a:xfrm>
          <a:prstGeom prst="rect">
            <a:avLst/>
          </a:prstGeom>
          <a:solidFill>
            <a:srgbClr val="00428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800" b="0" dirty="0">
                <a:solidFill>
                  <a:schemeClr val="bg1"/>
                </a:solidFill>
                <a:latin typeface="+mn-lt"/>
              </a:rPr>
              <a:t>GMR Institute of Technology</a:t>
            </a:r>
            <a:r>
              <a:rPr lang="en-US" sz="1800" b="0" dirty="0">
                <a:solidFill>
                  <a:schemeClr val="bg1"/>
                </a:solidFill>
                <a:latin typeface="Verdana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401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/>
          <a:cs typeface="ＭＳ Ｐ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2149" y="127000"/>
            <a:ext cx="5116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System Design using Verilog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19" y="3492503"/>
            <a:ext cx="1869116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924791"/>
            <a:ext cx="6858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Contents of the lecture</a:t>
            </a:r>
          </a:p>
          <a:p>
            <a:pPr marL="342900" indent="-342900">
              <a:buAutoNum type="arabicParenBoth"/>
            </a:pPr>
            <a:r>
              <a:rPr lang="en-IN" b="1" dirty="0"/>
              <a:t>UDP of Four input AND gate</a:t>
            </a:r>
          </a:p>
          <a:p>
            <a:pPr marL="342900" indent="-342900">
              <a:buAutoNum type="arabicParenBoth"/>
            </a:pPr>
            <a:r>
              <a:rPr lang="en-IN" b="1" dirty="0"/>
              <a:t>UDP of Four input OR gate</a:t>
            </a:r>
          </a:p>
          <a:p>
            <a:pPr marL="342900" indent="-342900">
              <a:buAutoNum type="arabicParenBoth"/>
            </a:pPr>
            <a:r>
              <a:rPr lang="en-IN" b="1" dirty="0"/>
              <a:t> UDP of full Adder </a:t>
            </a:r>
          </a:p>
          <a:p>
            <a:pPr marL="342900" indent="-342900">
              <a:buAutoNum type="arabicParenBoth"/>
            </a:pPr>
            <a:r>
              <a:rPr lang="en-IN" b="1" dirty="0"/>
              <a:t> UDP of multiplexer</a:t>
            </a:r>
          </a:p>
        </p:txBody>
      </p:sp>
    </p:spTree>
    <p:extLst>
      <p:ext uri="{BB962C8B-B14F-4D97-AF65-F5344CB8AC3E}">
        <p14:creationId xmlns:p14="http://schemas.microsoft.com/office/powerpoint/2010/main" val="375915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6650" y="647700"/>
            <a:ext cx="3546862" cy="3416320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and_4 (</a:t>
            </a:r>
            <a:r>
              <a:rPr lang="en-IN" dirty="0" err="1"/>
              <a:t>y,a,b,c,d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a,b,c,d</a:t>
            </a:r>
            <a:r>
              <a:rPr lang="en-IN" dirty="0"/>
              <a:t>;</a:t>
            </a:r>
          </a:p>
          <a:p>
            <a:r>
              <a:rPr lang="en-IN" dirty="0"/>
              <a:t>output y;</a:t>
            </a:r>
          </a:p>
          <a:p>
            <a:r>
              <a:rPr lang="en-IN" dirty="0"/>
              <a:t>table</a:t>
            </a:r>
          </a:p>
          <a:p>
            <a:r>
              <a:rPr lang="en-IN" dirty="0"/>
              <a:t>// a    b    c    d    :    y</a:t>
            </a:r>
          </a:p>
          <a:p>
            <a:r>
              <a:rPr lang="en-IN" dirty="0"/>
              <a:t>   0    ?    ?    ?    :    0;</a:t>
            </a:r>
          </a:p>
          <a:p>
            <a:r>
              <a:rPr lang="en-IN" dirty="0"/>
              <a:t>   ?    0    ?    ?    :    0;</a:t>
            </a:r>
          </a:p>
          <a:p>
            <a:r>
              <a:rPr lang="en-IN" dirty="0"/>
              <a:t>   ?    ?    0    ?    :    0;</a:t>
            </a:r>
          </a:p>
          <a:p>
            <a:r>
              <a:rPr lang="en-IN" dirty="0"/>
              <a:t>   ?    ?    ?    0    :    0;</a:t>
            </a:r>
          </a:p>
          <a:p>
            <a:r>
              <a:rPr lang="en-IN" dirty="0"/>
              <a:t>   1    1    1    1    :    1;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3185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</a:t>
            </a:r>
            <a:r>
              <a:rPr lang="en-IN" b="1" dirty="0" smtClean="0">
                <a:solidFill>
                  <a:schemeClr val="bg1"/>
                </a:solidFill>
              </a:rPr>
              <a:t>of four </a:t>
            </a:r>
            <a:r>
              <a:rPr lang="en-IN" b="1" dirty="0">
                <a:solidFill>
                  <a:schemeClr val="bg1"/>
                </a:solidFill>
              </a:rPr>
              <a:t>input AND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512" y="4991100"/>
            <a:ext cx="6094938" cy="52322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342900" indent="-342900">
              <a:buAutoNum type="arabicParenBoth"/>
            </a:pPr>
            <a:r>
              <a:rPr lang="en-IN" sz="1400" b="1" dirty="0" smtClean="0"/>
              <a:t>For combinational circuits the truth table entries are specified as:</a:t>
            </a:r>
          </a:p>
          <a:p>
            <a:r>
              <a:rPr lang="en-IN" sz="1400" b="1" dirty="0" smtClean="0"/>
              <a:t>&lt;input </a:t>
            </a:r>
            <a:r>
              <a:rPr lang="en-IN" sz="1400" b="1" dirty="0"/>
              <a:t>1&gt; </a:t>
            </a:r>
            <a:r>
              <a:rPr lang="en-IN" sz="1400" b="1" dirty="0" smtClean="0"/>
              <a:t>    &lt;</a:t>
            </a:r>
            <a:r>
              <a:rPr lang="en-IN" sz="1400" b="1" dirty="0"/>
              <a:t>input </a:t>
            </a:r>
            <a:r>
              <a:rPr lang="en-IN" sz="1400" b="1" dirty="0" smtClean="0"/>
              <a:t>2&gt;     &lt;</a:t>
            </a:r>
            <a:r>
              <a:rPr lang="en-IN" sz="1400" b="1" dirty="0"/>
              <a:t>input </a:t>
            </a:r>
            <a:r>
              <a:rPr lang="en-IN" sz="1400" b="1" dirty="0" smtClean="0"/>
              <a:t>3&gt; ……… </a:t>
            </a:r>
            <a:r>
              <a:rPr lang="en-IN" sz="1400" b="1" dirty="0"/>
              <a:t>&lt;input </a:t>
            </a:r>
            <a:r>
              <a:rPr lang="en-IN" sz="1400" b="1" dirty="0" smtClean="0"/>
              <a:t>n&gt;  : &lt;output&gt;;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05440" y="97200"/>
              <a:ext cx="5877720" cy="38984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4280" y="84600"/>
                <a:ext cx="5901840" cy="39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043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3040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</a:t>
            </a:r>
            <a:r>
              <a:rPr lang="en-IN" b="1" dirty="0" smtClean="0">
                <a:solidFill>
                  <a:schemeClr val="bg1"/>
                </a:solidFill>
              </a:rPr>
              <a:t>of four </a:t>
            </a:r>
            <a:r>
              <a:rPr lang="en-IN" b="1" dirty="0">
                <a:solidFill>
                  <a:schemeClr val="bg1"/>
                </a:solidFill>
              </a:rPr>
              <a:t>input </a:t>
            </a:r>
            <a:r>
              <a:rPr lang="en-IN" b="1" dirty="0" smtClean="0">
                <a:solidFill>
                  <a:schemeClr val="bg1"/>
                </a:solidFill>
              </a:rPr>
              <a:t>OR </a:t>
            </a:r>
            <a:r>
              <a:rPr lang="en-IN" b="1" dirty="0">
                <a:solidFill>
                  <a:schemeClr val="bg1"/>
                </a:solidFill>
              </a:rPr>
              <a:t>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512" y="661555"/>
            <a:ext cx="3276600" cy="3416320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or_4 (</a:t>
            </a:r>
            <a:r>
              <a:rPr lang="en-IN" dirty="0" err="1"/>
              <a:t>y,a,b,c,d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a,b,c,d</a:t>
            </a:r>
            <a:r>
              <a:rPr lang="en-IN" dirty="0"/>
              <a:t>;</a:t>
            </a:r>
          </a:p>
          <a:p>
            <a:r>
              <a:rPr lang="en-IN" dirty="0"/>
              <a:t>output y;</a:t>
            </a:r>
          </a:p>
          <a:p>
            <a:r>
              <a:rPr lang="en-IN" dirty="0"/>
              <a:t>table</a:t>
            </a:r>
          </a:p>
          <a:p>
            <a:r>
              <a:rPr lang="en-IN" dirty="0"/>
              <a:t>// a    b    c    d    :    y</a:t>
            </a:r>
          </a:p>
          <a:p>
            <a:r>
              <a:rPr lang="en-IN" dirty="0"/>
              <a:t>   1    ?    ?    ?    :    1;</a:t>
            </a:r>
          </a:p>
          <a:p>
            <a:r>
              <a:rPr lang="en-IN" dirty="0"/>
              <a:t>   ?    1    ?    ?    :    1;</a:t>
            </a:r>
          </a:p>
          <a:p>
            <a:r>
              <a:rPr lang="en-IN" dirty="0"/>
              <a:t>   ?    ?    1    ?    :    1;</a:t>
            </a:r>
          </a:p>
          <a:p>
            <a:r>
              <a:rPr lang="en-IN" dirty="0"/>
              <a:t>   ?    ?    ?    1    :    1;</a:t>
            </a:r>
          </a:p>
          <a:p>
            <a:r>
              <a:rPr lang="en-IN" dirty="0"/>
              <a:t>   0    0    0    0    :    0;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544512" y="4895851"/>
            <a:ext cx="6094938" cy="523220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marL="342900" indent="-342900">
              <a:buAutoNum type="arabicParenBoth"/>
            </a:pPr>
            <a:r>
              <a:rPr lang="en-IN" sz="1400" b="1" dirty="0" smtClean="0"/>
              <a:t>For combinational circuits the truth table entries are specified as:</a:t>
            </a:r>
          </a:p>
          <a:p>
            <a:r>
              <a:rPr lang="en-IN" sz="1400" b="1" dirty="0" smtClean="0"/>
              <a:t>&lt;input </a:t>
            </a:r>
            <a:r>
              <a:rPr lang="en-IN" sz="1400" b="1" dirty="0"/>
              <a:t>1&gt; </a:t>
            </a:r>
            <a:r>
              <a:rPr lang="en-IN" sz="1400" b="1" dirty="0" smtClean="0"/>
              <a:t>    &lt;</a:t>
            </a:r>
            <a:r>
              <a:rPr lang="en-IN" sz="1400" b="1" dirty="0"/>
              <a:t>input </a:t>
            </a:r>
            <a:r>
              <a:rPr lang="en-IN" sz="1400" b="1" dirty="0" smtClean="0"/>
              <a:t>2&gt;     &lt;</a:t>
            </a:r>
            <a:r>
              <a:rPr lang="en-IN" sz="1400" b="1" dirty="0"/>
              <a:t>input </a:t>
            </a:r>
            <a:r>
              <a:rPr lang="en-IN" sz="1400" b="1" dirty="0" smtClean="0"/>
              <a:t>3&gt; ……… </a:t>
            </a:r>
            <a:r>
              <a:rPr lang="en-IN" sz="1400" b="1" dirty="0"/>
              <a:t>&lt;input </a:t>
            </a:r>
            <a:r>
              <a:rPr lang="en-IN" sz="1400" b="1" dirty="0" smtClean="0"/>
              <a:t>n&gt;  : &lt;output&gt;;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08760" y="676440"/>
              <a:ext cx="7466040" cy="33465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240" y="666000"/>
                <a:ext cx="7488000" cy="336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121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3749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of sum output of full Adder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512" y="661555"/>
            <a:ext cx="3810000" cy="4247317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</a:t>
            </a:r>
            <a:r>
              <a:rPr lang="en-IN" dirty="0" err="1"/>
              <a:t>adder_sum</a:t>
            </a:r>
            <a:r>
              <a:rPr lang="en-IN" dirty="0"/>
              <a:t> (</a:t>
            </a:r>
            <a:r>
              <a:rPr lang="en-IN" dirty="0" err="1"/>
              <a:t>sum,a,b,cin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a,b,cin</a:t>
            </a:r>
            <a:r>
              <a:rPr lang="en-IN" dirty="0"/>
              <a:t>;</a:t>
            </a:r>
          </a:p>
          <a:p>
            <a:r>
              <a:rPr lang="en-IN" dirty="0"/>
              <a:t>output sum;</a:t>
            </a:r>
          </a:p>
          <a:p>
            <a:r>
              <a:rPr lang="en-IN" dirty="0"/>
              <a:t>table</a:t>
            </a:r>
          </a:p>
          <a:p>
            <a:r>
              <a:rPr lang="en-IN" dirty="0"/>
              <a:t>// a    b    </a:t>
            </a:r>
            <a:r>
              <a:rPr lang="en-IN" dirty="0" err="1"/>
              <a:t>cin</a:t>
            </a:r>
            <a:r>
              <a:rPr lang="en-IN" dirty="0"/>
              <a:t>    :  sum</a:t>
            </a:r>
          </a:p>
          <a:p>
            <a:r>
              <a:rPr lang="en-IN" dirty="0"/>
              <a:t>   0    0      0    :    0;</a:t>
            </a:r>
          </a:p>
          <a:p>
            <a:r>
              <a:rPr lang="en-IN" dirty="0"/>
              <a:t>   0    0      1    :    1;</a:t>
            </a:r>
          </a:p>
          <a:p>
            <a:r>
              <a:rPr lang="en-IN" dirty="0"/>
              <a:t>   0    1      0    :    1;</a:t>
            </a:r>
          </a:p>
          <a:p>
            <a:r>
              <a:rPr lang="en-IN" dirty="0"/>
              <a:t>   0    1      1    :    0;</a:t>
            </a:r>
          </a:p>
          <a:p>
            <a:r>
              <a:rPr lang="en-IN" dirty="0"/>
              <a:t>   1    0      0    :    1;</a:t>
            </a:r>
          </a:p>
          <a:p>
            <a:r>
              <a:rPr lang="en-IN" dirty="0"/>
              <a:t>   1    0      1    :    0;</a:t>
            </a:r>
          </a:p>
          <a:p>
            <a:r>
              <a:rPr lang="en-IN" dirty="0"/>
              <a:t>   1    1      0    :    0;</a:t>
            </a:r>
          </a:p>
          <a:p>
            <a:r>
              <a:rPr lang="en-IN" dirty="0"/>
              <a:t>   1    1      1    :    1;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50440" y="615960"/>
              <a:ext cx="8312400" cy="42048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1080" y="605520"/>
                <a:ext cx="8334000" cy="422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62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38395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of </a:t>
            </a:r>
            <a:r>
              <a:rPr lang="en-IN" b="1" dirty="0" smtClean="0">
                <a:solidFill>
                  <a:schemeClr val="bg1"/>
                </a:solidFill>
              </a:rPr>
              <a:t>carry </a:t>
            </a:r>
            <a:r>
              <a:rPr lang="en-IN" b="1" dirty="0">
                <a:solidFill>
                  <a:schemeClr val="bg1"/>
                </a:solidFill>
              </a:rPr>
              <a:t>output of full Adder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512" y="661555"/>
            <a:ext cx="4114800" cy="4247317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</a:t>
            </a:r>
            <a:r>
              <a:rPr lang="en-IN" dirty="0" err="1"/>
              <a:t>adder_carry</a:t>
            </a:r>
            <a:r>
              <a:rPr lang="en-IN" dirty="0"/>
              <a:t> (</a:t>
            </a:r>
            <a:r>
              <a:rPr lang="en-IN" dirty="0" err="1"/>
              <a:t>carry,a,b,cin</a:t>
            </a:r>
            <a:r>
              <a:rPr lang="en-IN" dirty="0"/>
              <a:t>);</a:t>
            </a:r>
          </a:p>
          <a:p>
            <a:r>
              <a:rPr lang="en-IN" dirty="0"/>
              <a:t>input </a:t>
            </a:r>
            <a:r>
              <a:rPr lang="en-IN" dirty="0" err="1"/>
              <a:t>a,b,cin</a:t>
            </a:r>
            <a:r>
              <a:rPr lang="en-IN" dirty="0"/>
              <a:t>;</a:t>
            </a:r>
          </a:p>
          <a:p>
            <a:r>
              <a:rPr lang="en-IN" dirty="0"/>
              <a:t>output carry;</a:t>
            </a:r>
          </a:p>
          <a:p>
            <a:r>
              <a:rPr lang="en-IN" dirty="0"/>
              <a:t>table</a:t>
            </a:r>
          </a:p>
          <a:p>
            <a:r>
              <a:rPr lang="en-IN" dirty="0"/>
              <a:t>// a    b    </a:t>
            </a:r>
            <a:r>
              <a:rPr lang="en-IN" dirty="0" err="1"/>
              <a:t>cin</a:t>
            </a:r>
            <a:r>
              <a:rPr lang="en-IN" dirty="0"/>
              <a:t>    :  carry</a:t>
            </a:r>
          </a:p>
          <a:p>
            <a:r>
              <a:rPr lang="en-IN" dirty="0"/>
              <a:t>   0    0      0    :    0;</a:t>
            </a:r>
          </a:p>
          <a:p>
            <a:r>
              <a:rPr lang="en-IN" dirty="0"/>
              <a:t>   0    0      1    :    0;</a:t>
            </a:r>
          </a:p>
          <a:p>
            <a:r>
              <a:rPr lang="en-IN" dirty="0"/>
              <a:t>   0    1      0    :    0;</a:t>
            </a:r>
          </a:p>
          <a:p>
            <a:r>
              <a:rPr lang="en-IN" dirty="0"/>
              <a:t>   0    1      1    :    1;</a:t>
            </a:r>
          </a:p>
          <a:p>
            <a:r>
              <a:rPr lang="en-IN" dirty="0"/>
              <a:t>   1    0      0    :    0;</a:t>
            </a:r>
          </a:p>
          <a:p>
            <a:r>
              <a:rPr lang="en-IN" dirty="0"/>
              <a:t>   1    0      1    :    1;</a:t>
            </a:r>
          </a:p>
          <a:p>
            <a:r>
              <a:rPr lang="en-IN" dirty="0"/>
              <a:t>   1    1      0    :    1;</a:t>
            </a:r>
          </a:p>
          <a:p>
            <a:r>
              <a:rPr lang="en-IN" dirty="0"/>
              <a:t>   1    1      1    :    1;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564312" y="665020"/>
            <a:ext cx="3371928" cy="3108543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sz="1400" dirty="0"/>
              <a:t>Using Don’t care</a:t>
            </a:r>
          </a:p>
          <a:p>
            <a:r>
              <a:rPr lang="en-IN" sz="1400" dirty="0" smtClean="0"/>
              <a:t>primitive </a:t>
            </a:r>
            <a:r>
              <a:rPr lang="en-IN" sz="1400" dirty="0" err="1"/>
              <a:t>adder_carry</a:t>
            </a:r>
            <a:r>
              <a:rPr lang="en-IN" sz="1400" dirty="0"/>
              <a:t> (</a:t>
            </a:r>
            <a:r>
              <a:rPr lang="en-IN" sz="1400" dirty="0" err="1"/>
              <a:t>carry,a,b,cin</a:t>
            </a:r>
            <a:r>
              <a:rPr lang="en-IN" sz="1400" dirty="0"/>
              <a:t>);</a:t>
            </a:r>
          </a:p>
          <a:p>
            <a:r>
              <a:rPr lang="en-IN" sz="1400" dirty="0"/>
              <a:t>input </a:t>
            </a:r>
            <a:r>
              <a:rPr lang="en-IN" sz="1400" dirty="0" err="1"/>
              <a:t>a,b,cin</a:t>
            </a:r>
            <a:r>
              <a:rPr lang="en-IN" sz="1400" dirty="0"/>
              <a:t>;</a:t>
            </a:r>
          </a:p>
          <a:p>
            <a:r>
              <a:rPr lang="en-IN" sz="1400" dirty="0"/>
              <a:t>output carry;</a:t>
            </a:r>
          </a:p>
          <a:p>
            <a:r>
              <a:rPr lang="en-IN" sz="1400" dirty="0"/>
              <a:t>table</a:t>
            </a:r>
          </a:p>
          <a:p>
            <a:r>
              <a:rPr lang="en-IN" sz="1400" dirty="0"/>
              <a:t>// a    b    </a:t>
            </a:r>
            <a:r>
              <a:rPr lang="en-IN" sz="1400" dirty="0" err="1"/>
              <a:t>cin</a:t>
            </a:r>
            <a:r>
              <a:rPr lang="en-IN" sz="1400" dirty="0"/>
              <a:t>    :  carry</a:t>
            </a:r>
          </a:p>
          <a:p>
            <a:r>
              <a:rPr lang="en-IN" sz="1400" dirty="0"/>
              <a:t>   0    0      ?    :    0;</a:t>
            </a:r>
          </a:p>
          <a:p>
            <a:r>
              <a:rPr lang="en-IN" sz="1400" dirty="0"/>
              <a:t>   0    </a:t>
            </a:r>
            <a:r>
              <a:rPr lang="en-IN" sz="1400" dirty="0" smtClean="0"/>
              <a:t>1      </a:t>
            </a:r>
            <a:r>
              <a:rPr lang="en-IN" sz="1400" dirty="0"/>
              <a:t>0    :    0;</a:t>
            </a:r>
          </a:p>
          <a:p>
            <a:r>
              <a:rPr lang="en-IN" sz="1400"/>
              <a:t>   </a:t>
            </a:r>
            <a:r>
              <a:rPr lang="en-IN" sz="1400" smtClean="0"/>
              <a:t>1    </a:t>
            </a:r>
            <a:r>
              <a:rPr lang="en-IN" sz="1400" dirty="0"/>
              <a:t>0      0    :    0;</a:t>
            </a:r>
          </a:p>
          <a:p>
            <a:r>
              <a:rPr lang="en-IN" sz="1400" dirty="0"/>
              <a:t>   ?    1      1    :    1;</a:t>
            </a:r>
          </a:p>
          <a:p>
            <a:r>
              <a:rPr lang="en-IN" sz="1400" dirty="0"/>
              <a:t>   1    0      1    :    1;</a:t>
            </a:r>
          </a:p>
          <a:p>
            <a:r>
              <a:rPr lang="en-IN" sz="1400" dirty="0"/>
              <a:t>   1    1      0    :    1;</a:t>
            </a:r>
          </a:p>
          <a:p>
            <a:r>
              <a:rPr lang="en-IN" sz="1400" dirty="0" err="1"/>
              <a:t>endtable</a:t>
            </a:r>
            <a:endParaRPr lang="en-IN" sz="1400" dirty="0"/>
          </a:p>
          <a:p>
            <a:r>
              <a:rPr lang="en-IN" sz="1400" dirty="0" err="1"/>
              <a:t>endprimitive</a:t>
            </a:r>
            <a:endParaRPr lang="en-IN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38280" y="615240"/>
              <a:ext cx="8625960" cy="43416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8200" y="605520"/>
                <a:ext cx="8652600" cy="436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032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E60E7C-9340-4E78-8FF1-5B9A5C8058C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68012" y="-57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 bwMode="auto">
          <a:xfrm>
            <a:off x="7859712" y="4076700"/>
            <a:ext cx="2220915" cy="1638303"/>
          </a:xfrm>
          <a:prstGeom prst="rect">
            <a:avLst/>
          </a:prstGeom>
          <a:solidFill>
            <a:srgbClr val="333399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rgbClr val="000066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11512" y="139761"/>
            <a:ext cx="2899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UDP of 4 to 1 Multiplexer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512" y="661555"/>
            <a:ext cx="4114800" cy="4247317"/>
          </a:xfrm>
          <a:prstGeom prst="rect">
            <a:avLst/>
          </a:prstGeom>
          <a:solidFill>
            <a:schemeClr val="accent3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primitive mux_4to1 </a:t>
            </a:r>
            <a:r>
              <a:rPr lang="en-IN" dirty="0" smtClean="0"/>
              <a:t>(y,s1,s0,i3,i2,i1,i0);</a:t>
            </a:r>
            <a:endParaRPr lang="en-IN" dirty="0"/>
          </a:p>
          <a:p>
            <a:r>
              <a:rPr lang="en-IN" dirty="0"/>
              <a:t>input s1,s0,i3,i2,i1,i0;</a:t>
            </a:r>
          </a:p>
          <a:p>
            <a:r>
              <a:rPr lang="en-IN" dirty="0"/>
              <a:t>output y;</a:t>
            </a:r>
          </a:p>
          <a:p>
            <a:r>
              <a:rPr lang="en-IN" dirty="0"/>
              <a:t>table</a:t>
            </a:r>
          </a:p>
          <a:p>
            <a:r>
              <a:rPr lang="en-IN" dirty="0"/>
              <a:t>// s1   s0   i3   i2   i1   i0   :   y</a:t>
            </a:r>
          </a:p>
          <a:p>
            <a:r>
              <a:rPr lang="en-IN" dirty="0"/>
              <a:t>   0    0      ?    ?    ?    0    :   0;</a:t>
            </a:r>
          </a:p>
          <a:p>
            <a:r>
              <a:rPr lang="en-IN" dirty="0"/>
              <a:t>   0    0      ?    ?    ?    1    :   1;</a:t>
            </a:r>
          </a:p>
          <a:p>
            <a:r>
              <a:rPr lang="en-IN" dirty="0"/>
              <a:t>   0    1      ?    ?    0    ?    :   0;</a:t>
            </a:r>
          </a:p>
          <a:p>
            <a:r>
              <a:rPr lang="en-IN" dirty="0"/>
              <a:t>   0    1      ?    ?    1    ?    :   1;</a:t>
            </a:r>
          </a:p>
          <a:p>
            <a:r>
              <a:rPr lang="en-IN" dirty="0"/>
              <a:t>   1    0      ?    0    ?    ?    :   0;</a:t>
            </a:r>
          </a:p>
          <a:p>
            <a:r>
              <a:rPr lang="en-IN" dirty="0"/>
              <a:t>   1    0      ?    1    ?    ?    :   1;</a:t>
            </a:r>
          </a:p>
          <a:p>
            <a:r>
              <a:rPr lang="en-IN" dirty="0"/>
              <a:t>   1    1      0    ?    ?    ?    :   0;</a:t>
            </a:r>
          </a:p>
          <a:p>
            <a:r>
              <a:rPr lang="en-IN" dirty="0"/>
              <a:t>   1    1      1    ?    ?    ?    :   1;</a:t>
            </a:r>
          </a:p>
          <a:p>
            <a:r>
              <a:rPr lang="en-IN" dirty="0" err="1"/>
              <a:t>endtable</a:t>
            </a:r>
            <a:endParaRPr lang="en-IN" dirty="0"/>
          </a:p>
          <a:p>
            <a:r>
              <a:rPr lang="en-IN" dirty="0" err="1"/>
              <a:t>endprimitive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24800" y="672840"/>
              <a:ext cx="8495280" cy="45910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600" y="660600"/>
                <a:ext cx="8507160" cy="461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33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MIS Template">
  <a:themeElements>
    <a:clrScheme name="MIS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IS Templat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333399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IS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S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S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4112</TotalTime>
  <Words>572</Words>
  <Application>Microsoft Office PowerPoint</Application>
  <PresentationFormat>Custom</PresentationFormat>
  <Paragraphs>103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MIS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Publication Reward</dc:title>
  <dc:creator>Admin</dc:creator>
  <cp:lastModifiedBy>mylaptop</cp:lastModifiedBy>
  <cp:revision>440</cp:revision>
  <dcterms:created xsi:type="dcterms:W3CDTF">2017-10-27T12:24:27Z</dcterms:created>
  <dcterms:modified xsi:type="dcterms:W3CDTF">2023-12-10T16:35:41Z</dcterms:modified>
</cp:coreProperties>
</file>