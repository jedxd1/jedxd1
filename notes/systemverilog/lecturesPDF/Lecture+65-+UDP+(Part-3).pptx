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5"/>
  </p:notesMasterIdLst>
  <p:sldIdLst>
    <p:sldId id="394" r:id="rId2"/>
    <p:sldId id="429" r:id="rId3"/>
    <p:sldId id="437" r:id="rId4"/>
  </p:sldIdLst>
  <p:sldSz cx="10080625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00CC00"/>
    <a:srgbClr val="CC00CC"/>
    <a:srgbClr val="9966FF"/>
    <a:srgbClr val="00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93" autoAdjust="0"/>
  </p:normalViewPr>
  <p:slideViewPr>
    <p:cSldViewPr>
      <p:cViewPr>
        <p:scale>
          <a:sx n="73" d="100"/>
          <a:sy n="73" d="100"/>
        </p:scale>
        <p:origin x="-1498" y="-595"/>
      </p:cViewPr>
      <p:guideLst>
        <p:guide orient="horz" pos="1800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1T15:52:19.9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20662 3307 1831,'3'2'91,"0"-2"3,-1 1-48,8 2-127,-4-7-315,0 2 0,-4 1 0,2-1 0</inkml:trace>
  <inkml:trace contextRef="#ctx0" brushRef="#br0" timeOffset="23321.2949">19518 5591 1149,'1'0'80,"2"0"37,0 0 29,1 1 28,-1-1 31,-3 0 39,4 0 40,-2 0 37,-2 0 26,2 0-34,-2 0-20,0 0-32,0 0-27,3 0-26,-6 0-30,6 0-42,-3 0-36,0 0-29,0 2-17,0 3-4,0 4 7,-3 2 0,1 7 3,2 0 5,-6 1 0,6 2 6,0-5-3,-2-2-8,2-1-7,0-3-16,0-3-39,0-1-55,0-1-148,0-4-247,-2-5-516,-1 4 0,-4-2 0,1 2 0</inkml:trace>
  <inkml:trace contextRef="#ctx0" brushRef="#br0" timeOffset="23611.228">19443 5796 727,'0'3'164,"0"-1"75,0 0 43,1-1 25,1 1 22,1-2 33,1 0 34,6-1 20,5 1 18,1 0-78,8-2-74,-2 0-72,0 0-70,-2 2-95,-5 0-112,-1-3-270,-9-10-520,-3 10 0,-1-2 0</inkml:trace>
  <inkml:trace contextRef="#ctx0" brushRef="#br0" timeOffset="24026.9608">19417 5586 2069,'4'0'88,"7"0"19,3 0 7,1 0 1,2 0-5,-2 0-67,-1 0-150,-3-9-400,-1 8 0,-2-2 0,-1 1 0</inkml:trace>
  <inkml:trace contextRef="#ctx0" brushRef="#br0" timeOffset="24683.8071">19903 5576 850,'0'0'96,"0"0"28,0 0 18,0-2 12,2 0 14,-2 1 14,-2-1-7,0-1 14,-1 2 11,-4 1-61,-1 0-25,-3 0-19,1 4-7,-1 0 11,-2 4 20,4 2 13,-1 2 54,2 0 29,1 2 13,4 4 10,0 0 8,0-1-4,3 3-12,0-1-16,0-3-33,0 1-27,0-4-45,0 0-40,0-3-32,0-4-34,0 2-44,0-4-71,-1 3-94,1-6-273,-6 0-437,0-1 0,-3 0 0</inkml:trace>
  <inkml:trace contextRef="#ctx0" brushRef="#br0" timeOffset="24959.1121">19705 5755 1404,'2'2'209,"2"-2"40,3 0 23,4 1 6,4-4 2,2 2-1,7 1-54,2-3-238,-3-35-623,3 29 0,-6 0 0,1-3 0</inkml:trace>
  <inkml:trace contextRef="#ctx0" brushRef="#br0" timeOffset="25882.3259">20426 5541 2106,'-1'5'137,"-3"5"50,0 0 21,-5 7 29,2 0 27,6 2 21,-4 1 17,2 0 11,3-1 9,0-1-79,0-1-54,0-2-46,0-4-20,0-1-30,0-1-40,0-4-69,0-1-96,0-3-241,7-7-591,-7 5 0,-3-2 0,2-1 0</inkml:trace>
  <inkml:trace contextRef="#ctx0" brushRef="#br0" timeOffset="26288.6951">20382 5688 1346,'0'-2'146,"0"-1"44,0-2 32,0-2 11,0-5 14,-4-2 17,1-1 18,3-2 36,-3-2 46,3-2-94,0 2-24,0-1-33,0 1-23,0 3-10,3 2-15,5 3-11,2-1-19,1 3-37,4 3-48,-2-1-13,-1 2-11,1 2-7,1 2-12,-3-1 0,0 2-3,-3 3-6,-2 2 1,-2 3 1,-3 3 1,-1 6-9,-1-2-9,-4 1 1,-4-2 2,-2 0-2,-4-5-46,0 3-104,9-8-248,-7-5-525,5 1 0,3 0 0,0-2 0</inkml:trace>
  <inkml:trace contextRef="#ctx0" brushRef="#br0" timeOffset="27012.4724">20579 5541 1834,'0'0'166,"0"0"52,1 0 16,-1 0 16,3 0 25,4 0 24,-1 0 22,2 0 22,0 0 21,5 0-106,-1 0-41,3 4-44,-2 5-11,-1-1-14,1 8-17,-5 0-24,-1 2-19,-4-1-23,0-1-21,-3-1-13,0-4-4,0 1-12,0-3-4,0 0-4,0-4-6,-2 0-7,-2-3-1,-1-2-2,-1 0-7,-2 0-5,-2-4-13,4-1-4,1-3-4,1-1-4,4-3-6,0 1-5,0-1-6,4 2-2,-1-1 4,6 1-1,4 2 7,2-1-1,3-1-2,-3 2 2,1 3 4,-4-2 7,-1 3 1,-4 0-21,-1 3-42,-2 1-45,-4 0-49,0-3-114,4 1-132,-4 2-264,3 0 0,-3-3 0,0 2 0</inkml:trace>
  <inkml:trace contextRef="#ctx0" brushRef="#br0" timeOffset="27800.8256">21038 5586 704,'-4'0'160,"4"0"68,0 0 51,0 0 34,-2 0 25,4 0 31,-2 0 31,0 0 21,0 0 15,0 0-86,0 0-60,0 0-62,0 0-45,0 0-24,0 0-14,0 0-15,0 0-15,3 0-15,0 0-12,3 0-2,4 0-2,4 0-2,0 0-2,4 0-7,-2 0-8,0 0-11,3 0-14,-2 0-2,-3 0 2,-3 0-5,-3 0-6,-3 0-3,-3 0-4,-1 0-3,-1 0-4,3 0-15,-3 0-10,0 0-29,0 0-32,0 2-55,0 1-102,0 0-126,0 0-224,-3-17-385,-1 17 0,-4-1 0,-2-2 0</inkml:trace>
  <inkml:trace contextRef="#ctx0" brushRef="#br0" timeOffset="28273.3841">21017 5724 466,'0'0'45,"-1"0"42,1 0 59,0 3 62,0 0 46,0 0 43,0 1 38,0-4 38,1 1 41,5-1-6,-2 0 17,6-1-18,1 1-38,0 0-44,3 0-29,1 0-35,2 0-35,-1 0-36,-3 0-41,-1 0-23,-1 0-35,-4 0-39,-1 0-41,1 2-77,-2 1-146,5-2-301,-7-16-521,1 15 0,0-3 0</inkml:trace>
  <inkml:trace contextRef="#ctx0" brushRef="#br0" timeOffset="29005.4833">21443 5579 1139,'-6'0'67,"1"0"37,-1 3 34,-2-2 20,1 4 23,-3 2 24,3 2 36,-1 2 27,2-1 27,4 2-21,-1 0-6,3-1-25,0 0-18,3-1-5,-1 1-14,4-2-19,2 1-30,3-4-23,3-1-22,4-2-20,1-1-13,-3-2-10,3 0-13,-2-3-13,-1-2-10,-6-1-7,-1-3-7,-4-5-9,-4-1-6,0-2-3,-3-2-5,-3 1 0,-1 1-3,-5 5 0,1 2-1,-5 2 7,1 5-2,2 2-19,-1 0-59,4 3-113,3 0-273,3 4-424,2 1 0,1 1 0,1 1 0</inkml:trace>
  <inkml:trace contextRef="#ctx0" brushRef="#br0" timeOffset="29446.6425">21906 5870 2601,'0'0'55,"0"1"43,0-1 26,0 1 28,0 1 46,0 0 45,0-1 32,0 1 20,0 2 26,0 1-29,-4 3-6,-7 1-38,1 6-30,-8 1-21,-4 1-60,0 1-139,-1 1-331,-5-3-748,2-5 0,2-5 0</inkml:trace>
  <inkml:trace contextRef="#ctx0" brushRef="#br0" timeOffset="34548.1443">22705 5411 444,'0'0'76,"0"0"49,0 0 36,0 0 35,0 1 27,0-1 28,0 2 29,0-2 28,0 0 29,0-2-26,0 2-5,0 0-31,0 0-23,0 0-22,0 0-19,0 0-21,0 0-22,0 0-22,0 0-22,0-1-19,0 0-22,0 0-19,0-3-9,0 1-14,0 1-7,-1-1-7,-2 0-7,-3 2-5,-3 1-7,-1 0-3,0-2-1,-5 2 7,4 0-5,-3 0 4,2 3-3,-1 0 0,2 2 2,0 2-3,1 1 3,2 0 2,2 2 1,2-4-5,3 2 1,0 1 3,1-2 0,1 2 5,4-1-2,-1-2 4,5 0-11,3-3-17,0-1-27,3-2-51,0 0-56,-1 0-63,1-2-63,0-1-46,-5-3-16,0-3-5,-5-3 8,1 1 32,-2 2 63,-1-1 91,-2 5 81,-1 2 78,4 0 69,-4 2 43,0-1 14,0 2 5,0 0 2,0 0-10,0-2-29,0 2-31,0 0-11,0 2 6,-4 0 20,3 2 24,-2 2 29,-1 3 21,0 3 9,-2 1 9,2 3-1,0 3 2,1 4-10,-3 0-17,2 3-25,-3 1-22,2-2-25,-1 1-21,1-1-7,-4 0-15,1-1-6,0-3-11,1-1-4,1-2-9,2-6-3,1-1 1,2-4-2,-2-2 3,6-1-4,-3-2 3,0-2 2,0 0-2,0 1 1,0-2 0,1 0 4,2-4-3,3 0-2,2-5-1,0-1-1,5-5-7,2-2-2,0-1-3,-2 1-3,2 2 0,0 2-5,-5 0 0,4 4-3,-6 3-9,-1 0-24,0 3-60,-2 2-133,3 1-233,-4-13-545,4 11 0,2-3 0,3-2 0</inkml:trace>
  <inkml:trace contextRef="#ctx0" brushRef="#br0" timeOffset="34938.1454">22977 5504 2704,'0'0'174,"4"0"39,-1 0 29,6-1 29,4 1 31,1 0 24,4-3 12,2 2 6,-1-1 2,-1 0-114,1 1-59,-8-2-47,-4 2-55,-4 1-90,0 0-104,-3-2-135,0 2-198,-3-5-545,1 5 0,-6 2 0,1 1 0</inkml:trace>
  <inkml:trace contextRef="#ctx0" brushRef="#br0" timeOffset="35198.3253">22953 5630 2589,'0'1'191,"3"2"51,5-2 26,5 0 14,-2-1 6,4 0 2,5 0 2,-4 0-2,1 0-47,1 0-250,3 0-346,-6-39-570,-1 34 0,0 1 0</inkml:trace>
  <inkml:trace contextRef="#ctx0" brushRef="#br0" timeOffset="36173.6397">23487 5460 684,'0'0'35,"0"0"25,0 0 17,0 0 23,0 1 40,0 1 45,-1 2 31,-2 2 23,-1 0 27,0-2 0,-2 1 1,-1-2-19,1 3-13,0 0-18,0-2-32,-1 3-34,2 2-20,2-2-4,-1 3-16,0-1-22,1 2-6,1-2-3,1 1-4,0 2 0,1 0-9,0-2-9,0-1-11,1 2-20,-1-3-9,1 0-3,1 0-4,3-1 3,3-2 2,1 0-1,1-1 1,4-2 3,1-1 0,-1-1 1,1 0-10,2-1-5,-2-1-5,0-2-9,-5-1-5,0-2-5,-3-2 1,-3 0-5,0 0-1,0-2-5,0 2 2,-4-2-5,2 0-12,-2-1 0,0 1-26,-6 1-34,-1 0-169,-7-7-525,-8 9 0,-4 0 0,-3 0 0</inkml:trace>
  <inkml:trace contextRef="#ctx0" brushRef="#br0" timeOffset="40012.9677">19518 6355 530,'0'0'38,"0"0"46,0 2 59,0-1 47,0 1 31,0 2 32,1-2 33,-1 1 29,2-3 23,-2 0-6,0 0 10,0 0-30,1 0-55,-1 0-45,0 0-27,0 0-31,0 0-32,0 0-24,0 0-19,1 0-11,-1 0-15,0 0-9,0 0 1,0 0 5,0 0 4,0 1 6,0 2 3,0-1 10,0 4 6,0 1 2,0 2 1,0 6 3,0 2-2,-2 5-4,-1 2-2,-1 1-6,2 0-1,-3 0-11,3-5-10,1-3-8,0-5-8,1-3-5,0-2-3,0-3 0,0-2-2,0-2-9,0 0-21,0 0-39,0 0-109,0-2-156,2-4-254,-1 2-419,-1-1 0,0 1 0,-2-2 0</inkml:trace>
  <inkml:trace contextRef="#ctx0" brushRef="#br0" timeOffset="40638.0146">19375 6649 1108,'2'0'135,"0"1"34,1-1 23,1 2 17,-1 0 16,0-1 26,-1 1 29,0-2 27,2 0 33,-2 0-70,3-2-28,2 2-16,0 0-7,2 0 6,3 0 0,4 0-16,5 0-24,0 0-22,4 0-34,3 0-19,-6 0-17,-4 0-25,-4 0-38,-5 2-53,-3 0-48,-4 1-61,-2-1-40,0 1-71,1-2-153,21-5-518,-19 3 0,-1 0 0,-3-3 0</inkml:trace>
  <inkml:trace contextRef="#ctx0" brushRef="#br0" timeOffset="41420.8272">19406 6307 715,'0'0'45,"-3"0"32,3 0 51,0 3 64,0-3 52,0 1 39,0 0 28,0 2 24,0-3 27,4 0-1,0 0 4,2 0-13,5 0-38,1 0-52,4 0-48,3 0-36,4 0-27,0 0-53,-1 1-111,0 2-210,10-6-727,-17 6 0,0-3 0,-2 0 0</inkml:trace>
  <inkml:trace contextRef="#ctx0" brushRef="#br0" timeOffset="42493.4673">20019 6316 324,'0'0'113,"0"0"56,0-1 48,0 1 37,0 0 26,0 0 25,0 0 24,0 0 25,0 0 22,0 0-42,0 0-27,0 0-35,0 0-32,1 0-20,-1 0-6,0-1-16,0-1-18,0 2-24,0-1-18,0 0-23,0 1-20,0 0-22,0-3-20,0 3-17,0-2-20,-1-1-12,-3 2-7,3 0-3,-4-1-2,-2 2-2,2 0-1,-2-2 2,-1 2 6,3 0-4,-2 0 3,-1 3 0,0 0 0,-4 2 1,4 7 2,-3 0 0,-2 4 2,1 2 4,1 2 0,2 6 11,3 0 1,4 4 5,2 0 8,0-2 2,0 0 4,2-4 4,-2-1-1,0-4-5,0-2 2,0-4-7,-2-4-5,1-1-9,-2-3-27,-1 2-37,-3-4-89,1 3-143,4-6-270,-9 1-378,4-1 0,1-2 0,-1-4 0</inkml:trace>
  <inkml:trace contextRef="#ctx0" brushRef="#br0" timeOffset="42772.7174">19741 6567 1293,'0'2'185,"3"-2"57,1 0 42,3 1 62,4-2 43,5-1 35,3 0 27,3-1 12,8 1 8,2-2-135,5 2-69,-1 2-161,5-1-417,-10 1-678,-5-3 0,-8-1 0,-1 2 0</inkml:trace>
  <inkml:trace contextRef="#ctx0" brushRef="#br0" timeOffset="43988.698">20555 6326 568,'-1'0'44,"1"0"5,0 0 18,0 0 34,0 0 48,0 2 51,-4 1 42,4 2 37,0 1 26,-2-1-3,2 0 24,-1-3 15,0 2 12,-2 1-10,-1 1-32,1 3-29,-4 3-24,0 4-31,-1 7-26,0 1-31,0 2-30,1 1-18,2-5-30,5-4-31,-3-2-56,6-6-153,-3-4-274,-3-38-571,2 27 0,0 0 0,-1-6 0</inkml:trace>
  <inkml:trace contextRef="#ctx0" brushRef="#br0" timeOffset="44653.9929">20421 6298 774,'0'0'117,"3"0"27,-2 0 24,0 0 21,2 0 18,5 0 24,-1 0 29,-1 0 33,4 0 12,-1 0-50,1-2-16,2 2-3,3-1-2,1 0-6,1 0-1,-1-1-11,2 2-26,-1 0-30,-2 0-12,-1 0-29,0 2-21,-4 3-27,-2 1-26,-4 2-18,-4 2-23,0 1-11,-5 1-12,-5 0-2,-1-1-12,-6-4-29,-1 0-74,3-1-200,7-6-578,-2 0 0,3 0 0,7 0 0</inkml:trace>
  <inkml:trace contextRef="#ctx0" brushRef="#br0" timeOffset="45227.8892">20693 6384 2182,'0'0'168,"0"0"62,1 0 52,3 0 42,0 0 31,5 0 22,3 0 9,0 1 6,3 4 5,-2 4-111,1 3-53,-4 5-63,-3 0-54,0 2-44,-4 2-30,-2-2-24,-1-2-11,-1-2-8,1-2-10,0-6-2,-3-1 3,-1-1 0,-3-5 4,-4 2 4,5-2-5,-4-4-1,5 1-6,-1-5-6,4-5-12,0-3-7,2 0-7,0-2-7,3 4-9,4-1-3,1 4 3,5 4 5,5 0 9,0 1 15,-3 1 11,-1 3 6,-3-1-22,0 2-77,-6 1-146,5-4-239,-6 4-397,-1 0 0,3-1 0,-2 0 0</inkml:trace>
  <inkml:trace contextRef="#ctx0" brushRef="#br0" timeOffset="45627.204">21027 6437 1139,'0'3'167,"4"1"45,-1-1 32,2-2 24,1 2 25,2-1 43,3-1 29,-1-1 15,4 0 10,0 0-92,-3-1-81,0 2-81,-4-1-114,-2 2-128,-2-2-180,0-4-142,-3 5-301,-3-2 0,0 1 0,-6 1 0</inkml:trace>
  <inkml:trace contextRef="#ctx0" brushRef="#br0" timeOffset="45856.9943">20998 6588 1754,'7'3'141,"3"-1"28,6 2 19,6-2 6,2-1 1,2 2-14,2-3-123,1-5-202,-7 4-403,-5 1 0,-2-3 0,-5 0 0</inkml:trace>
  <inkml:trace contextRef="#ctx0" brushRef="#br0" timeOffset="46436.1314">21388 6375 748,'0'0'109,"0"0"39,0 0 23,0 3 27,0-2 47,0-1 32,0 3 34,0 0 30,-2 2 50,-2 0-37,2 2-3,-3 0-18,0 3 3,0 4-15,1 0-35,0 4-25,2 2-26,1 1-31,0 1-42,0-4-33,1 1-30,0-3-15,0-4-24,0-3-29,0-2-20,0-4-31,0 0-69,0 1-130,1-2-316,-4-1-531,0 3 0,1-4 0,0 0 0</inkml:trace>
  <inkml:trace contextRef="#ctx0" brushRef="#br0" timeOffset="47000.9402">21663 6671 1125,'0'0'211,"0"3"66,0-3 52,0 1 50,0 2 34,0-3 27,0-3 20,0 3 18,2 0 14,-2 3-122,1-1-68,1 4-60,-2 2-50,-2 4-46,-3 1-45,-13 2-93,4 2-441,-24-3-673,-4-4 0,-6-5 0,1-7 0</inkml:trace>
  <inkml:trace contextRef="#ctx0" brushRef="#br0" timeOffset="48664.9188">22285 6437 1859,'-3'4'110,"-2"6"52,-3 0 31,0 6 31,0-2 25,1 3 15,-3 0 20,2 4 21,-1-5 16,3 1-62,0-3-28,3-4-48,2-4-20,1 0-21,-1-5-29,1 2-25,1-6-49,-1 0-59,1-1-71,5-5-40,1-3-58,3-3-44,1-2-37,2-3-15,-1-1 8,2 3 36,1 5 55,-4 3 69,4 5 94,-1 3 73,-4 2 90,-2 1 64,3 3 51,-2 1 25,-4 3 6,6 3-20,-3-1-19,4 1-32,0-3-46,2-1-79,1-3-133,0-1-174,3-6-239,-5-22-466,1 18 0,-2-3 0,-2-5 0</inkml:trace>
  <inkml:trace contextRef="#ctx0" brushRef="#br0" timeOffset="48943.9301">22601 6326 2378,'3'-3'148,"-3"0"18,0-1 2,0 0 9,0 2 25,0 2 35,0 1 37,-3 3 37,-1 1 24,-2 3-96,-1 7-33,2 0-18,-2 2 1,3 1-11,1-2-48,-1 0-96,2-1-158,0-3-278,0-27-604,-3 22 0,4 0 0,-4-4 0</inkml:trace>
  <inkml:trace contextRef="#ctx0" brushRef="#br0" timeOffset="49364.349">22735 6454 2190,'0'0'85,"0"0"33,0 0 54,-1 0 26,-3 2 50,-3 3 21,0 2 19,0 2 18,-1 2 12,4 1-58,2-4 9,5 1-24,4-3-49,10-4-22,2 0-48,8-2-22,2-4-22,-4-1-25,-6-4-22,-8 3-31,-8-6-22,-3-1-14,-4-3-4,-8 1-18,0 0-1,-5 2-15,-1 5-33,6 6-103,4 1-90,6 1-168,8-11-418,2 10 0,6-2 0</inkml:trace>
  <inkml:trace contextRef="#ctx0" brushRef="#br0" timeOffset="49780.7263">22902 6411 3546,'0'0'154,"4"3"48,2 1 23,4 3 7,2 3 3,3 2 0,-1 2 2,-3-1 0,-7 0-2,2-1-65,-6-3-86,0-2-50,0 1-26,0-6-10,0 2 2,0-3-4,-3-1-3,0-1-5,3-3-1,-1-6-8,2-2-6,5-4-5,6-2 2,1 2 4,5 3-4,4 2 6,0 6-1,-5 1-12,-3 3-67,-2 1-108,-1 1-173,-1-5-162,-4 4-312,-4 0 0,0 0 0,0 0 0</inkml:trace>
  <inkml:trace contextRef="#ctx0" brushRef="#br0" timeOffset="50402.9462">23167 6426 2842,'3'0'144,"-2"0"58,0 0 49,2 3 25,-3 1 22,2 0 10,-2 6 6,1-1 3,-1 4 4,0 2-122,0 0-21,0-2-55,0-1-48,0-6-25,0 0-22,0-3-13,0-2-15,0-2-12,0 0-15,3-4-24,1 0-18,0-3-13,3-3-10,3 2-3,-2 3-7,0-1 3,4 3 15,-7 0 19,1 4 17,1-1 32,-5 1 25,1 0 19,0 3 6,-2 0 2,-1 1 6,0 2 5,0-3 0,0 0-5,1 0-15,1-3-24,3 0-7,3-3-11,4 0 4,3 0-3,6-3 0,-3 0 5,0 1 8,2 0 9,-8 3 12,2 1 25,-5 1 6,-2 4 6,-7 0 6,2 4 3,-2 3 2,-2 2-7,0-1-12,-1 0-18,1-4-19,0 0-37,2-3-69,0-1-144,1-2-258,-1-8-508,1 6 0,1 0 0,3-4 0</inkml:trace>
  <inkml:trace contextRef="#ctx0" brushRef="#br0" timeOffset="51138.2535">23632 6520 1485,'-5'-1'166,"-3"1"48,-2-1 29,-1 1 19,0-1 27,0 1 28,2 2 15,1 0 18,0 1 12,4-2-112,2 3-36,2 0-40,5-1-38,4-1-60,5 1-114,3 0-113,1-3-46,1 0-53,-4 2-23,-6-2-12,-4-2 5,-2 4 23,-3 1 53,0 1 73,0-1 111,0 3 120,3-3 100,0-1 76,4 0 26,5-2 10,2 0-8,10-2-32,2-3-42,5-1-33,3-4-28,0-7-46,-3-1-86,0-2-61,-8-3-39,0-1-20,-7-6-33,-3-5-8,-2-4 0,-4 1 18,-6 0 30,2 7 36,-3 5 31,0 6 30,0 7 24,0 5 15,-3 4 29,-1 2 11,-6 5 4,-2 3-4,-6 3-20,-1 6-22,-1 9-9,-5 4-1,3 6 12,4 7 17,4-2 13,8 2 3,5 0-4,8-1-10,3-6-6,4 0-24,5-5-102,14-4-445,-11-7-572,-2-5 0,-1-9 0,-7-2 0</inkml:trace>
  <inkml:trace contextRef="#ctx0" brushRef="#br0" timeOffset="52020.6142">24499 6393 2773,'0'3'55,"-1"1"30,-4 0 36,3 4 30,-3 1 27,-2 2 21,-1 2 18,1 5 12,1 1 4,2-1-2,4-3-22,0 2-16,8-8-30,4 0-27,7-3-24,8-2-25,7-8-27,-2 1-17,-1-6-18,-5-3-28,-7-3-33,-8-2-21,-7-1-11,-4-3 5,-7 0-1,-3 2 10,-7 2 13,-3 6 3,-3 2 20,2 6 2,3 0-23,8 3-76,4-3-188,34-3-614,-26 5 0,3-2 0</inkml:trace>
  <inkml:trace contextRef="#ctx0" brushRef="#br0" timeOffset="52602.8841">24801 6433 3818,'0'4'49,"0"3"52,0 5 22,0 5 10,0 7 3,-4 2 6,2 1 1,-2 4 3,2-4 0,0-6-11,2-5-56,0-3-72,0-6-31,0-4-52,0 0-51,0-3-58,0-3-37,0-1-27,0-3-11,0-5 2,0-5 19,0-4 40,0-5 28,0-5 59,2 1 88,0-2 77,8 2 58,-1 4 43,4 3 8,-1 4-3,6 4-3,-2 5-16,-1 3-7,-1 3-8,1 3-35,-3 2-22,-2 5-19,-3 3-17,-3 3 0,-1 4 0,-3 3-26,-3 2-32,-1-4-39,0-1-67,-1-3-141,2-8-530,-6-2 0,4 0 0,-1-6 0</inkml:trace>
  <inkml:trace contextRef="#ctx0" brushRef="#br0" timeOffset="52944.9123">24949 6496 1682,'16'1'123,"3"-1"8,14 0 2,7 0 5,-8-6-11,3 2-16,-7-6-27,-9-3-5,-2-2-1,-9 1-83,-5 0 0,-3 4 7,-3-1 23,-5 7 24,-5 2 40,-3 2 35,-9 5 52,-2 2 41,2 6 28,3 3 23,7 5 11,9-2 15,6 0-3,6-1-1,9-1-11,7 0-20,5-3-74,8-1-167,17-3-480,-15-5-598,0-2 0,-7-7 0,-5-5 0</inkml:trace>
  <inkml:trace contextRef="#ctx0" brushRef="#br0" timeOffset="53360.478">25347 6408 3646,'0'1'157,"0"4"58,0 0 18,0 5 15,0 2 7,0 5 3,3 4 0,-3 3 2,3-2 6,-1-1-82,0-2-66,-2-7-75,0-3-24,0-6-17,0-1-22,0-2-30,0-2-47,0-4-60,3-4-62,-1-3-23,5-6-14,4-3 15,2 0 22,6 2 29,3 4 58,3 3 54,2 6 55,2 3 53,-3 2-13,-1 0-135,-8-7-715,-2 6 0,-9 0 0,0 0 0</inkml:trace>
  <inkml:trace contextRef="#ctx0" brushRef="#br0" timeOffset="53836.3235">25779 6479 1188,'-2'0'145,"-5"2"53,0-2 43,-1 0 36,-2 0 48,-5 0 34,-1 1 31,-3 2 21,-4 3 16,2 3-76,3 4-61,3-1-59,8 3-37,4-5-22,7-4-58,9 0-103,7-3-171,5-1-124,6 0-48,-2-2-10,-7-2 12,-8 2 83,-6-2 47,-2 2 4,-6 0 43,0 0 117,-1 0 169,1 2 119,-2 3 41,2 1 10,0-1-10,3 4-126,6-3-276,4-18-766,5 12 0,3-5 0,4-9 0</inkml:trace>
  <inkml:trace contextRef="#ctx0" brushRef="#br0" timeOffset="54449.217">26057 6229 3886,'0'-5'119,"0"-1"19,0 0-3,0 1-1,0 1 6,-1 4 14,-5 4 12,-2 1 23,-1 5 16,-4 7-49,3 4-45,2 4-4,4 4 11,4 2 6,0 3-2,0-1-14,0 0-19,0-1-25,0-3-31,0-3-30,0-8-22,0-3-25,0-4-23,0-6-32,-5-3-27,1-2-25,0-5-21,0-3-30,0-6-16,4-3 1,0-5 14,8 2 17,-1 0 15,3 6 33,6 5 28,5 2 57,-3 4 58,2 3 56,-2-3 54,1 3 33,-1 0 17,-4 3 4,-2 1 4,-6 4 4,-1 3-5,-4 5-26,-1 1-30,-1 3-22,0 0-18,1-2-17,-1-4-18,-2 0-24,3-6-60,0 0-144,3-4-309,-6-2-530,6-1 0,-2-4 0,0-10 0</inkml:trace>
  <inkml:trace contextRef="#ctx0" brushRef="#br0" timeOffset="54635.353">26251 6385 5276,'3'-6'71,"-1"-3"10,3 0-3,1 0-4,-4 1-44,2 6-127,-2 0-80,3 2-246,-5-5-559,1 8 0,1 3 0,4 2 0</inkml:trace>
  <inkml:trace contextRef="#ctx0" brushRef="#br0" timeOffset="54928.3006">26425 6458 3453,'0'4'124,"-2"1"41,-3 2 17,-2 2 13,-4 2 3,1 1 3,0 2-8,5 2 6,2-6 18,9 4-38,6-7-67,9-7-44,2 2-18,4-4-22,-2-3-14,-9-3-35,-7-2-4,-4-5-39,-2 1-51,-9-2-84,-2 1-102,0 3-179,-6-6-394,4 12 0,2 3 0,5-1 0</inkml:trace>
  <inkml:trace contextRef="#ctx0" brushRef="#br0" timeOffset="55266.3998">26615 6523 2472,'0'13'202,"0"0"22,0 3 11,0 2 3,0-6-19,0-4-33,1-2-82,6-3-199,4-9-98,3-3-194,1-2-43,6-6-125,-7 1 672,5 1-506,2 2 140,0 3 129,-2 4 91,-2 3 127,-7 5 260,-2 1 122,-5 3 50,1 6 13,-4 5-11,-3 4-115,2 5-400,-6-36-572,1 29 0,2-6 0,4-9 0</inkml:trace>
  <inkml:trace contextRef="#ctx0" brushRef="#br0" timeOffset="57113.0216">22356 7017 2642,'0'0'152,"0"-1"46,0-1 27,0 0 26,0 1 15,0-1 12,0-1 10,0 3 6,0 0 9,0-1-98,-2 1-46,-2-1-41,-7 1-20,-4 0-18,-6 1-8,0 3-6,-7 2-7,2 4-4,2 3-8,5 2 1,4 0-3,6 2-6,7-5-7,2 2-4,5-2 6,10-1-7,9-6-17,9 1-17,8-6-24,3 2-29,-4-4-24,-8-1-29,-10 0-31,-12-1-30,-6-4-30,-10-4-13,-6 1 12,-6 1 17,0 1 21,-1 0 5,5 4-70,8-5-237,3 5-263,10-1 0,9-1 0,6 0 0</inkml:trace>
  <inkml:trace contextRef="#ctx0" brushRef="#br0" timeOffset="57513.4743">22761 6936 2035,'5'-7'115,"-3"-2"35,2-4 15,0-3 24,-4 1 8,0 1 4,-4 1 4,0 6 5,-4 2 32,-7 2-49,0 2-11,-4 3 2,1 5 13,1 3 1,3 2 7,3 8 5,4 4 11,-1 0 23,4 7-14,-2 1-13,2 2-39,-4 1-38,1-2-33,-2-1-51,1-7-49,1-2-37,-1-5-69,2-6-144,5-4-311,-8-43-556,1 33 0,4-6 0,0-1 0</inkml:trace>
  <inkml:trace contextRef="#ctx0" brushRef="#br0" timeOffset="57706.9578">22518 7135 2692,'7'-3'78,"4"0"39,5-1 33,7-1 11,1 5 1,0-1-110,7-5-297,-9 4-388,-7-1 0,-8-1 0,-1-1 0</inkml:trace>
  <inkml:trace contextRef="#ctx0" brushRef="#br0" timeOffset="59822.7059">23275 6938 962,'0'0'71,"0"0"27,2 0 13,-2 0 13,2 0 18,-2 2 20,3-1 30,-3 0 26,0 0 25,0 0-25,0-1-15,0 0-17,0 0-2,0 0-4,0 0-13,1 0-17,-1 0-28,0 2-26,0-2-17,0 0-3,0 1 7,0 3 18,0 1 14,0 2 13,0 1 17,-1 5 6,-2 3 8,-1 1 8,-3 4-8,0-2-13,3 0-14,-1-3-24,3-5-24,-1-1-22,3-4-22,0-1-11,0-3-26,0 1-65,0-2-150,0-1-306,0 0-482,-2 0 0,2-3 0,-2-4 0</inkml:trace>
  <inkml:trace contextRef="#ctx0" brushRef="#br0" timeOffset="60509.283">23218 6877 1608,'0'0'152,"0"0"46,2 2 37,0-2 28,3-2 41,2 2 33,1 0 36,0 0 21,3 0 13,5 0-96,-1 2-39,3 0-40,1 2-34,2 3-26,-2 1-40,3 3-32,-2 0-33,-6 3-25,1 1-14,-7 1-13,-2 0-7,-6 0-6,2-1-2,-2 0-4,-2-3-2,-2 4 4,0 0-4,-5-1 5,1-1 0,-3-1 1,-1 2-1,-1-4-3,-1-2-1,-1-2-3,-3 1-2,-3-5-12,-3 1-21,2-2-19,0-1-18,1-2-41,-1-1-59,8 0-73,3-2-140,29-8-536,-18 6 0,3-1 0,5 0 0</inkml:trace>
  <inkml:trace contextRef="#ctx0" brushRef="#br0" timeOffset="60881.331">23611 7089 3077,'0'0'133,"0"0"66,1 0 41,3-1 25,3 1 11,2 0 14,7 1 5,3-1 2,1 0 2,2 0-84,-2 3-131,3-3-268,3-3-913,-13 3 0,-3 0 0,-1-3 0</inkml:trace>
  <inkml:trace contextRef="#ctx0" brushRef="#br0" timeOffset="61325.4934">23952 6936 2668,'0'0'82,"0"0"64,0 0 81,0 0 48,0 0 29,0 4 29,0 2 17,0 4 20,0 1 26,-3 5-47,0 0-16,2 2-59,-4-2-79,2 4-42,-2 0-26,0 1-28,3-4-11,0 2-31,0-4-30,1-4-10,2-1-9,-1 1-6,6-6-48,4 0-63,8 0-199,41-10-975,-31 5 0,0-1 0,1-1 0</inkml:trace>
  <inkml:trace contextRef="#ctx0" brushRef="#br0" timeOffset="61766.6346">24232 7142 2368,'0'-1'71,"0"-1"40,0-2 20,-4 1 18,-3 0 34,-4 0 44,-6 2 37,-1 0 26,0 2 18,-3 1-32,7 3-19,3 1-39,3 1-22,6 2-11,4-2-24,4-2-50,7 0-65,4-1-76,7-1-55,3-1-36,1 0-17,-10-2-3,-4 0 7,-9 0-6,-3 0 15,2 2 19,-8 0 42,2 2 54,0 3 43,-1-1 24,3 1 2,-3-2-25,3 2-60,14-5-346,-10-2-476,7 0 0,5-2 0,2-7 0</inkml:trace>
  <inkml:trace contextRef="#ctx0" brushRef="#br0" timeOffset="62080.3416">24489 6915 4438,'0'-1'105,"0"-1"30,2 2 17,-2-1 12,2 1 10,-2 3 22,0 5 13,-2 4 7,-3 4 2,-1 5-73,-1 1-27,0 2-32,3 2-10,-3 1-31,6-5-26,1 4-50,-4-6-53,4-2-104,-2-2-141,1-6-275,-7-31-448,-2 25 0,-3-4 0</inkml:trace>
  <inkml:trace contextRef="#ctx0" brushRef="#br0" timeOffset="62291.0568">24369 7124 3410,'7'-5'116,"6"1"33,5-1 15,4 0 5,3 4-7,0 0-38,1 1-113,2-1-247,0-28-577,-6 26 0,-1-2 0,0 1 0</inkml:trace>
  <inkml:trace contextRef="#ctx0" brushRef="#br0" timeOffset="62588.2682">24787 7078 1470,'-3'0'28,"-3"0"36,-2 0 38,-3 2 31,-1 1 41,-2 3 52,-3-1 30,0 5 41,1 1 50,2 1 18,7 0 5,3-1-14,5 1-32,6-3-27,6 0-68,5-2-181,12-3-412,-3 0-580,0-3 0,2-5 0,-5-3 0</inkml:trace>
  <inkml:trace contextRef="#ctx0" brushRef="#br0" timeOffset="63130.5385">24998 6914 570,'0'0'118,"0"3"80,0 0 50,0 2 58,0-1 67,-2 2 58,-2-3 33,4 1 29,-4 0 28,0 2-21,3 1-74,-2 5-76,-3 5-45,-1 1-58,3 5-64,-4 2-59,-1 1-33,1-2-33,3 1-30,-1-6-30,6-5-22,0-2-19,3-4-63,2-4-68,6-1-44,6-2-8,2-2-1,5-3 4,-1-1 5,2-3 33,0 1 71,0-1 65,-4 2 87,-8 5 91,0-1 57,-7 4 14,-3 4 9,-2 3 2,-1 3 0,-1 2-19,-2 2-76,3 1-118,-3-2-203,2-10-897,5 6 0,2-9 0</inkml:trace>
  <inkml:trace contextRef="#ctx0" brushRef="#br0" timeOffset="71206.1879">20608 6867 738,'0'0'92,"0"1"29,0-1 20,3 0 24,-2-1 34,5 1 21,-6 0 17,3 0 15,-2 0 14,0 0-42,1 0-30,-2 0-24,0 0-17,0 0-27,0 0-34,0 0-18,0 1-11,0 1-11,0 0-9,0 2-4,0 1 2,0-1 1,0-1 2,0 4 8,0-2 7,0 0 3,0 2 4,0 1 1,0 0 6,0 2 2,0 0-3,0 4-1,0-3 1,0 6-3,0-3-4,-2 2-2,0-3-1,0 4-4,1-1-6,-2 0-7,-1 0-4,1 4-5,0-4-6,0 0 0,1 2-1,-2-1-2,1-1-9,0 2 5,3-1-4,-3-1 2,-1-1 4,1 2 5,2-3 4,1-2 2,-4 1-1,2-1 2,2 0 0,-2-1-3,0 0 0,-1-1-5,2-1-5,0 0-2,-1 2-6,2-1-2,0 1-2,0-3-2,-1 2 2,1-1-2,0-1-1,0 2 0,0-4-1,-3 2-2,3-2 0,0-1 0,0-1 0,0-1-1,0-1-4,0 1 1,0-2 1,0 2-3,0-3 0,0 0 2,0 0 2,0 0 1,0 0-1,0 0 0,0 0 1,0 0-1,0 0-1,0 0-1,0-3-4,0 1-4,0 0-2,0-3-5,0 1 0,0-1 0,0-1 0,-1 0 1,0-1-1,-1 0 3,-4-1 3,4-4 0,-7 1 0,3-4 3,0-3 2,-1-1-2,0 0 2,3 0-2,-2 0 0,3 5 2,-2 0-1,3 4 2,2 4 0,-2 0 3,2 3-3,0 3 3,0-1-5,0 1 1,-3 0-1,3 0-1,0 0 4,-3 0 0,3 0 0,0 0 1,0 0 5,0 0-1,0 0 6,0 0 4,0 0 3,0 0 4,0 0-2,0 0 2,0 0 0,0 0-2,0 0-2,0 0 0,0 0-2,0 0-4,0 0-1,0 0-5,0 0-1,0 0-3,0 0-2,0 0-2,0 0 3,3 0-3,0 1 3,-1 5 1,4 1-2,-3 5 4,3 2 2,-1 3 0,-1 1 1,-1 1 1,4-5-1,-7 0 3,0-1-4,0-3-1,0-1 1,3-3-1,-2-3-2,-1 4 2,1-4 1,0 1 0,0-2-4,-2 0 1,3 1 3,1-3-1,-3 0-2,3 2 0,-2-2 4,2 0-1,0 0-1,-1 0 1,0 0 0,2-2-1,-4 2-2,1-3 1,1 0 2,-1-2-1,3-1-4,-1 2 1,1 0-1,0-1 0,3 0 0,0-2 3,0 2 0,1 0-1,-2 0-1,1 1 0,0-2 0,1 3 1,-1-4 0,4-3 0,2 0-2,0-2-3,-1-2 1,0-1 0,-3 2-1,-1 0 0,-6 4-2,0 3-6,-2 2 0,0 3-4,0 1 4,0 0 1,0 0-1,0 0 0,0 0 1,0 0 3,-2 0 3,1 0 6,0 0-1,1 1 4,0-1-1,-3 0 0,3 0-1,0 0-2,0 0-5,0 0-24,-1 0-56,1 0-125,0 0-225,-2-8-596,0 7 0,-3-1 0,3-2 0</inkml:trace>
  <inkml:trace contextRef="#ctx0" brushRef="#br0" timeOffset="74123.1596">19518 7858 1257,'0'0'123,"1"0"37,-1 2 34,2-2 31,-2-2 30,0 4 26,1-2 15,-1 0 23,1 0 19,-1-2-71,2 2-16,-2 0-25,0 0-20,0 0-22,0 0-21,0 0-21,0 0-12,0 0-21,0 0-15,0 0-14,0 0-6,0 0 2,0 6-7,0 2-2,-3 4-4,2 4 2,-2 1-5,-1 4 2,3-4-3,0-1-1,0-2-13,1-3-14,-1-1-7,1-4-6,-3 0-3,2-2-8,-1 0 1,1-1-10,-2-2-16,3 1-45,-3 3-81,3-3-200,8-3-762,-13 2 0,3-1 0</inkml:trace>
  <inkml:trace contextRef="#ctx0" brushRef="#br0" timeOffset="74515.0893">19377 8052 1626,'0'3'158,"1"1"45,3 1 27,-1-1 26,1-2 34,3-2 29,0 1 21,3-1 16,2 0 10,2 0-106,3 0-41,-1 0-42,1 0-29,-1 0-25,-3 0-38,-6 0-50,4 0-47,-7 2-43,2-2-49,-4 3-58,3-2-85,2 0-178,19-8-412,-19 7 0,0-3 0,-2-1 0</inkml:trace>
  <inkml:trace contextRef="#ctx0" brushRef="#br0" timeOffset="74963.1065">19447 7855 1636,'0'0'142,"0"0"56,0 0 43,2 0 24,-2 0 22,0 0 30,4 0 33,4 0 28,1 0 15,2 0-110,-2 0-29,1 0-70,0 0-106,-2 0-194,12-2-862,-12 1 0,-1 1 0</inkml:trace>
  <inkml:trace contextRef="#ctx0" brushRef="#br0" timeOffset="75546.5059">19876 7844 1206,'2'0'163,"3"0"36,-3-1 30,1-1 26,0-2 10,-3-1 13,0-1 10,1 0 9,-1 0 3,-1-1-124,-5 2-31,1 2-33,-5 2-27,0 1-25,-1 0 4,0 0 0,1 1 0,-2 5 16,4-1 30,-2 4 22,0 3 8,1 3 13,3 2 6,3 1 9,-1 2-10,-1 1-13,3 0-6,-2-1-26,3 0-30,1-2-23,-3-1-14,3-3-14,0-1-12,-3-3-14,3 0-16,-1-4-20,-2 0-40,-1-1-70,-2-1-158,2-1-274,-3-6-402,-1 3 0,-2 0 0,3-2 0</inkml:trace>
  <inkml:trace contextRef="#ctx0" brushRef="#br0" timeOffset="75775.8228">19658 8017 1710,'1'0'155,"-1"1"30,6-1 45,3 0 49,3-2 57,7 2 40,6-2 19,-1 0 5,1 0-11,0 1-181,-2 1-256,-3-15-875,-1 13 0,-2-2 0</inkml:trace>
  <inkml:trace contextRef="#ctx0" brushRef="#br0" timeOffset="76660.303">20505 7893 380,'0'-1'79,"0"1"60,0 0 49,1-1 52,-1 1 34,1 0 32,0 0 30,2 0 23,-3 0 22,1-1-31,2 1-18,-2-1-44,-1-2-40,0 1-38,0-1-24,0 1-22,0-3-25,0 2-21,0 1-21,0 0-15,-4-1-11,-2 3-11,-2 0-6,-4-1-9,-3 1 0,4 1-4,-7 2 7,0 6 9,-2 1 10,3 5 9,2-1 9,7 3 5,6 1 7,1-1 13,4 1 11,5 3-8,6-3 0,1 0-3,10-3-51,3 1-52,-1-3-119,14-2-451,-15-5-575,-5-3 0,0-3 0</inkml:trace>
  <inkml:trace contextRef="#ctx0" brushRef="#br0" timeOffset="77132.1086">20769 7793 1976,'0'-1'188,"3"1"35,-2-2 23,-1 2 23,0-1 47,0 1 44,0 1 29,0 1 14,0 4 20,-4 6-127,1 4-20,-2 6-15,2 2-4,-3 3-7,4-1-46,0-1-38,2-2-27,0-1-11,0-3-21,0-7-26,0 0-43,0-3-61,0-4-57,0-2-39,0 1-62,0-2-152,0 0-276,0-8-521,0 6 0,-1-1 0,1-1 0</inkml:trace>
  <inkml:trace contextRef="#ctx0" brushRef="#br0" timeOffset="77528.6664">20951 7828 2818,'1'0'132,"0"0"65,-1 0 48,2 4 29,-2 1 17,-2 4 16,1 1 12,-2 6 13,-2 2 6,-1 0-70,2 4-44,-2 0-58,-1-1-47,2-1-30,-1-1-18,1-1-21,2-4-45,-1-2-56,1 0-155,3-5-276,-3-9-619,3 2 0,0 0 0,0-2 0</inkml:trace>
  <inkml:trace contextRef="#ctx0" brushRef="#br0" timeOffset="87773.1953">20930 8033 981,'8'-1'158,"3"-2"57,6-3 43,5-3 26,-3-3 29,1 0 17,5-4 30,-4 1 18,-2 2 18,-2-2-97,-2 4-40,-5 2-52,-2-1-37,-5 5-48,-3 0-32,0 1-10,-3 4-27,-1 0-17,-3 0-17,-4 2-5,0 1-14,-2 2-6,5 2-3,0 1 22,1 2 15,4-1 6,0 3 4,2 2 6,0-2 9,2 2 4,4-2 2,-2 0-3,3-3-22,4-1-79,2-2-213,0-10-766,2 4 0,0-3 0</inkml:trace>
  <inkml:trace contextRef="#ctx0" brushRef="#br0" timeOffset="87822.0447">21293 7938 1605,'3'0'195,"0"0"53,1 0 35,3 0 48,-2 0 37,6 0 30,0 0 25,4 0 20,1 0 15,4 0-134,4 0-26,3 0-42,-2 0-32,0 0-50,-5 0-37,-5 0-50,-7 0-65,-6 0-43,-2 2-63,-2 1-101,-6-2-159,8 1-301,-9 0-354,-5-2 0,6 0 0</inkml:trace>
  <inkml:trace contextRef="#ctx0" brushRef="#br0" timeOffset="87882.8835">21307 8047 810,'-1'2'134,"-2"1"52,1 1 43,1 1 36,0-1 31,-1-1 26,2-3 28,0 0 38,0 0 38,0 0-55,0 0-24,0 0-34,0 0-36,0 0-27,3 0-23,3 0-16,1 0-13,8 0-24,7 0-34,3 0-22,5 0-27,0 0-51,-1 0-36,-4 0-94,-3 2-273,-9-21-779,-5 15 0,-3 1 0,-3-3 0</inkml:trace>
  <inkml:trace contextRef="#ctx0" brushRef="#br0" timeOffset="87928.7598">21779 7846 1609,'1'0'195,"2"0"61,-2 0 48,0 2 34,1-4 22,-2 2 24,0 0 30,3 0 19,-2 0 13,-1 0-127,0 0-52,0 3-40,0 3-31,0 3-16,0 6-11,0 1-14,-1 1-25,-2 3-19,-1 7-8,-3-3-1,-1 2-8,0 1-20,0-2-10,1 0-20,4-5-11,-2 0-7,5-4-13,-2-4 6,2-4-6,0-2-8,0-4-2,-2 1 5,2-3-21,0 0-17,0 0-22,0 0-49,0 0-10,0 0-43,0 0-79,0 0-212,0-13-746,0 9 0,0-1 0</inkml:trace>
  <inkml:trace contextRef="#ctx0" brushRef="#br0" timeOffset="87957.6944">22167 8073 3346,'3'-5'121,"-1"0"35,3-3 24,0 0 22,2 0 14,-1 1 7,0 4 4,-3-2 7,3 2 8,-2 0-96,0 1-21,-1 1-36,-3 0-36,0 1-77,0 0-116,6 0-280,-6 0-575,1 0 0,-3 0 0,3 2 0</inkml:trace>
  <inkml:trace contextRef="#ctx0" brushRef="#br0" timeOffset="87975.6345">22170 8206 2582,'0'7'226,"0"0"58,0 2 28,0 3 16,0-2 9,-3-1 10,-3 0 7,-3 1 4,-1 0 3,-7 1-150,0-1-82,-2 0-94,-3-2-209,13-3-964,-7-1 0,1-3 0</inkml:trace>
  <inkml:trace contextRef="#ctx0" brushRef="#br0" timeOffset="88013.5335">23150 7940 160,'0'-2'41,"0"-1"20,0 0 17,0 2 16,0 0 15,0 1 14,0 0 6,0 0 4,0 0 13,0 0-16,0 0 0,0 1-3,0 0 4,0 1 17,0 0 9,0 0 11,0 0 15,0-1 9,0-1-5,0 2-4,0-2-9,0 0-4,0 0-6,0 0-21,0 0-17,0 0-21,0 0-19,0 0-10,0 0 1,0 1 25,0 3 30,-3 3 15,-2 2 6,-2 1 14,-1 6 3,1 2 6,1 0 4,-1 1 2,2 0-7,5-6-28,0-1-37,-3-3-26,3-3-20,0-2-29,0-2-34,0-1-113,3-1-348,-6 0-616,3-1 0,0-4 0,0-2 0</inkml:trace>
  <inkml:trace contextRef="#ctx0" brushRef="#br0" timeOffset="90089.1347">23034 7890 1839,'0'0'130,"2"1"39,0-1 25,-1 1 16,-1-3 17,2 2 34,-2 0 34,0 0 20,1 0 22,0-1-72,-1 1-35,3 0-26,-3-3-15,2 2-11,-1-1-13,2 0-34,1 0-31,0 2-19,4 0-15,1 0-10,-1 0-14,0 0-8,5 0-9,-3 0-6,-1 0-2,4 0-2,-2 2 0,-3 0-2,3 0-4,-1 0-2,-3 2 2,3 0-3,-2 0-1,-1-1 0,1 3 1,-4 0 0,2 2-2,-3-1 1,1 2-1,-3-1 0,0 1-1,1-1 0,-2 0 1,0 0 0,0 1 1,0-1-2,0 2 1,0-1-1,0-1 0,0-1-1,-2 1 3,0 1-2,-4-3-3,-1 2 2,-1 1 0,1-4 4,0 1-6,-4-1 3,4 1 1,-3-4 1,2 2-2,-3 0 2,0-1 1,1 0 0,-4-1-1,2 1-2,-2-1 2,-1-2-1,-3 3 0,1-2-3,2 0 2,0-1-2,-1 0-2,4 0-3,2 0-4,2 0-16,1 0-28,3 0-76,4 0-173,11-7-795,-8 5 0,-2-1 0,3-3 0</inkml:trace>
  <inkml:trace contextRef="#ctx0" brushRef="#br0" timeOffset="92022.5674">23497 8053 966,'0'0'92,"1"0"18,-1 1 16,2 0 30,2 1 34,-3 1 33,5-2 27,-2 1 20,2-1 15,-2-1-48,3 0-20,-3 0-9,-3 0-8,5 0-20,-1 0-26,4 0-26,-1 0-20,2 0-16,-1 1-16,1-1-8,4 1-7,3 1-6,-1 0-7,2-1-7,4 3-9,-2-2-3,5 2-9,-3 0-2,1-1 2,-3-2-5,-1 2-6,1-3 0,-2 2 0,1 0 1,2 0-4,-3-1 2,1 2-1,-2-1-2,0 0 3,1 1-5,-5-1 5,2 0-1,-3 0-3,2-2 0,0 3 0,-1-2-2,-1 0 1,2 2 0,1-2-1,-3 1 2,2 1-3,0-1 0,-3-1-3,-1 0 1,-2 1-3,-1-1 1,-4-1-1,1 0-2,-2 1-8,-2-1 0,1 0 1,-1 0 0,0 0 3,0 0 1,0 0 4,0 0-1,2 0 0,-2 0 0,0 0-8,0 0-18,1 0-19,-1 0-8,0 0-7,0 0-14,0 0-9,0 0-1,0 0-1,0 0 3,-1 0 16,-4-1 19,1 0 19,-2 1 10,-1-4 8,-1-1 11,-2 0 8,2-1 2,1-3 2,-3 0 0,2 0 1,-3-2 4,3 2 1,-1-3 0,4 5-1,0-2 4,0 5 1,4-2 4,1 5 3,-2-2 7,2 3 9,0 0 3,0 0 3,0 0 7,0 0-2,0-2 0,0 2-2,0 0-1,0 0 3,0 0 2,0 0-4,2 0-5,2 0-4,0 0-1,3 2 0,3 1 0,-2 0 3,3 2-4,1 1-7,1 2-7,-2 0-5,2 1-5,-2-2-3,0 2-7,0-1 0,-4-4-3,0 2-1,-2-2 0,0 1 1,0-2-3,1 0 0,0-1 0,2 2 3,-3-1 1,0 1 1,1-2-1,-5 1 2,-1-2-3,1 0-3,-1-1-3,0 2-1,0-2 0,0 0-1,0 0 0,0 0 3,0 0 3,0 0-2,0 0 2,0 0 3,0 0 4,0 0 2,0 0 2,-2 1 1,-4 0 4,1 2 1,-6 0-1,-3 1 7,1 1 5,-3 2 3,-2 0 0,3 0 3,2-2-2,2-2 0,4 1-10,1-2-33,4 1-93,0-2-220,2-10-626,0 7 0,0 0 0,2-3 0</inkml:trace>
  <inkml:trace contextRef="#ctx0" brushRef="#br0" timeOffset="94289.8191">24656 7984 757,'0'0'115,"0"0"57,0 1 41,2-1 30,-2 0 26,0 0 24,0 3 23,0-3 19,0 0 16,0 0-57,0 0-28,0 0-48,0 0-34,0 0-29,0 0-26,-2 0-23,2 0-20,-4 0-19,2 0-16,-3-3-16,3 3-14,-6-1-10,2 0-5,0-2-1,0 1 1,-1 1-2,-1-5-2,1 4 1,2 0 2,-5 2-1,3-3 0,-3 3 0,2 0 2,1 0 0,-1 0 4,1 0 8,-3 0 10,3 0 4,-1 3 11,-1 1 10,1-1 10,0 4 5,4 2 4,-4-2 3,1 2 1,1-1-4,3 0-9,3 0-2,0-2-14,0 0-8,0-1-5,0 1-5,0-2-5,3 2-5,3-3-7,1 1-6,2-3-12,2 1-19,0-2-21,1 0-22,1 0-24,0 0-23,1-2-19,-3 2-9,0-3 1,-4 0 2,3-2 12,-2 1 15,-1 0 21,-3 1 26,2-2 21,-1 1 23,-3 0 27,2 0 14,0-2 14,-2 2 13,-2-1 11,2 3 10,-2-2 5,4 2 8,-4 0 4,0 0 7,0 2-1,0-1 0,0-1-9,0 2-7,0 0-7,0 0-10,0 0-5,0 0-10,0 0-3,0 0-2,0 0-5,0 0 2,0 0-1,0 0 5,0 0-1,0 0 3,0 0 3,0 3 3,0-1 2,-4 3 4,2 3 11,0 2 21,-4 2 10,-2 2 4,4 3-5,-1 2 6,-1-2 4,3 4-1,-3-3-6,2 3-3,-1-1-18,2-2-21,-1 1-17,1-2-15,0 0 4,-2-4-16,-1 0-8,2-2 1,0-1-3,-2-1 0,3-3 9,1 0-15,2-1 2,-3-2 0,3 0-10,0-2 7,0 2-6,0-2-6,0-1 9,0 0-7,0 1-6,0-1 9,3-1 4,-1 1 6,4-1 0,-2-2 3,6-1 12,-2-1-2,-1-4-1,3-1-1,0-4 3,0-1-1,0 1-6,3-5 0,2 1-5,-1-1 0,1 0-8,-1 0-11,0 4-3,-3 3 2,-3 3-3,-2 2 10,-2 4 1,-2-1-16,-1 3 3,-1 1-4,0 0 5,0 0 13,0 0-1,0 0 6,0 0 0,0 0-9,0 0 6,0 0 7,0 0 14,0 0 0,0 0 3,0 0 0,0 0-3,0 0-14,0 0-4,0 0-8,0 0-18,0 0 10,0 0-10,0 0 0,0 0-3,0 0-1,0 0 4,0 0 17,0 0 1,0 0 16,0 1 13,0 0-13,0 0 0,0 1 0,0-1 0,-1-1 5,-1 0-5,1 1-8,1-1 8,0 0-12,0 0-12,-2 0-8,2 0-4,0 0-12,0 0-20,0 1-28,-1 0-16,0 1-46,-1-1-88,-1 0-121,3-2-224,-1 1-333,-1-1 0,0 1 0,-1-3 0</inkml:trace>
  <inkml:trace contextRef="#ctx0" brushRef="#br0" timeOffset="132454.5922">2336 4133 312,'0'-1'44,"0"-1"6,0 0 4,0 1 3,0 1 0,0 0 1,0-1 1,0 1 9,0 0 13,0 0-21,0 0 0,0 0 4,0 0 10,0 0 16,0 1 16,0 0 11,0 1 14,0 0 1,0 0 0,0 0 3,0-1-5,0-1-1,0 2-3,0-2-7,0 3-9,0-3-8,0 0-11,0 0-8,0 0-11,0 0-14,0 0-7,-2 0-11,2 0-10,0 0-11,0 0-8,0 0-5,0 0-6,0 0-8,0 0-2,-2 0 3,2 4 0,0 1-1,-2 0-1,-3 3 4,3 4 5,-2-3 2,1 4 6,2 0 8,1-1 6,0 0 0,-1 1 4,2-4 4,-1 1 3,0-5-3,0 1-1,0-4 2,0-1 1,0-1 0,-1 0 2,1 2 1,0-2-2,0 0-2,0 0-3,0 0-1,0 0-4,0 0 6,0 0 2,0 0-3,0 0-6,0 0-8,0 0-7,0 0-6,0 0-5,0 0-6,0 0-6,0 0-9,1 0 2,1 0 4,0 0-1,3 0-6,1 0 5,0 0 11,2 0 7,2 0 6,1 0 9,3 0-3,-2 0-8,2 0-7,3-2-2,-5 2 6,2-2-1,0 1-3,-3-1-3,2 0 0,-3 0-4,2 1 1,-4-1 1,0 2 1,1-2 3,-1 2 3,-4 0 4,6 0-2,-3 0 0,3-3 0,1 2 3,1 1 2,0 0 0,1 0 0,-3-2-2,1 2-3,0-1-2,-4 1 1,1-3-1,2 3 1,-3 0 0,4 0-4,-1 0 0,1 0 1,1-2 1,3 2 4,-2-2 1,2 2-1,0-2-4,1 1 1,0-1-3,-1 0 0,-3 0-2,1 2-2,-3-1-1,3-1-2,-2 2-1,-3 0 3,2 0 3,2-2-2,1 2 2,2 0 3,-2 0 0,3-2 3,0 2 1,0 0 2,-1 0-3,1 0 1,-1 0-3,-1 0 0,0 0 0,-2 0-2,-1 0 0,-1 0-2,1 0 1,-1 0-1,0 0 2,2 0 0,-2 0-2,1 0 4,5 0 1,-2 0 1,3 0-2,0 0 3,-2 0 0,1 0-2,-3 0 3,2-1-1,-5 1 2,2 0 0,1 0 0,-3 0-2,0 0 4,3 0-4,-2 0 2,2 0 3,-2 0-4,3-1-9,-2 1 2,3-1 1,2-1 2,1 2 0,0 0-1,-1-1 3,-1 1-3,0 0 1,-1 0 0,-1 0 8,0 0-2,-2 0 0,2 0-2,-2 0 1,5 0-2,-3 0 0,0 0 0,0 0 2,4 0-1,-3 0 1,3 0 0,-1 0 0,2 0-1,2 0 3,-2 0 1,2 0-3,0 0 3,0 0-3,1 0 1,-3 0 1,4 0 0,-3 0 0,2 0-1,-2 0 1,1 0-2,-3 0 0,-1 0-2,2 0 2,-4-1-2,2-2 2,0-1-4,-1-5-2,-1-4 0,-1-1 2,3-3-1,-5-2-2,1 2 3,-2 0 12,-4 1 4,-3 4 0,-1-1 0,-3 7-18,0-2-52,4 2-82,7-4-445,-8 7 0,-2-2 0,3 2 0</inkml:trace>
  <inkml:trace contextRef="#ctx0" brushRef="#br0" timeOffset="135117.9546">5370 4066 354,'0'-4'27,"0"2"20,0 0 17,0 0 21,0 0 21,0 2 22,0 2 18,0-2 14,0-2 11,0 2-8,0 0-6,0 0-19,0 0-13,0 0-21,0 0-23,0 0-25,0 0-22,0 0-18,0 0-13,0 0-5,0 2-2,0-2 0,0 0-2,0 2 4,0-1 7,0 1 8,0 2 8,0-2 4,2 4 5,-2-3 2,0 4-2,1-1-1,-1 5 7,0-1 6,3 5 1,-3-1 2,0 3 1,0 4 2,0 0 1,1-3-1,-1 2-2,3-1 4,-3-2-7,3-1-6,-1 0-3,0-4 1,2-2-1,-2 0-1,-1-2-1,0 0-1,0-5 1,-1 2-3,2-1-2,-1-2-3,1 0-3,-2 0-7,2-2-2,0 3 1,-2-3 2,3 0 0,-1 0 2,-2 0 1,2 0 1,2 0 1,-3 0 0,4 0 2,0 0 0,1 0-4,2 0-3,-2 0-1,2 0-2,-1 0 0,1 0-2,0 0-1,2 0 0,-1 0-3,0 0-2,0 0 1,3 0-1,-2 0-3,1 0 0,3 0-5,-5 0-1,2 0 1,0 0-2,1 0 0,1 0-1,3 0-4,2 0-1,-3 0 0,1 0-1,0 0 1,1 0 1,0 0 0,-1 0 2,2 0-1,-3 0 1,3 0 3,0 0-2,-1 0 2,2 0 1,-2 0-2,1 0-3,1 0-4,-2 0-2,2 0-3,1 0-3,2 0-3,0 0-1,6 0-5,-7 0-1,5 0-1,-1 0-1,-3 0-2,3 0 0,0 0 2,-4 0 1,1 0 3,-1 0 3,1 0 3,2-1 2,1-1 3,0 2 6,4-2 4,-4 2 3,1-2 2,-1 1 1,1 1 1,-2 0 1,1 0 0,0 0-1,-4 0 3,3 0-2,-1-1 1,0 1 0,2 0-2,-2-2 2,7 2 0,-3-1 0,1 1 0,0-1 0,1 1-1,-2 0 0,-1-1 0,-2 1-2,-2 0 4,-3 0-1,0 0-1,0 0 0,-1 0 1,0-2 1,1 2 0,-2 0-1,3-1 2,-1 1 1,2-1-2,1 1-1,-3 0 2,2 0-1,1 0 1,-1 0-1,0 0-1,-2 0 0,2 0 1,-2 0-1,-2 0-1,4 0 3,-4 0-1,2 0-1,2 0 2,-3 0 0,0 0 0,3 0-1,-3 0-1,-2-2 2,2 1 1,-1-1-2,-2-1 0,0 0 3,-2-2-2,-3 2 2,0-2 0,0 0 4,2 2 0,-4 0 1,0-3 2,3 1 3,-4 1 1,2-2 1,1 0-1,-4-1 1,0 1-2,1-1 3,0-2 2,-2 0 8,1-6 9,-2-3 3,0-3 4,0 0 5,-1-3 9,1 5 6,-4-1 2,3 5-1,-1 2-3,-2 2-15,0 5-20,0 2-51,1-1-91,-1 2-52,0-1-90,0-5-340,0 6 0,1-1 0,-1 2 0</inkml:trace>
  <inkml:trace contextRef="#ctx0" brushRef="#br0" timeOffset="137988.1464">8737 4066 498,'0'-4'23,"0"0"16,0-3 10,0 3 9,0 2 9,0 1 14,0 1 15,0 0 9,0-1 11,0 2-5,0-2 3,0 1-7,0 0-2,0 0 7,0 0 6,0 0 0,0 0-7,0 0-7,0 0-5,0 0-11,0 0-10,0 0-10,0 1-11,1-1-17,-1 1-17,0 1-16,0 1-12,1 1-6,-1-2-5,0 5 1,0 2 3,3 1 7,-2 2 9,0 5 7,1 2 6,2-1 12,-2 2 7,3 1 8,-2-3 6,1-3-1,1 0 1,1-2-7,-3-2-6,0-3-3,-1 1-4,1-2-8,-3-2-4,0-2-4,3-1-8,-3-1 3,3-1-2,-1 0 6,0 0 2,-1 0 0,4 0-1,0 0 2,-1 0 0,2 0 0,-2 0 1,1 0-1,2 0-2,-1-1-7,3 1-2,0 0-1,2 0 0,2 0-3,0 0 1,1 0-3,7 0 2,-3 0 0,6 0-3,-2 0 0,7 0-7,-1 0-1,-2 0-1,3 0 1,-2 0-2,-2 0 2,1 0-4,0 0 0,3 0 0,-1 0 0,1 0 3,-1 0-4,1-1-1,1 1-7,-3-1-1,5 1-5,-2 0 0,-1 0-6,5 0-4,-4 0 2,2 0-3,0-3-3,1 3 1,1 0 6,-1 0-1,1 0 6,-3 0 1,1 0 5,-7 0 2,0 0-3,-3 0 3,-1 0 4,1 0 1,0 0 2,-1 0 0,0 0-2,1 0 2,3 0 1,-3 0 2,3 0 4,-4 0 2,2 0 3,0 0 0,-1 0-4,3 0 5,0 0-1,-2 0 2,1 0-1,1 0 2,0 3 0,0-2-2,0 0 0,0 2 1,-3-1 3,3-2 0,-4 2-2,2 0 3,0-1 0,-1 0-2,-3 1 1,1-1 2,-1 0 1,-2-1 1,2 0-3,1 3 3,-1-3 1,-1 1-2,1-1 3,2 0 2,-4 0 0,2 0-2,1 0 3,-4 0-1,1 0 3,-2-1-1,-1-2 1,-6 2 4,1-2 2,-2-2 0,-1-1-1,0 1 1,-2-2-2,1 0 5,0 0-2,0 2 8,-2 1 3,3-3-2,0 2-3,-4-2 3,1 0 2,0-4 5,-2 1 3,2-2-6,-2-3 2,-1-1-6,3 0-6,-3-1-3,0-1-1,0 2-8,0 2-5,0 0-10,0 5-8,0 1-3,0 1-11,0 3-15,0 2-9,0 0-5,0 1 2,0-1 6,0 2 4,0 0 7,0 0 4,0 0 5,0 0 11,0 0 13,0 0 12,0 0 6,0 0-1,0 0-3,0 0-1,0 0 0,0 0 1,-3 0-2,3 0-1,0 0 4,0 0-1,0 0 1,0 0 0,0 0 0,0 0 0,0 0-1,0 0 2,0 0-4,0 0 1,-1 0-4,-1 0 1,2 0-2,-1 0-1,0 0 2,1 0 1,-2 0-1,1 0-5,1 0 1,0 0-2,0 0-3,0 0-5,0 0-5,0 0-10,-3 0-12,3 0-16,0 0-21,0 0-33,0-1-50,0-1-53,3-2-197,-6-6 0,1 8 0,0 0 0</inkml:trace>
  <inkml:trace contextRef="#ctx0" brushRef="#br0" timeOffset="165574.8902">16521 4072 385,'0'0'11,"0"0"10,0 0 11,0 0 14,0 0 16,0 0 19,0 0 16,0 0 14,0 0 16,0 0 11,0 0 21,0 1 7,0-1 1,0 0-11,0 0-14,0 1-21,0-1-17,0 0-10,0 2-16,0 2-19,0 2-19,0-1-11,-4 7-5,-2 0 0,1 3 4,-7 6 8,4-1 4,-1 0 3,1-1 6,4-1 7,2-6 5,2-1 8,0-5 21,0-2 11,0-2-3,0-1-3,0-1 0,0-1-6,0-1-9,0 2-12,0-4-10,2 2-16,-2 0-32,3 0-31,-3 2-29,1 0-5,4-1 2,-1-1 11,4 2 3,2 0 0,1-2 7,1 2 0,1 0 4,1 0 12,-3 0 27,3 0-1,-4 0-9,2 0-11,-2 0-6,1 0 5,-2 2-7,5-2 2,-1 0-2,2 2 4,6-1-2,0 3 2,-1-2-4,5 1-2,-3-2-4,-2 1-6,1 2-13,-2-4-8,-2 2 1,1 1-4,-1 1 1,-2-2 0,3 1 3,0 0 8,0-1 6,3 0 5,1 3 15,3-4 4,0 1-7,3 2 2,-2 1-3,-1-3-3,0 1-13,-3 1-5,0-2-20,3 2-3,-1-2-4,2-2-4,-2 0 5,-1 0-2,2 0-1,-1 0 5,-2 0 13,2 0 2,-1 1 17,-2-1 7,-1 0 4,0 0 10,1 3 4,-6-3 4,2 0 9,-5 0 3,-1 0 5,-5 0 4,-2 0 20,-1 0 19,-3 2 14,0 0 8,0-1 8,0-1 8,0 1 5,0-1 5,0-1 5,0 2 6,0-1-9,0 0-17,0 2-9,0-1-12,0-1-10,0 1-8,0 0-2,0-1 3,0 1 5,2 1 2,1 2 0,3 1 3,1 1 4,0 1 4,0 1 3,5 0 4,-1 0-1,4 0-6,-2 0-13,0-2-12,-1 0-6,-2-1-9,-6-1-4,3-1-4,-3 0-9,0-1 6,2-2-3,-1 0-3,1 0-2,-2 0 5,3 0 3,0 0-4,-3 0-4,2-2 3,2-2 6,-1-1-7,-3-1 1,2-4-3,-1 0 0,-2 2-1,1-2-3,-2 4 5,2-3-1,-4 3-2,4 1-1,-4 2 0,0 0-5,0 2-2,0-1 0,0 1-11,0 1-6,0 0-3,0 0 3,0-1-1,0 1 2,0 0 1,0 0-1,0 0 6,0 0 3,0 0 8,0 0 9,0 0 2,0 0 1,0 0 0,0 0-1,0 0 1,0 0-1,0 0-2,0 0-1,0 0 3,0 0-6,0 0-1,0 0-2,0 0-1,0 0 0,0 0 0,0 0 4,0 1-2,0-1-1,0 1-7,0 1 1,0-2-6,2 0 5,-2 1 4,2 0 7,1-1 8,0 2 1,4 0 3,-1-1 2,4-1 0,3 2 8,-2-2 8,1 1-3,4 1-1,-1-1-8,-2 2-7,0-1-1,5 1-2,-4-1-1,4 0 4,1-2-5,-2 2-1,1-2-3,0 2-1,4-1-1,-2 2-2,-1-3-7,-1 2 0,2 1-3,-4-2 1,1 2 2,-5 0-5,5-3 1,-3 2-1,1 1 1,3-2 1,2-1 2,-1 3-2,3-3 0,-1 2-4,2 0-5,0 0-1,-1 1-6,0 0 3,-2-1 0,2 2 0,-4-1-3,4-2 3,-3 3 2,1-3 3,2 0 1,-1 1 6,1 0 3,0-2-2,1 3-4,-4 0-3,2-3 2,1 3-3,-3-2 0,1 1-2,0-2-1,3 3 0,-1-3 1,-2 1 0,0 1-1,-2-1-3,3 2 0,1-1-1,-2 1-1,3-1 0,2 1-1,0-1-2,0 0-5,-3 1-4,0-1-5,2 1 2,-5-1 2,2 0 0,1 1 2,-1-1 0,1-2 4,-2 3 0,3-2 5,-3 0 6,2 2 5,-1-2 5,-2 2-1,1-3 1,-1 0 0,3 1-7,-2-1 1,-2 0-1,5 0-1,-2 0 2,0 0 4,1 0-2,0 0 3,-3 0-2,0 0 0,2 0 6,-5 0-1,2 0 2,-4 0 0,0 0-1,4 0-3,-4 0 4,4-1-2,1 1 1,2 0 2,1-3 1,-1 3 1,1-1 0,-2-2-1,-1 1 3,-4-1-1,5 1 3,-5-1 3,3-1-1,-2 1 0,0-3 2,0 2 0,0-2 3,-4 0 2,3-1 0,-1 1 1,2 0-1,-4 1-1,3-1 1,-3-1 0,1 0 2,0 0 3,-1-2 2,0-1 2,1 0 0,-3-3 3,2 1-2,-3-2 6,3-1 4,0-3 0,0 1-1,-3-1-6,4 0 0,-5-4-2,-1 1 2,-1 0-1,-5-2 0,2 3-7,-3 0-2,0 2-2,-4 2-6,-2 1 0,-2 2-6,-2 1-16,-2 0-20,2 5-13,-1 1-10,3 3-1,2-1-4,-2 2-1,5 1 4,-1 0 1,4-1 1,-2 2 14,2 0 21,0-1 10,0 0 14,0 1 2,0 0 4,-2-1 3,2 0-1,0 1 0,0-2 1,0 2-2,0 0-2,0 0-2,0 0-1,0-1 1,0 1 1,0 0 4,0 0 9,0-1 2,0 1 1,0 0 0,0 0 2,0 0 0,0 0 1,0 0-4,0 0-3,0 0-5,0 0-9,0 0-3,0 0-1,0 0 0,0 0-2,0 0 0,0 0-4,0 0 0,0 0 3,0 0 1,0 0 2,0 0 2,0 0-1,0 0-2,0 0-7,0 0-13,0 0-22,0 0-41,0 0-89,0-2-67,0-3-94,0-8-255,0 8 0,0 1 0,0 1 0</inkml:trace>
  <inkml:trace contextRef="#ctx0" brushRef="#br0" timeOffset="171039.009">20955 4023 1585,'0'0'92,"0"0"6,2 0 1,-2 0 2,-2 0 14,-4 0 9,-5 4 26,-4-1 17,-5 6 10,-4 2-65,-1 4-10,2-2 0,7-1 4,2-2 2,5-3-10,7-3-1,-1-2-11,3 0-29,0-2-71,3-2-35,-1-1-1,7-2-12,1-2-23,2-2-32,2 0-41,-3 0 6,3-1-16,-3 5-1,-3 0 59,-2 3 36,-1 0 20,-1 1 20,-2 1 35,1 3 56,0-1 64,1 3 6,-2 0 17,5 4 23,-1 1 9,1 0-10,-2 2-20,1-1-12,1-1-14,-2 0-29,-1-4-53,-1-1-63,7-1-43,-7-1-97,8-3-135,-7-14-342,3 13 0,-3-3 0</inkml:trace>
  <inkml:trace contextRef="#ctx0" brushRef="#br0" timeOffset="171574.1167">20888 4116 1455,'3'0'-1,"-3"0"3,0 0 19,0 1 20,0 3 17,0 2 41,-4 4 29,-2 6 31,-2 2 15,-2 3 29,-2 4 15,-1 2 20,3 0 1,1 4-1,2-2 2,4 0-28,-1-1-20,2-1-24,0-4-10,2-5-22,0-1-16,-3-6-19,3-4-16,0-1-22,0-3-52,0-3-50,-1 1-79,1-1-97,-3 0-155,3-7-433,-4 4 0,-2-1 0,1-3 0</inkml:trace>
  <inkml:trace contextRef="#ctx0" brushRef="#br0" timeOffset="174132.9723">21768 3989 924,'2'0'90,"1"0"33,-3 0 42,1 0 31,-1 0 16,2 0 6,-2 0 4,0 0 2,1 0 1,-1 0-64,0 0-30,0 0-29,0 2-28,0-1-24,0 2-10,-3 4-1,2 3 2,-4 1 3,-1 3 2,2 0 6,0 2 9,2-3-1,-2-3-10,4 0-6,0-4-4,0-2-3,0-1 1,0-3 2,0 0 0,-3 0-5,3 0-7,0 0-18,3-1-12,0 0 0,0 0-6,1-2-4,0 1-14,0-1-14,-2 2-6,3 0 0,-1-1 6,0 2 18,2 0 8,1 0 1,-2 0 3,6 0 5,-2 0 9,5 0 6,-2 0 4,-1 2-6,3 0 1,0-1-3,3 0-2,-4 1 1,4-1-1,0 1-3,-2 0-1,6 2-1,-2-1-2,-1 1-1,3 1-5,0-2-2,4 4-5,-4-5-5,4 3-1,-2-1-2,2 1-1,-3 0 2,3 0 3,0 0 1,-1-1 5,1 1 3,4-1 2,-5-1 4,2 0 4,-1 2 4,0-1-1,0 1 2,-2-2-4,2 1 2,-3-1-2,1 1 2,-1 0 3,0-1-2,0 2-2,-2-1-4,2 0 2,0 0 0,3 0 0,-2-1 2,2 2 0,0-1-3,-2 2 1,2 0 3,-2-1-1,-2 0 4,1-2-3,2 2 0,-3-2 0,-3 2-1,4-3 1,-3 2 2,-1-2-3,-1 1-1,-2-2 1,-1 0 2,0-1-3,1 1 1,-1-1 2,6 0-2,-2 1-2,1 1 1,6-2 1,0 4 0,2-1 0,0 2-2,-2-1 2,0 0 0,-3 0-2,0-1 4,-5-1 0,1 0-1,1 0 0,0-2 3,-2 0-1,3 0 1,-1 0-1,2 0 1,-2 0-1,-1 1-2,2 0 0,-5-1 0,-1 0 2,3 2-4,1-4 0,1 2-1,0 0 2,4 0 0,-2 0 0,-1 0 1,5 0-2,-3 0 1,3 0 0,-2 0 0,-1-1 0,-5-2 0,0 0 0,-4 1-1,1-2-1,-2 2 2,1-2 1,-1 4-2,1-6 3,2 0-2,-1 0-1,-3-2 2,1 1 0,1-1 1,-1 0-3,-2 0 3,3 2-3,-1-2-3,0 1-1,0 0-1,0-2 1,-1-2-2,2 1-1,-2-3 1,3 0 4,-5-2-4,2 3 4,0-2 2,-2 4 2,1-2-1,-1 2-5,-2-1 1,-1-1-2,-3 1-5,-2-2-4,3-1 1,-1 0 4,1-2 3,-2 1 0,-2-2 2,0 1 3,0 1-4,0 2-1,0 1 1,0 1-7,-2 3-11,-3 3-16,2 1-16,-3 2-12,3 1-12,2-2-17,-2 3-18,3-1-32,-2-1-37,-3-2-28,5-2-90,-3 4-112,-2-1 0,1 0 0</inkml:trace>
  <inkml:trace contextRef="#ctx0" brushRef="#br0" timeOffset="193812.8994">1959 5599 118,'-2'0'10,"-1"-1"7,1-2 1,0 1 4,2 0 17,-4-1 7,2 1 10,0-2 12,-1 1 18,0 1 9,1 1-4,0-1 0,-2 1 0,1 0 0,3 1-12,-3-1-4,3 1-8,0 0-10,0 0-19,-1 0-12,1 0-1,-1 0-7,1 0-2,0 0 0,0 0 0,0 0 1,0 0 2,0 0-1,0 0 1,0 0 5,0 0 6,0 0 7,0 0 9,0 0 1,0 0-2,0 0-5,0 0-2,0 0 0,0 0-3,0 0-2,0 0-4,0 0 3,0 0 11,0 0 12,0 0 10,0 0 13,0 0 5,0 0 4,0 0 1,0 0 1,0 0-2,0 0-9,0 0-19,0 1-16,0-1-10,0 1-5,0-1 2,0 0 2,0 0 0,0 0-2,0 0-3,0 0-6,0 0-12,0 0-11,0 0-10,0 0 0,1 0-2,0 0-4,4 0 0,0 0-3,-1 0 0,2 0 8,2 1 13,-4 1 9,3-2 8,1 1-6,0 0-8,1-1 2,1 0 0,1 1 4,-4-1 1,3 0-2,-2 0-4,-1 0 4,0 0-3,0 0-2,1 0-10,0 0 6,2 0 1,-1 0 1,3 0-1,-1 0-1,1 0 5,1 0-4,-2 0 4,0 0 2,3 0 11,-4 0-11,1 0-4,-4 0 1,0 0-1,-2 0-4,1 0 4,-1 0 0,4 0-2,-1 0-2,2 0 1,-2 0 3,2 0-1,-2 0 0,2 0 0,1 0 5,-1 0-4,0 0 1,-1 0-3,-1 0 4,2 0-1,0 0-5,-3 0 5,1 0 1,3 0-3,-3 0 0,2 0 1,-3 0-1,1 0 2,1 2-1,-2-2 0,2 0 4,1 0-3,-3 0-1,4 0 4,-4 1-2,4-1-1,-2 0 0,1 0-3,-2 0-1,3 0 1,0 0-2,-2 0-4,2 0-1,0 0-6,-1 0 4,0 0-3,1 0-2,-1 0 2,-3 0-3,1 0 0,-1 0-10,0 0 0,4 0 1,-4 0 4,0 0-2,1 0 5,2 0-1,0 0 0,-2-1 1,2 1 1,-1 0 11,-2-2 2,0 2 4,3-1-2,-2 1 2,-2-1-4,2 1 2,2 0 4,-2 0 1,3 0-2,0 0 1,-1 0 2,3 0-3,-3 0 0,0 0 0,0 0 1,1 0 0,-3-1-3,2 1-6,0 0 2,0 0 2,1 0-1,-4 0 2,4 0-8,-2 0 3,3-2 0,-1 0 2,1 1-2,0-1 9,1 0-5,-1 1 0,1 0 0,-2 1-1,-1-3 3,4 3-1,-3 0 1,0-2 0,4-2 3,-1 2-1,0 1 1,2-2 1,1-1-1,-2 3 0,-1 0 5,3 1-3,-3-3 0,1 3-1,-1-1-1,0 0-2,0 0 1,-2-2-2,2 2 1,0-1-8,-2 2-13,3-2 11,0 0 0,1 1 0,-1 0 1,-1-2 1,3 0-3,-5 1-3,1 1 4,2-1 9,-3 0 14,1 1-10,1-1 0,1 1 2,-1-2-3,1 1 0,3 1 3,0-2 3,0 2-1,-1-1-2,-2 0-2,-1 1 1,3-2-2,-5 2-2,5-1 3,-3 2-1,1-2 1,-1 1-1,4 0-3,-6-1 1,5 0 2,0 1-2,2-1 0,0 2-1,1-2 1,1 1 1,-3-1-1,0-1 0,3 2 0,-6 1-1,2-1 2,0-1-2,-2 4 3,2-4-2,-1 1 1,-5 0-2,3 0 0,-1 0 0,-3-2 0,1 3 1,-1-2 0,-4 2 1,-2 0 3,-1 0 12,-3 0 11,0-3 12,0 3 8,0 0 3,0 0 2,0 0 0,0 0-8,0-1-12,2 1-40,-2-1-67,0-2-77,6-4-168,-5 3-205,2 2 0,-1-4 0,-1 2 0</inkml:trace>
  <inkml:trace contextRef="#ctx0" brushRef="#br0" timeOffset="195460.1689">2069 13829 485,'0'-2'-4,"0"0"-11,0 1-1,0 0 4,0 1 6,0 0 6,0 0 8,-1 0 6,0 0 3,-1 0-5,-2 0 17,0 2 16,-2 0 7,4 0 3,-3 1 3,0 0 5,-1-1 0,5 1-1,-6 0-2,3-2-3,0 1-4,-1-1-10,1 0-17,3 0-19,-3 2-22,1-2-31,-1-1-18,2 4-16,-3-1-9,2-2-4,-1 2-1,0 1 4,1 1 9,-3-2 9,4 0-7,-2 2 9,4-1 0,-3 2 0,2-1 0</inkml:trace>
  <inkml:trace contextRef="#ctx0" brushRef="#br0" timeOffset="198073.2362">1831 13985 618,'0'0'33,"0"0"26,0 0 23,0-2 20,0 2 18,0 2 22,0-2 20,0 0 18,0 1 5,0 1-12,0-1-12,0-1-24,0 0-15,0 3-10,0-3-17,0 0-20,0 0-23,0 0-11,1 0-2,2 0-5,0 0-1,1 1 0,2 0-6,0 0-8,3 1-3,-2 0 4,2 1 4,0-1-2,-1 1 2,2-1 2,-2-1 3,-1 2 0,1-2 2,-1 0 3,-1 0 1,-2 0 1,4-1 0,-3 0 0,-1 0-4,3 0 4,0 0-3,0 2-4,1-2-3,-1 0-2,-3 0-2,1 0-3,4 2-1,-2-2-4,-3 2-2,4 0-6,-1-1 1,0 1 1,0-2 0,1 1 3,1-1-1,-1 1 1,0-1-1,0 3 1,2-3 1,1 0 2,-1 0-4,1 0 2,-1 0-3,1 0 1,-1 2-2,1-1 0,0 1-2,-4-2 1,5 4-1,-3-4-3,2 3 2,-3-3-1,4 0 1,-2 2-1,2-2 0,0 0-1,1 2 3,-1 0-3,3-2 1,-1 0-2,3 0 2,-1 0-2,-1 0 2,-2 0-3,2 1 1,-5-1 0,5 0-3,-3 1 3,1-1-2,-3 0 2,0 1 0,0-1 0,-1 0-1,-2 0 1,3 2 2,-2-2-1,3 0-1,-3 0 2,5 0-1,-1 0 0,3 0-1,1 0-2,-1 0-3,-1 0 0,1 0-1,-2 0 0,-1 0 0,1 0-3,-4 0-1,1 0 0,0 0 0,1 0 2,-1 0 3,-1 0 1,-2 0-2,1 0 0,2 0 0,-3 0 1,0 0 3,3 0-1,-3 0-2,0 0 0,1 0 0,0 0 0,-2 0-1,-2 0-2,4 0-1,-2 0 4,1 0-3,0 0 3,-3 0 2,4-2-1,-1 2-1,-1 0 0,1-1 2,1 1 2,-1-1-1,3 1-1,-2-1 1,2 1-2,-2-2 1,3 0 2,0 2-2,-2-2 1,1 2 0,3 0 1,-3 0 0,1 0 0,3 0-1,-3-3 1,3 3-3,1 0 2,-1 0 2,1-2-1,3 0 0,-1 2-1,-2 0 0,-1-2 2,4 2-1,-6-1-1,-2-1 1,0 2 0,-1-2-2,0 2 1,-2-1 1,0 1 0,1-1 0,1 0-1,1 1 1,0-2 0,1 2 0,0-1-2,-1 1 1,1-1-1,1 0 1,-2-1 1,3 2 1,-2-2-2,3-1 1,-3 1-1,0 0 0,0-1 1,0 2 1,1 0-1,1-1 0,1 2-2,1-1 1,1 0 2,-1 0-2,0 1 2,3-2-1,0 1-2,0 0 1,0 1 1,-1-1 0,-2-1-1,2 1 1,-2 0 0,2 0 1,-2 1-1,3-4 0,0 2 2,-1 1-2,2-1 0,0-2 2,-1 2-2,0 1-1,-1-2-1,5 2 1,-2 0 0,-1 0 2,2 0-1,1 0 1,-2-1-2,-1 1 1,2 0 1,-2-1-2,2 0 2,-2 0-1,1 0 0,1 0 0,-3 0-2,-2-1 1,2 1 0,-5-1 0,3 2 0,-2-1 0,2 2 0,0 0 2,2 0-2,0-2-1,6 0 2,-1 1-1,1-1 0,-1 1 2,1-1-3,0 0 2,-2 0 0,0 1-2,3-1 1,0 0 1,0 0 0,0 1 1,0-2-1,0 0-1,0 0 1,1 0 0,-2 2-2,2-1 2,-1 1 0,0-1-2,1 2 2,-1-1-1,0 0 1,2 0 0,-1-1 1,0 1 0,1 0 0,-1 0 0,-1-2 1,0 2-1,-4-2 1,-3 1-2,3 0 0,-6-1 1,1 1-5,0-1-14,-4 2-49,3-2-114,15-3-512,-15 3 0,4-2 0,1-4 0</inkml:trace>
  <inkml:trace contextRef="#ctx0" brushRef="#br0" timeOffset="204001.43">4652 4910 717,'0'0'45,"0"0"30,0 0 38,0 0 55,1 0 40,2 0 24,-3 0 19,2 0 21,-1 0 23,0 0-13,2 0-10,-3-2-20,0 2-32,0-3-49,0 3-39,0-2-26,0 2-21,0 0-24,0-2-25,0 0-11,0 2-13,-3 0-9,1 0-4,-4-1-5,2 1-2,-1-1 0,0 1-2,1-1 1,-3 1-3,-1-2-2,-1 2-5,2 0-10,0 0-5,-1 0-1,-2 0 1,1 0-2,-1 0 5,-2 0 3,3 2 3,0-1 4,1 1 5,-1 2 11,2-2 2,-2 5 4,2-2-1,-1-1 2,0 1 1,1 3-1,-1-1 0,-1-1 3,1 0-2,1-1 0,0 1 1,2-3-1,-1 1 0,0 2-1,-2-2 0,4 0 0,-3 2 0,-1-1 0,-2 2 0,3-1 2,-5 2-3,6-1-1,-5-1-1,4 3 3,3-2-1,-2-1 1,4 0-1,0 1-2,-4-1 1,4-1-1,-2 2 0,1-1 0,0 1 3,0 0 0,-1 1-1,3 1 0,-2-1 1,-1 2 1,0 0-1,-2 0 1,1 0-1,2 1 2,-1 0-3,1-3 1,0 1 0,3 1 3,-4-1-4,2-1 2,0 1-1,-2 0 0,1-1-2,2 1 3,-1 2-2,1-1 2,-2 1-2,3 0-1,-4 0 2,1 2-2,0 3 3,1-4 2,-1 2 1,1-3-2,1 2 1,0-4-1,1 1 0,0 1 2,0 1-1,-3-3 1,3 3-1,3 0 0,-3-1 0,0 0 1,0 0 1,0-1-2,0 0 2,0 1-1,0-2 0,0 1-2,0-1 0,0 1 0,0 0 1,0-1-2,0-1 2,0-1 1,0-1 0,2-1-1,-2 1 3,2-1 0,1-2-2,2 2 1,-5-1-1,4-2-4,2 1-3,-2-1 0,3 1 1,1-1 1,-1-1 0,3 1 3,-2-2-3,3 1-5,-1-1 2,-1 0 7,1 1 4,-1-1-1,-2 0 0,1 1-2,-1-1-1,4 1 0,-4 0 1,1 1 5,5-2-2,-2 0-1,0 2-6,1-2-2,1 3-2,-1-2 2,1 2-3,-2-3 2,1 1 1,-1 0-1,-2 0 0,2-1-2,0 1 5,0-1 0,-1-1 2,4 1-2,-1 0 1,0 0-2,-3 0-5,5 0-4,-4 0-1,3 0-3,-4 1-4,2 0 1,3-1 0,-2 2-1,1-1-1,2 0 0,-2 0 7,2 1 3,-1 0 1,-1 1 4,1-1 1,0 1 0,-1-2 0,3 1 2,-2-1 0,1-1 0,-1 2-1,1-4 0,-1 4-1,2-2 0,-3 1 0,3 0 2,0 0 0,1 1 0,2-2 0,0 2-1,-1 0 1,3-1 0,-4 0 1,3 0-1,-3 2 2,0-3-3,2 2 1,-2-2 0,1 0-1,3 0 1,0 0-1,-4 0-1,3 0 2,-3 0 1,0 0-1,3 0-1,-2 0-2,2 0 2,4 0 1,-3 0 1,2 0-1,5 0-1,-4 0 1,1 0-2,2 0 3,-2 0-2,2-1 2,1 1-1,3-1 1,0-1-1,-1 1-1,-3-1 2,-4-1-1,1 3 1,-5-2-3,-1 2 2,2-2 1,-4 1-1,2-1 1,-1 0-2,1 0 2,2 0-2,-2-1 0,1 2-5,-2 0-2,0-2-6,-1 1-2,-1 0 0,-3 0-3,-1 1 2,-2-1 1,-2 1-3,-1-1 4,0 2 4,-1-2 1,-1-1 6,1 2-2,-5-2 2,5 3 0,-2-2 0,3 2-1,-4-2 1,1 1-1,0 0 0,-1 1 2,-1-1-2,1 1 4,-1-1-1,0 1 1,1 0 0,-1-1 0,0 1 3,4-2 0,-6 2-1,2-1 1,0 0-1,2 0-1,-2-1 0,3 1 0,-2 1 2,-2-2-2,2 2 0,0-2 0,-1 0 0,0-1-2,4 1 3,-2-2-1,0 0 1,3-1 0,-3 0-2,0 2 3,-1 0 0,0-1 1,1 1 3,-2-2 6,0 1 6,-2-1 5,1-1 2,1 0 4,-1-1 0,2 0 1,0 0 0,-2 2-2,2-2-2,0-2-6,-3 3-4,2-3-4,1-1-4,0 1-3,0-1 0,-3 0-1,4-3 2,-4 1 0,0 0 3,3 0-3,-2-5 1,-1 2 0,0-4 1,0 2 3,0-2-1,3 2 1,-3-1-4,1-1-4,1 0-6,-1 1-6,-1 0-8,0 0-16,0 2-10,0 1-11,0 0-4,0 4-4,0 1 0,0 1 2,-1 2 7,-1 2 7,-1-2 8,2 0 15,0-1 11,-2 0 9,0 0 2,-1-1 1,1 4 0,0-2-13,-2 3-11,2 0-2,2 0-1,-5 1-2,2-2 0,-2 3-4,2-2-2,0 1-3,3 1-8,-5-1 8,0-1 4,0 4-3,0-3-1,-2 2 0,1-2-5,-3 3 5,4-2 2,-4-1-1,1 3 5,-5 0 0,2-4 4,-2 4 2,-1 0-2,-3-2 2,-2 2 2,2 0 0,-4 0 2,0 0 2,1 0 5,-1-1 4,1 1 3,-1-2 2,1 2 3,2 0 2,-3 0 0,2 0-2,-3 0-2,0-2 0,1 0-3,-3 1-1,0-3-2,0 1 1,-1 0-2,-3-1-1,1 0-3,0 1 2,-2 1 2,3 1 0,0-2 4,-1 2 1,3-1 0,0-1 0,1 1-1,-1 1-5,-2 0-7,-3 0-5,0 1-4,-2-1-4,-1 1 0,0-3-2,-1 2 3,-2 1-4,0 0 3,1 0 6,1 0 8,1 0 8,2 0 4,0 0 3,1 0 1,1 0 3,-3 0-3,4 0 6,1 0-2,0 0 1,2 0 0,6 0-1,-1 0 1,2 0 2,6 0-1,-1 0-3,3 0 5,1 0 3,3 0 11,4 0 15,0 0 12,2 0 13,0 0-2,0 0 0,2 0 2,-2 0 5,0 0 0,0 0-4,0 0-9,0 0-13,0 0-12,0 0-13,0 0-3,0 0-11,0 0-32,0 0-37,0 0-10,0 0-13,0 0-26,1 0-42,0-5-63,12 1-210,-11 2 0,0-2 0</inkml:trace>
  <inkml:trace contextRef="#ctx0" brushRef="#br0" timeOffset="206930.0725">6989 5715 751,'0'0'55,"0"0"21,0 0 25,0 0 20,-2 0 14,4 0 13,-4 0 11,4 0 10,-2 0 10,0 0-16,0 0-11,0 0-15,0 0-22,-2 0-21,2 0-15,0 0-14,-1 1-9,0 0-7,-4 1-13,0 2-14,-2 1-13,-1 4-3,-2-1-1,-1 5 2,2 1 4,0 1 0,0-1 0,1-2 0,4 1 3,-1-5 5,5-3 2,0-1 10,0-1 4,0-3 0,0 0-3,0 0-6,2-2-6,-2-1-6,4-2-13,0-2-13,-2 0-14,4 0-24,-1-2-23,-2 2-10,1 0-6,-1 2 5,1-2-2,1 2-2,-2 0 11,3 1 2,-1-1 10,1 2 11,-1-1 16,1 2 11,-2 1 4,0-1 1,-1 1 10,0 1 12,0 0 5,-1 0 10,2 0 10,-1 0 5,0 0 12,0 3 3,0 1 5,-1 2 4,1 1 2,-3 3-2,6-1 3,-4 0-2,1 0-4,2 2-1,0-1-12,-1 1-1,2-2-4,-2 0-2,0-2-4,3 0-3,-4 0-8,4-2-36,0-2-87,8-3-466,-8 2 0,0-3 0</inkml:trace>
  <inkml:trace contextRef="#ctx0" brushRef="#br0" timeOffset="208506.0148">6986 5778 176,'-1'-2'23,"1"1"6,0-2 11,0 0 13,0 2 10,0 1 11,0 0 8,0 0 11,0 0 9,0-1-7,0 1 1,0 0 3,0 0-4,0 0-6,0 0-2,0 0-5,-3 0-7,6 0-11,-3 0-10,-3 0-11,3 0-5,0 0-10,0 1-6,0 0-5,0 3-2,0-1-1,-2-1-1,1 2 9,0 1 15,1 0 10,-3-1 5,3 4 4,0-1 4,-3 2 1,3-3-3,0 2-2,-3 0 2,2 2-5,1-1-8,0 2-3,-2 1-2,2-1 2,0-1-1,-2 2 0,1-1 3,0 1 6,1-1 1,-2 0 2,2-2-3,0 0-3,0 3 1,0-2-3,0 2-1,-3 0-1,3 4-2,0-2-2,0 3 2,-3-1 0,3 0 1,0 0 6,3 1-2,-3-5-1,-3 3 5,3-2 1,0-1 2,0-1-3,0-2-4,0 0-2,0-1-4,0-1-4,0-1-2,-3-2 1,3-2-6,0 0 1,0-1-1,0-1 2,0 0 1,0 0 2,0 0 2,0 0-2,0 0 4,0 0-2,0 0 1,0 0-3,0 0-2,0 0-5,0 0-5,0-1-2,3-1-6,-3 1-32,0-1-64,0-1-82,6-3-177,-6 0-406,2 0 0,-2 2 0,-2-2 0</inkml:trace>
  <inkml:trace contextRef="#ctx0" brushRef="#br0" timeOffset="209488.2728">6845 6487 794,'0'0'91,"0"-2"26,0 2 32,-2-1 40,-1 0 34,2-1 28,-1-1 23,0 0 21,-1-2 12,3 2-61,-4 0-21,2 1-26,-2 1-33,0 1-40,-1 0-34,-2 0-27,-2 0-22,0 2-21,2 3-10,0 4-2,-3 2 0,3 1 2,3 1 4,2 2 4,0 1 3,2-2 11,0-1-1,0 2 2,0-2-1,4-3-1,2 2 5,2-7 1,1 0-1,3-2 3,0-3 0,-2 0-12,1 0 4,0-4-3,-3-2-12,-1-2 0,1-2-5,-3-3-4,-3-1-6,-2 0-9,2 2-1,-2 0 2,-2-1 2,-3 2 0,-2 0 13,0 1-4,-4-2-6,3 3-39,-3 1-14,5 2-29,-1 1-50,4 0-88,1 1-77,2-2-70,2 0-292,-2 2 0,3 1 0,0 0 0</inkml:trace>
  <inkml:trace contextRef="#ctx0" brushRef="#br0" timeOffset="210102.6769">6993 6320 634,'1'-1'50,"2"1"12,0 0 15,-3-3 16,0 3 11,0 0 20,1 0 28,-2 3 30,2-2 16,-1 2-29,0 2 13,0 2 11,0 1-4,0 1 2,0 3 8,0-1-10,-1 5-10,1 2-22,0 2-5,0 0 0,-3 6-11,3-1-16,0 0 1,0 0-4,3-2-10,-3-2-6,0-2-15,0 1-5,0-4-7,0-1-11,0-5-9,0 1-5,1-4-12,-1-2-15,0 1-13,2-1-16,-2-3-35,0 2-56,0-1-79,1-1-118,11-2-171,-10 2-304,-1-6 0,4-1 0</inkml:trace>
  <inkml:trace contextRef="#ctx0" brushRef="#br0" timeOffset="211000.2421">7122 6445 1368,'0'0'48,"0"0"20,0 2 24,0 0 20,0 2 29,0 4 22,0 4 19,0-1 25,0 2 22,0 5 0,0-1-10,0 1-10,0 1-11,0 0-8,0 0-25,0-2-17,0-3-12,0-2-27,0 0-20,0-6-23,0 0-10,0-2-6,0-1-8,1-1-6,-1-2-10,0 0-10,1 0-7,1 0-7,-2-3-6,0-3-12,0 0-5,0-3-4,0-1-4,0-3-4,0 1 3,0-3 5,0 3 2,0-4 7,0 0 6,0-3-1,0 1-13,0-1 0,0 1-5,0 1-3,0 1 1,0 3-17,0 3-4,0 0-2,0 1-6,3 4 3,-3-1 13,1 1-4,5 1 6,-2 1-5,1 0-2,4 1 14,-5 2 4,3 0 0,1 0 2,-1 0 6,3 0 5,-2 0 2,2 0 0,-2 2 6,-1 1 1,-3 1 0,-1 3 5,0 0-1,-1 1 4,-2 1 4,0-2 2,0-1 4,0 0 2,-2 1 1,-4 0 4,-2 0 0,0-1-16,-3-2-39,1 0-108,3-2-123,-3-22-350,2 17 0,5-2 0</inkml:trace>
  <inkml:trace contextRef="#ctx0" brushRef="#br0" timeOffset="214869.1677">7355 5625 598,'1'0'44,"-1"0"8,0 0 21,0-1 29,2 1 23,-2 0 20,0 1 18,1-1 18,-1 2 16,0-1-25,1 0-3,1-1-10,-2 2-19,0 0-19,0 2-14,0 3-13,0 2-11,0 4-14,0 1-14,0 1-7,0-2-3,0-2 3,0-2-2,0-3-4,0-1-2,0-2 6,0-1 4,0-2 0,2 0-1,0 0-3,-2 0-1,3 0-3,-1 0-6,1 0-7,0 0-11,1 0-15,0 0-13,2 0-2,-1 0 1,1 0-1,-2 0-1,3 0 3,0 0 2,0 0 4,0 0 2,0 0 0,3 0 1,-2 0-1,-3 0-2,4 0-1,-1 0 1,2 0-1,2 0 0,0 0 0,-2 0 3,3 0 1,-1 1-1,-2-1 1,1 1 1,-1 1 1,0-1 0,1-1 0,-4 2 1,1-2 1,2 0-1,-5 0 0,2 1 0,2 1 1,-3-2-1,0 0-1,1 0 0,0 0 1,-2 0-1,2 0-1,-4 0 1,3 0-1,-2 0 3,0 0-1,3 0-1,0 0-1,1 0 0,-4 0-3,5 0 0,-3 0 0,3 0 0,1 0-1,3 0-3,-3 0 0,3 0 0,-4 0 0,4 0 1,-2 0 0,0 0 1,1 0-1,1 0-1,-1 0-1,1 0-2,-1 0-2,4 0-3,-1 0-6,-1 0-3,4 0-7,-4 0-3,-3 0-3,-1 0-1,-1 0 5,-3 0 2,-3 0 4,0 0 6,-1 0 5,0 0 4,-1 0 7,0-2 5,2 1 3,0-1 2,-2 0-2,2 1 0,0-1 0,1 1-2,-2 1 0,-2 0 0,2 0 0,-2-1 1,0 1-1,0 0 2,4-2 4,-1 2 2,0 0 1,4 0 1,-3 0 2,0 0 1,2 0-1,-5 0-1,2 0 2,0 0-2,-2 0-1,0 0-1,0 0 2,0 0 1,-1 0-2,1 0 1,2 0 4,-1 2 2,0-1 3,2 3 2,-1 3 0,0 1-1,3 2-1,1-2 0,-1 2 2,0-1 0,2-1-2,-4 0 2,3-3-3,-3 1 0,0-3 0,-1-1 6,1-1-2,2 0 1,0-1 1,2-1-3,-3 1-4,4-4-5,-5 2-13,4-2-10,-2-3-9,-2-2-14,-2 2-5,-2-2-4,2-1-3,-2 0 1,0 3 0,0 1 3,0-2 11,0 3 9,0 0 6,0 0 8,0 2 5,0 2-1,0-1 2,0 2-1,0 0 2,0-1-2,0 1-2,0 0-2,0 0 0,0-2 1,0 2-1,0 0 1,0 0-1,0 0 0,0 0 0,1 0 2,2 0 1,-1 0 5,-1 0-1,0 0-2,2 0 3,-1 0 0,0 0-1,4 0 2,3 0-2,1 0 0,3 0 1,-3 0-3,0 0 2,-1 0 0,1 0-2,3 0 1,-1 0-1,-4 0 2,7 0-1,-4 0 0,3 0 0,0-1 0,4 1-1,-3-1 2,6 0 1,-4-2-2,2 3 1,-2-1-3,-2 1 1,0 0 2,-5 0-1,2 0 1,-3-1-2,-1 1 2,-2 0-1,2-1 1,-1 0-1,-2-1 2,4 2 0,2-2-2,0 0 0,0 1 1,3 1-1,0-1 0,-2 1-1,1-1 0,-1 1 0,-1 0 2,-1-2-2,3 1 0,-5 1 4,7-1-3,-1 0 0,0-2 1,2 2 0,0 0 1,-3 0-2,0 1-2,-1-3 2,-2 3 1,-2 0-4,-1-2 4,2 2 0,-3 0-2,-1-2 2,2 2-4,-3 0 3,4-1 0,-2 1 0,1 0 0,1 0-2,2 0 0,1 0 1,0-1 0,1 1-2,4 0 3,-7-1-2,1 1-1,1 0-2,-4 0 2,-1 0 1,-2 0 0,-4 0-1,3 0-1,1 0 2,3 0 1,0-2-1,5 2 2,1-1 1,3 1-2,1 0-1,-1-1 1,0 2-1,-1-2 0,-4 1-1,2 0 2,-5 0 0,-1 0-1,-1 0 1,-1 0 0,1 0 0,2-1 1,0 1-1,2-1 1,1 0 0,0 1-2,3-3 1,-6 2-1,3 1 1,-2 0-1,-1 0-1,-5 0 0,1 0 2,-1 0 0,1 0 1,0 0 1,-1 0-1,2 0 1,1 0 0,1-3-1,0 3 3,2-2-1,0 2-1,-2-3 0,0 2 0,0 0-1,-3 1-1,1-2 3,-3 0-1,2 1 0,-3-1 1,3-1-1,1 2 0,-1 0-1,1-1-2,1 1 2,1-1 1,-2-1-3,2 2 0,-1 0-1,-3-2 0,2 1 2,-1 0-2,0 0 0,-1-1-2,-3 1-2,0-1-3,0 0-2,0 0-1,0-1 2,0-2 0,0 1-1,0 1-2,0-1 0,0 2-12,0-1-20,0 2-22,-1-1-23,-3 1-29,2-1-25,-2 1-25,1-1-61,1-3-88,-1 4-89,-2-1 0,-1 3 0,-1 0 0</inkml:trace>
  <inkml:trace contextRef="#ctx0" brushRef="#br0" timeOffset="216801.1014">8310 6065 238,'0'-1'12,"1"-2"0,0-1 1,-1 3 4,0-2 12,1 1 20,-1 1 16,0 0 14,3-1 21,-3 2 2,0 0 7,0 0 8,1 0 4,1 0 3,-2 0-7,1 0-14,-1 0-10,0 0-6,0 0-5,0 0 2,0 0 1,2 0 1,-2 0 5,0 0 2,1 0 3,0 0 2,1 0-2,-1 0-6,-1 0-12,0 0-16,1 0-13,-1 0-10,0 0-8,0 2 0,0 1-2,0 2 3,-2 6 2,-2 3 1,-2 2 3,0 4 6,-1-4 10,3 0 8,3-1 5,1-4-4,0-3-1,1-2-7,-1-3-3,0-1-3,2-2-15,-2 0-44,2 0-99,3-2-144,-4-14-370,1 13 0,-1-1 0,0 0 0</inkml:trace>
  <inkml:trace contextRef="#ctx0" brushRef="#br0" timeOffset="217078.8423">8248 6201 1290,'0'0'72,"3"0"22,4 2 25,1 0 33,3-2 26,7 0 11,3 0 6,2-2 1,2 2 0,-2-2-83,-4 2-80,-3-3-101,-1-3-155,-11 1-284,0 2 0,-2 0 0,-1-2 0</inkml:trace>
  <inkml:trace contextRef="#ctx0" brushRef="#br0" timeOffset="217459.8234">8251 6029 1023,'0'0'80,"0"0"15,0 0 12,0-3 34,4 3 41,1 0 20,3-1 26,4-3 14,3 0 6,2 1-65,-1-1-42,1 3-61,-4-2-106,6-3-201,-12 3-312,0 2 0,0-1 0,-1-2 0</inkml:trace>
  <inkml:trace contextRef="#ctx0" brushRef="#br0" timeOffset="217954.7389">8583 5860 859,'0'0'47,"0"0"30,0 3 41,0 3 36,0 1 36,0 4 21,0 7 20,-2 1 12,-2 4 22,1 3 2,-1 3 0,-2-1-17,2 1-14,3-2-24,0 2-25,-1-2-12,2 0-8,2-1-5,-2-4-20,0-1-16,0-4-27,0-3-10,0-2-33,0-2-39,0-3-70,0-1-89,0-4-163,12-4-564,-11 2 0,2-4 0,0-5 0</inkml:trace>
  <inkml:trace contextRef="#ctx0" brushRef="#br0" timeOffset="218580.2333">8750 6057 1994,'0'0'33,"0"0"34,0 3 27,0 3 35,0 1 32,0 7 29,0 4 17,0 3 14,-4 1 11,3 0-4,0-1-8,0-4-30,0-1-23,1-4-30,-3-4-21,3-2-20,0-5-19,0 0-19,0-2-20,0-2-21,0-5-15,0-4-22,0-6-24,0-5-14,0-4-11,0 2-11,0-4 1,3 3 3,-2 0 4,1 2 4,3 3-1,1 0 8,-2 2 7,5 2 5,-1 3-10,1 1-2,-1 5-1,1 1 3,-1 2 3,0 3 6,2 2 6,0-2 10,-1 2 13,-1 2 2,0 3 9,-5 4-1,-1 5-6,-2 3-7,-1 2-15,-3-1-42,-2-3-82,2-4-85,7-6-315,-12 4 0,-2-2 0,5-4 0</inkml:trace>
  <inkml:trace contextRef="#ctx0" brushRef="#br0" timeOffset="219331.0927">9069 6098 963,'1'0'82,"-1"0"20,0 0 25,0 0 22,2 0 15,-2 0 13,0 0 9,0 0 3,0 0 2,0 0-61,0 0-18,-4 0-18,-2 0-23,-1 0-21,0 1-9,-1 2-11,1 0-6,1 2 0,1 0 2,5 0 1,0 1 3,0 0 3,0 0 4,0-2 1,3 2-5,-1 0 2,1 0 0,0 0-4,4 3-2,-3-2-3,0 3-1,-1-1-1,-2-2-5,1 2 7,-4-2 6,2-1 2,0 2 2,0-3 3,-4 1 1,-1 0 1,-5-2-5,-4 0-17,-1-1-38,1 0-106,2-5-153,-1-14-369,4 11 0,2 2 0</inkml:trace>
  <inkml:trace contextRef="#ctx0" brushRef="#br0" timeOffset="224534.7714">1777 6393 248,'-2'-3'16,"2"1"8,-1-1 16,0 0 7,-1 2 4,2 1 9,-4 0 18,2-2 18,-3 2 32,1 0 11,0 0 10,2 0 5,1 0 0,1 0 9,0 0 4,0 0 1,-1 0-5,-1 0-6,2 0-22,0 0-12,0 0 1,0 0-3,0-1-4,0-2 2,0 3 1,0-1-2,0 1-6,0-1-2,0 1-3,0-1-3,0 1-10,0 0-9,0-2-9,0 2-12,0 0-8,0 0-9,0 0-8,0-1-14,0 1-10,0 0-2,2 0-3,-2 0 4,2 0-3,4 0-4,1 0 0,1 0 3,4 0 0,1 0 5,1 0 5,1 0-2,2 0-3,1 0-7,-1 0 0,-2 0 0,2 0 1,-1 0-3,-2 0 1,4 0 0,-1 0-3,-4 0-2,1 0 0,2 0 4,-1 0 0,-4 0 0,4 0-2,-2 0 0,2 0 2,-1 0-1,0 0 0,-3 0-2,2 0 5,-1 0-5,0 0 0,-1 0 0,-2 0 1,3 0-2,-1 0 0,-1 0 1,1 0-2,3 0 2,-4 0-2,1 0 3,3 0-1,0 0-1,-2 0-1,1 0 2,-1 0-2,2 0 1,0 0 1,-2 0-3,1 0 0,-1 0 3,-2 0-2,0 0 2,1 0 0,-2 0-2,3 0 2,0 0-2,5 0 1,-4 0 1,3 0-1,-1 0-2,-1 0 3,1 0-4,0 0 2,-1 0 3,3 0-3,-3 0 2,1 0 1,-1 0 0,4 0 0,-5 0-2,0 0 1,5 0 1,-1 0 1,1 0-4,3 0 1,-2 0 1,1 0-3,-3 0 2,2 0 0,-1 0 0,1 0-1,-1 0 0,0 0-2,-5 0-1,3 0 1,-2 0-1,0 0 1,0 0 0,0 0 1,1 0 0,-1 0-2,4 0 2,0 0 3,1 0-1,-2 0-7,1 0-7,-4 0-11,-3 0-5,-1 0-2,-3 0-1,-4 0-3,-1 0-4,1 0-5,-3 0 6,0 0 8,0 0 12,0 0 12,0 0 6,0 0 4,0 0 5,0 0 5,0 0 4,2 0 0,-2 0-3,0 0-4,0 0-11,0 0-9,0 0-9,0 0-2,0 0-6,0 0-5,0 0-20,0 0-24,0 0-30,0 0-26,0 0-57,0 0-87,1-5-393,-2 4 0,-4-2 0,1 2 0</inkml:trace>
  <inkml:trace contextRef="#ctx0" brushRef="#br0" timeOffset="228278.8045">3367 6393 1425,'0'0'45,"0"2"19,0-1 38,0 3 42,0-2 30,0 0 33,0-1 29,0 0 21,0 1 12,0-4-32,0 2 5,0 0-14,0 0-36,0 0-38,0 0-32,0 0-29,0 2-28,0-2-19,0 0-13,0 1-4,0-1-8,0 0 3,2-1 5,5 1-1,2 0 6,3-3-2,3-2-7,2-2-11,0-5-19,0 1-36,4-1-47,-7 2-78,0 0-99,-3 3-74,17-2-394,-19 7 0,1 2 0,0 0 0</inkml:trace>
  <inkml:trace contextRef="#ctx0" brushRef="#br0" timeOffset="228971.2453">4344 6428 1265,'0'0'107,"0"0"40,0 1 26,4 1 16,-4-1 6,0 0 4,0 1 0,0-2 3,0 0 3,0 0-63,0 0-29,0 0-23,0 0-6,0 0 8,0 0 20,2 0 8,3 0 7,7 0 2,8-2 0,9-3-1,3-4-7,7-2-17,1-4-22,2 1-30,-5 0-39,-8 1-48,-4 3-58,-8 5-47,-6 3-38,-3 0-87,-4 2-105,-4-2-317,2 6 0,3 0 0,2 2 0</inkml:trace>
  <inkml:trace contextRef="#ctx0" brushRef="#br0" timeOffset="229728.5618">5393 6458 1003,'0'0'7,"-2"0"9,2 0 29,-3 3 56,3 1 67,-1 1 55,2-1 30,2-1 7,0-3 8,8-3 0,4-2 5,7-3-1,6-5-29,4 0-55,-3-1-66,2 1-57,-5 0-36,-5 3-24,-9 4-41,-5 2-23,-4 2-17,-1 2-14,-2-1-11,-3 3-7,0-1-11,3-1-5,0 4-2,-3-4 7,0 2 13,3-2-3,0 0 5,0 0-2,0 0 2,0 0-10,0 0-12,0 0-37,0-3-54,0-2-123,0 4 0,0-2 0,0 2 0</inkml:trace>
  <inkml:trace contextRef="#ctx0" brushRef="#br0" timeOffset="233523.5355">1874 7145 327,'0'0'35,"0"-3"9,0 2 14,0-1 13,1 2 12,-1 0 11,0 0 14,0 0 10,2 0 9,-2 0-21,0 0-5,0 0-1,0 0-9,0 0 2,0 2 5,0-1 8,0 2-8,2-3-10,0 0-9,-1 0-3,-1 0 4,3 0-4,-3 0-9,0 0-15,0 2-24,3-2-23,-2 0 12,5 0 9,-1 0 8,2 0-1,0 0-4,0 0-1,4 0 3,-4 0 4,4 0 6,-1 0 10,1 0-15,2 0-5,2 1-2,1-1 3,2 0 2,0 0 2,2 0 0,5 0 2,-6 0-1,2-1-4,-2 1-3,-2 0-4,-2-2-5,2 2-5,-3 0-5,1 0-1,-1 0-2,4 0 0,-3 0 0,2 0 1,1 0 0,1 0 1,-5 0 4,3 0-4,-2-3 0,2 3 0,-2-1 1,-1-1-2,-2 2-1,1 0-1,-1-1-2,1-1 1,2 1-3,-1 1 2,3 0-2,-2 0 1,3 0-2,0 0 1,0 0 0,-3 0 0,1 0 2,1 0-2,0 0 1,-2 0 1,1 0-1,-4 0-1,3 0 0,-5 0 0,4 0-1,0 0 0,-3 0-2,3 0 2,0 0-2,1 0 1,2 0 1,-1 0 0,2 0 0,3 0 0,1 0 1,-2 0-2,3 0-1,1 0-5,-4 0 2,0 0 0,-2 0-2,-1 0 1,-3 0 0,-1 0 1,-3 0-1,-2 0 2,1 0 5,-1 0 2,-2 0 5,0-3 6,1 1 4,-1-2 0,-2-1 0,-1 3 0,-3 1 0,3-2-2,-3 3-1,0 0-7,1 0-16,0 0-33,1 0-46,-2 0-71,3-2-49,-1-2-78,11-6-272,-9 8 0,-1-3 0,3 5 0</inkml:trace>
  <inkml:trace contextRef="#ctx0" brushRef="#br0" timeOffset="236738.9949">3784 7210 671,'0'0'13,"0"0"10,2 0 13,-2 0 19,3 0 23,1 0 13,-2 0 11,2 0 6,-1 0 13,2 0 3,-3 0 12,-2 0 2,2 0-5,-2 0-12,0 0-20,0 0-14,3 0-11,-3 0-8,3 0-6,4 0-14,2 0-10,3 0-9,3 0-5,3 0-6,3 0-2,-2 0 0,2 0-2,3 0-6,-5 0-5,-1 0-4,2 0-6,-8 0-12,-1 0-4,-4 0-2,-7 0-4,1 0 10,-1 0 15,0 0 14,0 0-1,0 0 10,0 0 7,0 0 15,0 0 7,0 0 6,0 0 6,0 0-8,0 0-9,0 0-4,0 0-1,0 0-7,0 0-6,0 0-18,0 0-29,0 0-31,0 0-36,0 0-39,0 0-71,0-5-73,0-2-162,0 6 0,-1 0 0</inkml:trace>
  <inkml:trace contextRef="#ctx0" brushRef="#br0" timeOffset="247857.8966">1957 7330 807,'0'-2'55,"0"2"33,0 0 20,0 0 26,0 0 29,0 0 23,0 0 10,-3-1 15,3 0 11,0-3-28,0 2-10,-2 2-29,2-1-18,-2-2-24,2 3-28,-4 0-20,4 0-9,0 0-15,-2 0-14,0-1-10,-1 0-9,-1-2-5,-4-1-1,-2 2-5,3 1-1,-4-1-3,0 2-2,0 0-1,1 0 0,-3 0-2,1 0 2,-3 0-3,2 0 2,1 3 3,-1-1-2,1 2 3,2 0 0,-1 1 2,1-3 4,-1 2 1,-3 1 1,2 2 3,-3 0-3,-1 0 0,4 0-1,2 0 0,2-2 0,4 2-1,-5-3 1,4 2 0,-2 1 2,3 1-1,-6 0-1,6 0 2,-4 3 1,0-4-1,2 3 2,-3 1 1,5-1-1,0 0 1,0 0 0,1-2 0,3 2 5,-3-1 0,1 2 3,2-1 0,0 1-1,-2 1-1,2 3 1,-3 0 0,2 1-1,-2 0-2,2 1-3,1-1-3,0 2-1,0-3 0,0-1-2,0-2 1,0-1 0,0-2-2,0 2-1,0 0 3,0-1 1,1 1 2,1-1-1,0 0-1,1-1 3,1 4 1,-1 0 0,3 0 0,-4-1 0,3 1-1,0-1-2,-2-4-1,1-1-1,1 1-2,-3-4-5,4 0-4,1-1 2,-2 2 0,2-2 1,1 2 4,2-1 0,2 2 2,1-1 0,0-2 4,0 1 3,4 1-3,-5-1 1,2 0 2,1 0-1,1-2-7,-2 0 4,2 0-1,1 2 2,-2-4-1,2 1-2,-1 0 9,1-1-1,0 0-2,-1 0 2,-3-1 1,2 1 0,-3 0-2,4 0-1,-1 0 2,-3 0 0,4 1-2,0 1-2,-2 1 1,3 1 0,0-2 1,-2 1-3,1 0 1,0 1 0,-2-2 0,-2 1 1,1-1-5,-4 1 2,1-1 2,-2 2 0,-1 1 2,3 0 2,0-1 8,-2 2 1,-1-3 6,3 3 1,1-1 14,-2-1 0,4 1 0,-1-1 0,2-2 2,2 1-1,-1-3-9,-1 0 1,0 0-6,-1 0-1,-3 0-8,3 0-1,-5 0-3,2 0 0,-2 0-2,3 0-2,2 0-15,-1 0 0,3 0-4,0 0 2,2-2-5,0 0 0,4-2-6,1 0-7,0 1 0,0-1 1,3-1 17,-4 1-2,-1 0 3,-1 0-2,-1 2 2,-4-2 2,-2 2 4,1 1 5,-2 1-1,-2-1 1,1 1-3,2 0 2,0 0 0,1-1 0,3 0 0,1-2 0,2 2-3,-3 0-2,5 1 1,-4 0-3,1 0 3,-3 0-1,-2 0-1,2 0-1,-3 0 1,4 0 4,-2 0-1,2 0 1,1 0-4,2 0 4,-3 0 0,3 0-4,-2 0 0,-2 0 2,3 1-8,-4 1-4,4 1 4,-4-1 2,1 1 4,-3-3 1,4 3 0,-4-3 3,5 1-1,-2-2-1,7 1 9,1-3 7,4 3 4,4-2-1,1-2-2,2-2 1,1 0 0,0-1 0,-5 0-4,-2 1 2,-9 2-2,-2-1-6,-3 0-8,-3 0 1,-1-1 2,-2-4 6,-4 0 2,-1-4 10,2-1 6,2 2 9,0-3 5,0 1 3,-1 0 6,1 2-3,-3-3-5,-2 2-12,0 0 6,-2 2-9,3-3 2,-3 0-14,0-1-8,0-1-8,0-3-2,0 0-7,0 1-7,0 0 3,-5 0-12,4 5 0,-4 0-5,-2-1 7,4 2 2,-1-1 6,-2 2-1,0 0 8,3 0 1,-3-2-6,-1 4-11,3 1-4,-4-2-3,-2 3-4,3 0 2,-1 1-3,1 1 0,-1 0 0,-1-1 5,1 3 5,-2-2 4,2 1-6,-2 1-2,3 0 2,-2 0-14,0 0-1,1 0-2,-1 1 2,0 1 2,-4-2 5,3 2 8,-2-1 9,-1-1 5,-2 2 2,3-3 13,-1 1 1,1 0 1,2 2 1,-1-3 0,1 1 0,-1 1-1,1 0-1,0-1-3,-5 2-2,0-2 0,-1 1 0,-2 2 0,0-4 1,-2 2-2,1-1-1,-2 3 0,-1-2 3,-3 0 2,4 2 2,-1 0-4,1 1 4,-1-2 0,2 2-2,2 0 2,-1 0 1,4 0 0,-6-1-2,2 0 3,-4-2-2,1 1-8,-3 1 0,-3-3-1,1 2 3,2-1-1,0 2-1,1 0 0,5 1 2,1-2-3,4 2 2,0 0 10,3 0-1,-3 0 1,3 0-1,-3 0 0,3 0 0,-4 0 1,-2 0 0,1 0-2,-4 0 2,1 0-1,-4 0 0,1 0 0,3 0 0,1 0 1,-3 0-1,7 0 3,1 0 1,1 0 1,-3 0 2,5 0 0,-5 0 1,2 0-2,1 0 1,0 0-2,-1 0 0,2 0-4,-3 0 1,2 0-1,-3 0-1,0 0-1,-1 0 0,3 0 0,1 2 0,1-2 1,0 1 0,2-1 2,0 1-1,-1-1 1,-3 0-1,2 0 1,-3 0-2,1 1 1,-4-1 0,3 0-1,-3 0 1,1 2-1,2-1-1,-1 2 2,-1-3-1,0 3 0,-1-3 2,-1 0 0,0 0 0,-4 0 0,2 0 1,-3 0-1,-1 0 8,-1 0 2,0 0 1,2 0 2,4 0 1,-1 0 3,3 0 6,6 0 15,4 0 18,0 0 19,6 0 4,1 0 1,0 0 3,0 0 3,0 0 0,0 0 4,0 0-6,0-1-15,0 1-19,0 0-20,0-2-18,0 2-18,0 0-14,0 0-21,0 0-24,0 0-35,0 0-42,0 0-59,1 0-60,6 0-56,7-11-310,7 10 0,12-2 0,9-1 0</inkml:trace>
  <inkml:trace contextRef="#ctx0" brushRef="#br0" timeOffset="248955.9028">3739 7294 892,'0'0'17,"0"0"27,0 1 35,0 0 32,0 2 22,0 0 11,3-3 16,-3 3 12,4-3 10,-4 0 0,3 0 1,0 0-17,-3 0-33,1 0-27,2 0-14,0 0-12,5 0-12,2 0-8,-3 0-4,5 0-4,3 0-6,2 0-5,4 0 1,1 0 3,4 0-1,-1-1 5,6-1-1,1-4 1,1-2-7,-1-2 1,0-1-2,-7 1-8,-6-1-3,-4 4-8,-9 1-43,-3 2-75,-2 2-58,-1 1-30,0-1-76,-1-7-334,-2 8 0,-3 0 0,-2-1 0</inkml:trace>
  <inkml:trace contextRef="#ctx0" brushRef="#br0" timeOffset="249954.7929">4028 7243 707,'1'3'75,"6"2"23,3-1 23,4 1 17,5-5 27,3 0 20,1 0 13,2-5 8,0-1 9,0-4-43,2-3-18,-4-3-11,-2-1-19,-1 1-14,-2-5-22,-3 0-17,-1 1-11,-1-3-2,-1 2-3,-5 0 8,1 0-7,0-2-8,-3 1-4,0 2-1,-1 2-6,-1-3-1,0 1-4,-3 1-4,0-2-6,0 2-14,0-4-4,-3 1-5,-1 1-3,-3 0 0,-1 1-1,-2 2 2,-1 0-2,1 1-4,-1 2-4,-1-1-3,-1 4 1,-5-1-2,0 2 3,2 1-2,-5 4 2,4 1-2,-5 1 4,0-2 5,-1 4 3,1-3 6,-3 0-1,2 1 1,-3 2 3,1 1 1,-1-1-2,-1 2 2,-1 0-5,-1 0 0,-2 0 2,0 0-1,0 0 0,-1 0 1,3 3-2,1-1 2,2 2 0,2 3 1,5-3 1,-1 3 2,3 2-1,-1 0 1,1 0 4,-4 4-2,0 3 2,0 2-1,-1 3 1,0 6-1,2 0 0,4 1-3,6-1 2,6 1 0,2-2 5,5 3 7,9-2 3,5 3 3,9 3 1,8-2 0,6-1-3,1 0-5,3 0-10,-5-7-20,5 1-13,-6-6-27,-6-4-24,-5-5-16,-6-5-15,-4-3-26,-5-2-48,-2-5-35,-4-4-62,3-4-62,-7-1-115,-1 5 0,-1 0 0,1 6 0</inkml:trace>
  <inkml:trace contextRef="#ctx0" brushRef="#br0" timeOffset="250930.4494">3856 7734 1713,'-3'0'97,"3"3"15,0-3 25,0 0 38,0-3 25,0 3 17,0 0 20,0 0 22,0 0 40,0 0-55,7-1 2,4-5-5,11-5-22,10-5-34,11-6-24,1-2-18,-3-1-30,-5 3-35,-9 1-54,-10 5-61,-7 8-108,-6 1-83,-2 5-35,-4 1-77,2 1-117,-8-11-269,-2 17 0,-3-1 0</inkml:trace>
  <inkml:trace contextRef="#ctx0" brushRef="#br0" timeOffset="251214.7508">3843 7546 1917,'0'1'9,"0"2"25,0 2 76,6-1 50,4-4 19,9 0 8,10-4 3,13-10-10,4-3-40,-2-4-51,-1-3-71,-10 0-91,-5 2-157,-3-2-352,-14 11 0,-7 5 0</inkml:trace>
  <inkml:trace contextRef="#ctx0" brushRef="#br0" timeOffset="254791.9183">1775 8637 1346,'0'0'24,"0"0"2,0 0 0,0 0 10,0 0 4,0 0 7,2 0 6,-2 0 7,0 0 10,0 0-6,0 0 12,0 0 14,0 0 6,0 0 0,1 0-2,-1 0 0,0 0 1,0 0-4,3 0-4,0 0-15,2 0-11,2 0-13,3 0-4,-2 1-8,3 2 2,3-1-9,1 0-4,2 0 0,1 1-4,0 0 0,2-2-4,-1 3 1,5-1-4,-1-1-2,-1 0 0,-1 0 2,4 1-3,-5-1-3,3 0 1,-2-2-1,4 3 0,-2-3 0,2 0-2,2 0 2,-2 0-1,0 0-2,1 0 1,-2 0-1,-1 0-1,1 1-1,-5-1 0,1 0 1,-3 2-1,3-2 1,-2 0-1,0 0 2,3 0-2,2 0 1,1 0-2,2 0-1,3 0 1,-2 0-4,1 0-1,-1 0-1,-2 0 1,-2 0 0,-1 0 2,-3 0-2,2 0 3,-6 0 1,-2 0 1,-5 0 1,0 0 3,-6 0-1,3 0 0,-4 0-2,1 0-1,-2 0 4,0 0 0,0 0 2,0 0 3,0 0 1,0 0-1,0 0 2,0 0 0,0 0-1,0 0-10,0 0-22,0 0-32,0-2-79,0 1-56,3-4-82,-3-6-269,0 6 0,1 1 0,-1 1 0</inkml:trace>
  <inkml:trace contextRef="#ctx0" brushRef="#br0" timeOffset="258557.4949">1942 13287 435,'0'0'57,"0"-1"20,0 1 17,0 0 13,0 0 13,0 0 12,0 0 8,0 0 12,0 0 25,0 0-28,0 0-10,0 0-9,0 0-7,0 0-11,0 0-8,0 0-11,0 0-9,0 0-17,0 0-35,0 0-22,0 0-17,2 0-7,-2 0-3,2 0 0,2 0 3,0 0 2,2 0 3,2 0 9,1 0 11,1 0 13,2 0 12,0 0-3,2 0-5,-3 0-2,3 0-7,1 0-4,-1 1-1,0-1-2,-2 1 1,2 1-3,0-1-2,3 0-1,-2 0 0,0 1 0,1-2 1,-1 2 0,-3-2-2,2 0 0,-4 2 0,4-1 1,-3 1-1,3-1 1,-1-1-2,2 2-2,-3-2 1,2 1 0,0-1 2,-2 1 0,1-1 0,-1 0 0,3 0 0,1 0 2,-1 0-2,1 0 4,1 0 0,0 0-2,4 0 1,-3 0-2,1 0 0,2 0 2,0 0-1,-3 0-1,1 0 1,2 0 0,-1 0 1,2 0 0,-3 0 1,2 0 2,-2 0-2,1 0 1,-2 0 0,0 0 0,0 0 2,1 0 0,0 0 4,-2 0 2,3 0 3,-1 0-2,-1 0 3,4 0-1,1 0 0,-4 0 1,4 0-1,4 0-2,-4 0-3,5 0-4,-2 0-3,2 0 1,1 0-2,-1 0-3,1 0 1,1 0-5,1 0-2,-4 0 2,2 0 1,2 0 1,3 0-1,-1 0-2,1 0 3,-1 0 2,0 0-1,0 0 6,-1 0-3,-1 0 2,-2 0-2,-4 0 2,3 0 4,-5 0 8,1 0 2,-5-1 3,3 1 2,-1-1 1,-3-1 2,-1-1 2,1 2-3,-3-1-3,-1-2-3,-3 2-5,-3 1-3,-1-1-1,-3 2 13,-2 0 11,-2 0 14,0-2 1,0 2 3,0-1 1,0 1 5,0-1-6,0 1-25,0 0-58,0 0-101,0-3-148,15-4-478,-15 4 0,0 0 0,-7-2 0</inkml:trace>
  <inkml:trace contextRef="#ctx0" brushRef="#br0" timeOffset="267146.982">2519 8825 298,'0'-2'39,"0"1"7,0-1 5,0 1 7,0 0 3,0 1 3,0-1 0,0-1 0,0 2-8,0-2-61,0 0-35,0 2-11,0-1-10,0 0-67,1 1 0,-1 4 0,2-2 0</inkml:trace>
  <inkml:trace contextRef="#ctx0" brushRef="#br0" timeOffset="271140.4037">2758 8834 645,'0'-2'32,"0"0"10,1-1 17,0 1 8,0-1 32,1 2 18,-1 1 15,-1 0 20,2-1 21,-2 0-13,0 0 9,0 0 15,1-1-8,-1 2-1,0-2-24,0 0-11,0-3-11,0 2-9,0 2-16,0-2-13,0 0-12,0 1-22,0 0-6,-1 0-2,-2 1-1,-1-1-5,-2 1-4,-1-2-7,-1 2-5,-2 1-4,0 0-2,1-1 0,2 1-5,-4 0-6,1 0-7,0 0 0,-2 1 0,1 0-1,-3 3 6,2-1 9,-1 5 5,1-1 0,-1-1 5,1 2 2,2-1 2,3-1 3,0-1-1,0 0-3,-1 3-1,2-1-7,-1 0-2,-1 3-1,4 0 0,-6 1-1,3-1 4,-4 0 3,4 2 1,-3-1 3,2 1-3,-2-2 10,2-1 8,0 1 6,2 1-1,2-4-6,1 3-2,-2-1-6,2-2-2,0 2 1,2 1-1,1 0-4,-3 1-8,3 1-5,-3 2 1,2-1 7,-5 1-3,3 2 3,1-1-3,2-2-2,-3 1 1,3-3-2,0 1-3,0-2 5,0 1-4,0-1 1,0 1 0,0-4-2,0 2 0,0-2 0,0 0 2,0 0-8,0-2 1,0 1-9,3 1-2,2 1-7,-2-2 0,1 0 2,2 1-1,-1-3-1,2 2 1,-1 0 5,-2 2 6,1-3 2,2 3 6,0 0 2,1-1 1,-1 1-2,1-2 2,0 1-3,0 0-12,-1-1-5,-1 0-5,5 0 0,-3-2 5,2 1 4,-1-1 2,4-2 4,-1 2 1,1-2 6,1 2 10,1-4 7,0 0 0,2 0 6,5 0-8,-1 0-2,1 0-3,0 0-1,0 0-1,-2 0-2,-2-3-3,0 3-2,-3-3-1,-2 2-3,1-3-2,-2-1 1,1-1-5,-1-2-1,-1 1 1,2-3-8,-1 0 0,-1-3-1,-1 0-1,1 0 1,-3 0-3,-2-1-1,2 1 2,-1 0-3,-5 1 2,0-2 3,1 1 4,0-2-4,-3-1 0,2 1-3,0 0 0,-2-1 1,0 2 0,0 2 6,0-1-3,0 2 8,0-2-5,0 1 6,0-1 0,0-2-1,0-1 3,0 0-7,-2 0-3,0 0-8,-6 4 2,1-2-8,-3 1 6,2 0 0,-1 1 1,1-2 0,-2-1 3,0 4 6,-1 0 4,-1-2 5,1 1-6,-4 0 1,2 3-2,1 0-6,-4 1-2,-1 0 2,1 1-5,-2 1 1,0 1-10,0-1 3,-4 3-1,2 0-2,-5 1-2,-1 0-23,-4 4-57,-1 0-69,2 1-144,16-3-550,-13 6 0,1 0 0</inkml:trace>
  <inkml:trace contextRef="#ctx0" brushRef="#br0" timeOffset="278147.7746">3501 8716 799,'0'0'59,"0"0"15,0 0 14,1 0 10,-1 0 16,0 0 14,0 0 20,0 0 16,0 0 16,0 0-29,0 0-2,0 0-5,0 0-12,0 0-11,0 0-16,-1 0-17,-2-2-21,1 2-15,0 0-18,-1-1-20,-2 1-9,3-1-11,-4 1-2,0 0 4,0 0 1,1 0 2,-1 0 2,-1 0 1,3 0 3,-2 0 5,2 1-3,-1 0 0,-1 1 1,2 0-2,1-1-1,-1 2 0,-2 0-1,2 0-2,0-1-1,0 3 0,0-1 1,-2 1-1,1 0 0,3 0-1,-2 0 2,-2-1 1,4 1 2,-3-1 1,-1 2 4,3 0 2,0 0 1,2 0 2,-4-3 2,3 0 2,-2 1 1,2 1-1,0 1-2,-3-1 1,1 2-4,0-1-2,0 1 1,0 1-2,2-1 1,0 1-2,0 2-2,-2-1 0,1 0 1,0-1 0,1-1-2,1-1 2,-1 2 0,-1-2 1,3 2-1,-1 1 1,1-2-2,-3 1 3,0-2 0,3 1 2,-3 2-2,1 0 1,2 1-3,-3-1 0,1 0 0,0-2 0,1-1 1,1-1 0,-2 0-2,2 2 0,0-2 2,-3 1-1,2 0 0,1 0 2,0-1 0,-3 0 0,3 2 2,0-1 0,-3 1 2,3-1 0,-1 1-2,-1-1 4,2-1 2,0 1-4,-2 1 0,2-1-1,-3 0 1,3-1-2,0 0-1,0 1 0,0 0 0,0 0-2,0 1 0,0 1 2,-1-2-2,-1 1-2,1 0 0,1 0 4,-3 0 0,3 0 0,0-1 0,0-1-2,0 2 1,0-2-1,0-1 1,0 4 1,0-2-1,0 1-3,0-2-1,0 1-2,0-1-2,0-1 2,0 1-9,0 0 0,0-2-4,0 0 1,0 0 3,0 0 0,3 1 4,-3 0 0,1-1 4,2 0-1,0 1 6,-1-1 3,0 1-1,-1-1 0,2 2 1,-3-3-4,3 2-4,-2-2-3,2 3-2,-1-5-1,-1 3 3,0-2-2,2 3 3,0-4-2,-1 2-2,1 0 5,0 0 2,0 0-5,-2 1 4,2 1-1,1-2-1,2 1 1,-1 1-2,-2 0 1,0-2-1,1 2-1,-1-3-4,-1 3 3,3-2 0,-3 1 2,1-2-2,1 2 0,-2-2-1,2 1-1,-2-1 4,3 1-1,-4-2 5,3 0 1,-2 1 0,2 2-3,0-2 1,1 2-1,-3 0 5,2 0-5,0-3-10,0 2 1,-1-2 5,3 0-3,1 2-7,-3 0-2,-1-2 0,4 1-1,-2-1 1,1 1 4,-5-1 7,5 0-4,1 1-3,-2 1 3,2-1 3,0 2-4,-1-1-17,-1 1-1,0 0-1,1-3-2,1 0 1,0 0-2,0 2-3,-1-1-6,1-1-9,1 2 2,-4-2 15,4 2 1,2-2 2,-6 0-1,3 0-2,0 0 2,-1 1 2,2 0 4,-1 0 10,-2-1 6,4 0 1,0 0 0,-2 0-4,5 0 3,-2 0 0,0 0 3,0 0-1,1 0 2,-4 0 3,3 0-2,-1 0-3,-2 0 0,4 0-1,-1 0-2,0 0 2,-5 0-1,5 0 1,0 0-2,-1 0-3,1 0 3,3 0 0,-2 0-2,1 0 1,-3 0 1,2 0-6,1 0 0,-1 0-1,0 0-2,2 0 3,-3 0-3,0 0 3,2 0 3,-5 0-1,5 0 0,-2 0 4,1 0 0,0 0 0,0 0 0,-1 0-2,1 0 1,-1 0 0,2 0-1,-3-1 0,1 1 1,0 0 0,0-1 0,0 1 2,-2-1 0,-1-1 0,-6 2 0,5 0 0,-1-2 0,-3 1-2,2-1-1,0 2 2,3-3 4,-4 2-2,4-2 3,1 1 5,-2 2-1,-1 0 1,3-2 0,-2 2 7,1 0 0,-3 0-2,2-1-1,-4 1 1,4-2 1,-4 1-3,0-1 2,1 2 2,-2-2 1,-1 0 0,3 0 8,0-1 1,-3 0 0,3 2 2,-1-1-2,0-2 2,-2 3-2,5-1-1,-5-2-3,3 0-3,1-1-5,-1 3-2,0-1-1,0 1-2,-1-2 2,0 1-2,1 0 1,-1 0 1,1-1 0,1 0 0,-1 1 0,0-1 3,1 0-2,-1-1 1,-3 0 0,5 2 0,-2-3 2,1 0-1,2 1 0,-3-1 1,1 0 0,1 0 1,-2 0-3,0 0 2,1 2-5,-1-2 4,-2 1 2,-1 0 1,3-1 0,-2-1-1,1 2 0,-1-3 0,-1 1 2,0 3-3,0-3 4,0-2-3,0 3-2,1-2-2,1 0 0,-1 0-1,1-1 4,-1 3-3,0-1 0,-1 1 1,2-2-2,-2 2-1,0-1 0,0-2 0,1 2-2,2-3 0,-3 1-3,2-3 0,-2 1 0,0-3 0,0 0-4,0-2-3,0 0 1,0 0-3,0 3 2,0-1 0,0 2-4,2 0-3,-2 1-1,0 1 1,0 1 1,0 1 6,0 0-2,0-1 3,0 1 0,0-3 3,0 1 4,0-1 2,0-1 0,0 1 3,0-2 0,0 3-5,-2 0-1,2 0 1,0 2-2,-2 1 0,2 0 0,0 0 1,-3 2 2,2-2-2,-2-1 1,2-1 1,-5 2 3,2-3-1,0 3-2,1-2-2,0 2 1,0 1-3,-1 1-4,3 0-1,-5 2-5,2 0-2,-3 0-3,3 1 2,-4 0 2,1 0-1,0-1 2,-1 1 2,1 0 1,-2 0 1,1-1 4,0 1 2,-2 1 3,3-2-3,-1 2 1,1 0 0,-3 0-2,2 1 0,-3-1 1,1-1 1,2 2 0,-2 0-2,-1 0 1,1-1 0,3 1 3,-2-1-4,0 1 1,1-2 0,-1 2 0,0 0 0,1-1 1,-2 1 0,-1 0 1,1 0 0,-1 0-2,-2 0 2,5 0 3,-4 0-2,2 0 1,3 0 1,-3 0-1,1 0 0,3 0 2,-3 0 0,1 0-2,0 0 0,4 0-2,-2 0 1,2 1 2,-1 0-1,-1-1 0,3 1 0,-2-1-2,1 1 1,-4-1 2,-1 0-1,1 0 1,-1 1-1,-5-1-2,2 2 0,1-2 1,0 1 0,4 0 2,1 0-1,-2-1 0,1 0 0,0 0-1,0 1 2,-1-1-1,-1 0 1,0 0-2,0 0 0,-2 0 1,-1 3-1,-2-2 0,-3-1-1,-2 2 1,1 1 1,-3 0 3,3-2 2,0 1 3,0 1 3,3-2 1,0 0 2,1 0-1,3 1 0,-1 1 2,1 1-2,2-2-2,-1 2-3,0-2-2,2 0-3,-2 1 1,-2-1-2,2 0 1,1 0-1,0-2 0,0 2 0,3 1-1,0-3-1,1 2 1,3 0 0,-1-2-2,3 0-2,0 0-4,0 0-3,3 0-5,-3 0-5,0 0-1,0 0-1,0 0-6,0 0-8,0 0-8,0 0-11,0 0-30,0 0-58,2 0-78,20-6-318,-19 5 0,4 1 0,-2-3 0</inkml:trace>
  <inkml:trace contextRef="#ctx0" brushRef="#br0" timeOffset="282954.7999">4810 8730 490,'0'-2'14,"0"-1"1,0 0 9,0-1 20,0 2 17,0 2 23,0 0 16,0 0 20,-1-2 18,-1 2-2,-1 0 16,-2 0 20,1-1 5,1 0 0,-3 1-7,1-3-18,1 1-14,0-1-20,-2 3-15,2-3-12,-2 0-17,1 2-19,-1 0-14,1 1-19,-1-1-8,-2 1-4,-2 0-3,-1 0 0,1-1-1,-1 1 3,1 0-2,2 0-1,0 0 1,1 0-2,1 0 0,0 1-2,4 0 1,-5 0 1,3 2 0,-2-2-1,1 2 2,-2 0 2,1 0-1,-1 0 3,-1 1 1,4 0 1,-3 0 2,1-1-2,-1 1 1,3-3-2,-1 3 1,3-1-2,-3-1-1,1 2-2,-2 1-3,2-2 4,-3 2-3,1-1-1,4 1 1,-4-1-1,1 0 1,-1 1-1,-2 0 1,1-1-1,1 2 3,2-3-5,-1 3 1,4 0 2,-4 0-1,3-2 0,0 4 1,-1-2-1,0 3 3,-1 0-2,-1 0 1,-1 4 3,2-3 0,-2 3-1,2 0 1,-1-1 6,1-1 0,2-1 4,1 1 1,-2-2 5,3 0-1,-2-2 2,1 1 2,0-1 1,1 1 0,-3-2-4,0 2 2,2-2 0,-2 3-3,-1 1 1,1-1 0,3 1 0,-4 2-1,2-3-2,2 0-1,-1 0-1,0 1 0,2-2-2,-1 0-1,0 1-1,0-2-2,0 2-2,0-2-2,0 2 3,0 1-2,0-3 0,0 3-2,0-1-4,0-2 1,0 2 1,0 1-1,0 0 0,0-1 1,0 0-3,0-1 3,0-1-1,0 2 0,0-2 4,0 0-4,0 0-1,0-1-1,0 0 0,0-1-1,0 0 1,0 0 0,0 1 1,0-2-2,0 0-2,0-1-1,0 1-5,1-2 0,1 1 0,-2 1-3,0 0-7,4-1-8,-4-3 2,3 3 4,1-1 6,0-2 4,-1 3 8,4-2 3,-3 2 4,2-2-2,1 2 13,-2 0 9,1-1-1,-2 1-5,4-1-3,-4 0 0,-1 1-2,2-1-2,1 2-3,-3-1 0,1-1-8,2 1-4,-4-3-2,2 2-3,3-1 0,-4 2-3,2-2-2,3 0 0,1-1 0,1 0 8,0 0 1,1 0 0,-3 1 1,2-1-1,1 2 0,-4-1 0,3-1 1,1 1 0,-4-1 1,2 1-5,0-1 2,-1 0 1,2-1 0,-2 2 2,3-1 0,-5 0 2,2 0 0,3 0-1,-5 0-3,5 0-1,-3 0 2,1 0-1,-4 0 1,1 0 3,2 0 0,0 0-2,-1 0 0,2 0 0,-1 0 2,0 0 3,0 0-5,4 0 1,-4 0 0,4 0-3,-3 0-1,-1 0 4,0 2-2,1-2-2,2 0 0,-3 1 1,-3-1 2,7 2 0,-3-1 0,-2 0 0,5 0 1,-3 0-3,-1-1 3,1 0 2,3 3 0,1-2-1,1-2-1,-1 1-1,-1 0 0,-1 0 2,-3 0-1,0 0 1,1 0-2,-1 0 0,-1 0-2,0 0 3,2 0-2,-3-3 3,1 3-2,0-1 0,-2 0 2,4 0 1,-2-2-2,1 3 3,2-4-1,-2 0 2,2 0-4,-3-1 1,1-2 3,0 2 0,-2 1-2,-2-1-1,-1 2 1,1 1 2,-4-2 4,4-2 2,-2 2 7,0-1-1,3-2 0,-2 0 1,3 0 0,-3-2-1,1 2 2,-1-1-4,3 0-2,-4-1-4,1 2-2,1-2-3,2 2 0,-2-1 0,1 0 0,1 0-2,-2 0-3,-1 0 3,0-1-1,0 1-2,1-2 0,-2 2 0,3-4-2,-3 2 2,1-1 1,3-1 2,-5 2 2,3-2-2,0 2 1,-1-1 2,-3 1 2,2-1 0,-2 2 2,2 0-4,-2-4 0,3 1-3,0 0-5,-3-4 0,2 1-4,-2-2 2,0-1 0,1-1 2,-1 2-1,0-4 3,0 7-5,0-2 3,0 2-1,0 1-4,0 1 9,0 1-9,0-1 2,-1 2-4,-1-2 0,-1 1 2,0 0-1,-1 0-2,-1 1 5,0 1-5,0 2-4,1 0 8,1 1-3,-3 1 5,1 2 0,1-3-3,-2 0 7,2 2 2,-4-1 1,1 1 5,-3-1-7,2 2 2,2-2-1,-5 1-6,3-1 0,-2 1 0,2 2-1,-2 0 4,-1-2 1,0 2 2,1-1 9,2-1-5,-2 0 3,2 0 4,2 0 2,-1 1-5,2-1-1,-2 1-3,0 1-3,1 1-7,-1 0-13,-5 1 8,1-1-5,-2 1 0,1-1-2,-1 1 4,5 0 0,-3 0 0,3 0 4,-1 0 7,1 0 8,4 0-5,-4 0 4,2 0 1,-2 0-1,-3 0 0,0 0 0,-1 0 2,-1 0-4,-2 0 1,2 0-1,-4 0 2,2 0-3,0 0-2,-1 0 4,1 0-3,2 0 0,1 0-2,1 0 1,1 0-1,-1 1 2,2 1-1,-5 1 1,0 0 2,1 1-2,1-1 1,2-1-1,1 1 1,1-2 0,1 0 4,4 0 0,1 0-3,2-1-2,0 2 2,-3-2 0,3 0-3,0 1 3,-1-1 0,-2 1 0,-1 0-4,0 1 0,0-2 3,1 1 0,0 0-3,0-1 0,3 1 3,-1 0-6,-2 0 0,0-1-1,2 1-1,-3 0 1,2-1-1,2 3 1,0-3 1,0 0 0,0 0 1,0 0 2,0 0 0,0 0 1,0 0 1,0 1 2,0-1 2,0 0 1,0 0-1,0 0-2,0 0 0,0 0 1,0 0-1,0 1-3,0 0 1,0 2-20,0-2-22,0 1-28,0 1-42,0 1-68,0 0-127,0-8-435,0 3 0,0 0 0,0-1 0</inkml:trace>
  <inkml:trace contextRef="#ctx0" brushRef="#br0" timeOffset="285677.7146">5862 8387 1708,'0'0'128,"2"0"1,-2 3-9,0-3-6,0-3 12,0 3 16,0 0 17,0 0 13,0 0 10,0 0-91,0 0-30,0 0 1,0 0 10,0 0 7,0 0-11,0 0-11,0 0-12,0 3-10,0-3-5,0 6-2,0 1 1,0 1 1,0 3 0,0 4 4,0-3 2,0 5-2,0 0-3,0 3 1,0-3-4,0 1-4,0 0-1,0 0-1,0-1-1,0-1-6,-2-2-1,0 0-5,-1-2 0,0-1-1,1-1 0,0-4 0,2 0-1,-3-1 1,2-1-2,1 0 0,-2-1-4,-2 1 3,4 0-3,-2-1-3,1 0 0,-1-1 4,2-1 0,-3 2-6,3-3 0,-1 2 3,1-2-3,0 1-3,0-1 3,-2 0 4,2 0 2,-2 0-1,-3 0-3,1-1 0,-1 0-7,-1-4-1,-4 0-1,-2-5-5,-1 2-1,-1-1-5,1 0-1,3 0-3,1 1 5,0 3 4,8-1 6,-1 3 2,-2 0 3,2-1 4,2 2 0,0 0 0,0 1-2,-2-1-3,2 2-5,0 0-3,0 0-1,0 0-7,0 0-3,0 0 0,0 0 0,0 0 5,2 0 5,0 0 3,2 2 3,-2 0 3,2 3 7,0 2 6,0 0 6,6 1 4,-7 1 2,5-1-5,0 1-4,-2-1 0,1-1 0,-1 1-4,0-4-11,-3 0 3,3-1 5,-2-2 1,4-1 1,2 0 4,2-1-1,-2-4 0,1-1 0,3-4 6,-3-1 8,0-1-1,0 0-6,-1 0 0,-2 1-4,-5 3-2,2 2-3,-3 1-10,-2 1-13,0 4-28,0 0-17,0 0-28,0-1-86,4 0-156,-4 1-311,1 0 0,1-1 0</inkml:trace>
  <inkml:trace contextRef="#ctx0" brushRef="#br0" timeOffset="287514.3923">6818 8229 636,'0'0'52,"0"0"21,2 0 14,-1 0 10,-1 0 16,1 0 16,-1 0 9,0 0 4,2 0 1,-2 0-28,1 0-17,-1 1-12,0 2-3,0-1-1,0 2-6,0 0-6,0 2 10,0 2 1,0 4 6,0 0 2,0 2 2,-1 4-6,1 0-2,-3 2-2,0 0-4,-2 1-4,5 0-14,-6 0-2,5-1-4,-2 1-1,0 0-3,0 0-2,1 0-5,-3-1-6,3 1-5,-2 0-4,2-2-5,1 2-3,-2-3-4,1 1 0,1-4-1,1 0 1,0-4-1,0-1 0,0-5-2,0-1 2,0-2 2,0 1 2,0-3 0,0 0-2,0 0 0,-1 0-4,-2 0-3,3 0-3,-2 0-4,1 0-9,0-2-12,-2 1-10,0-1-3,-1-2-3,0 1-5,2-2-5,-4-2-10,2-1-4,-1-2-5,-3-2 3,1 1 7,2-3 6,-4 1 0,1 1-9,0 2-9,-1 1 5,1 4 10,-2 0 5,2 1 8,1 2 2,0 2 0,3 0 0,0 0 4,1 0 12,2 0 11,-1 0 2,2 0-1,0 2-2,0-2-1,0 2 0,0 0 3,0 2 6,0-2 0,3 4 1,0-1 0,2 2 2,1 2 4,1-1 4,-3 0 2,1 0 2,1-1-1,-3 0-3,1-2 0,0 1-4,0-1 3,0 1-2,-1-2 0,1 0-1,-1 0 0,3-1-3,-1-1-3,2 1 3,-3-2 1,4-1 3,0 0-2,1 0 2,1-1 0,1-2 0,0-3-1,0 0 1,3-4 5,-1-1-4,-1 2-3,-5-2-8,1 3-3,-1 1-11,-4 3-23,0-2-54,-1 0-93,13-5-300,-13 8 0,1-3 0</inkml:trace>
  <inkml:trace contextRef="#ctx0" brushRef="#br0" timeOffset="289146.3982">6555 7614 1427,'0'0'79,"0"0"16,0 0 18,0 1 15,0-2 12,0 1 11,0 0 10,0 0 8,0 0 10,0 0-51,0 0-21,0 0-15,0 0-15,0 0-6,0 0-4,0 1-6,0 5-4,-3 1 0,-1 6 0,-3 4 1,0 3 8,1 6 5,0 3 2,1 0-4,4-1-5,0 0-1,1-7-3,1-4-3,-1-3-7,0-3-25,0-5-59,0-1-110,4-4-213,-5 1-350,-1-6 0,-2-4 0,0 0 0</inkml:trace>
  <inkml:trace contextRef="#ctx0" brushRef="#br0" timeOffset="289890.012">6484 7638 1382,'1'0'130,"-1"-1"24,3 0 24,-3-2 23,2-1 20,0-1 14,1 0 10,1 1 7,-1-3 8,2 2-71,3-1-46,-3-2-20,3 4-16,-2-2-21,5 0-22,-1 2-8,-1 0-8,1-2-4,0 5-11,-3-1-5,4 1-5,0 0-5,-3 1-12,2 0 1,-2 0-1,2 1-6,-3 0-3,1 2-2,-2 3 0,-2 0-5,1 1-2,-2 0-5,-1 0 2,0 1-1,-2 0-3,0 1 1,0-2-1,0 2 1,-2-1 1,-4 0 7,-4 0 4,-2 0 10,-6-1-1,-3-1-11,3 2-37,-1-2-53,-1-2-85,9-2-140,0-6-356,4 2 0,4-1 0,3 1 0</inkml:trace>
  <inkml:trace contextRef="#ctx0" brushRef="#br0" timeOffset="290960.3739">6850 7576 837,'0'0'57,"0"0"25,3 0 32,-3 0 23,0 0 23,0 0 11,0 0 9,-3 0 8,2 0 13,-3 1-13,-3 0-13,1 3-17,-1-1-15,0 1-15,-4 1-17,4 2-3,-5 0 4,6 0-2,-1 2-2,1 0-13,3 0-10,1 1-9,2 0-14,0-1-4,0 0-6,0 2-4,2-4-12,1 3-5,3-1-11,0-2-6,1-1 1,5-2-5,-5 4 3,4-4-1,-1 1 3,0-1 0,1 1-2,-3 0 2,-1 0 0,1 1 1,-1 1-4,-4 0 2,1-1-4,-1 5-4,-3-1 6,0 1 10,0 0 10,0 2 4,0-1 9,0-2 14,-2 0 7,0-1 11,-5-2 9,-1-2 5,-2 1-8,-3-3-8,-2-2-7,-2 1-5,-1-2-1,-4-2-12,0-1-3,2-4-11,3 1-10,0-2-6,7 1-39,5 2-83,3 5-83,1 0-152,15-5-590,-10 5 0,-1-2 0,2 1 0</inkml:trace>
  <inkml:trace contextRef="#ctx0" brushRef="#br0" timeOffset="293317.1349">9169 7725 454,'0'-1'42,"0"1"15,0-1 18,0 1 16,0-1 12,0 1 11,3 0 13,-3 0 12,0 0 13,0 0-8,0 0 9,0 0-3,0 0-10,1 0-8,-1 0-7,0 0-3,0 0-10,0 0-7,0 0-8,0 0-14,0 0-16,0 0-4,0 0-3,0 0 1,0 0 0,3 0-2,-3 0 0,0 0-2,0 0-4,0 0-5,0 0-9,0 0-6,0 0-10,0 0-8,0 1-6,0 3-4,0-1-2,0 6-1,0-1 8,0 3 8,0 1 14,0 1 16,0 0 7,0 2 9,0 2 4,0 4 7,0-3 6,0 5 3,0-1-4,-3 1-1,3 1-9,-4-3-11,2 3-4,-3-2-3,2-1 1,2 0-4,0-1-9,-2 0 0,3-1-6,-3-1-5,0-1-2,-1 0-1,1 0-4,3-3 2,0 0-6,-1-4-2,1-2 2,0-2-3,0-3 4,-3 0 6,3-1 16,0-1 13,0-1 1,-1-1-1,2 1-2,-1 0 2,0 0-1,0 0 2,0 0-8,0 0-5,0-1-18,0 0-14,0 0 2,0-2-4,0 1 1,0-1-2,0 1-3,0-1-6,0 2-1,0-3-3,0 1 0,0 0 3,0 0-5,0 1 1,0-1-1,0 2 4,0-1-1,0 0 5,0 0 4,0 1 1,0-1-10,3 1-25,-3-2-52,1 3-86,-1 0-101,6-4-166,-6-17-438,1 16 0,-1-2 0,2 0 0</inkml:trace>
  <inkml:trace contextRef="#ctx0" brushRef="#br0" timeOffset="294329.5854">9184 7792 206,'0'0'42,"0"-2"20,0 2 17,0 0 21,0 0 24,0 0 27,0 0 16,0 0 11,0 0 7,2 0-4,0 0-7,1 2-1,0-2-2,1 4 2,0-2-1,0 3 0,2 1 20,-2 2 5,3 2 4,-2 2-8,1 4 6,-2 1-1,2 4-4,2 0-5,-1 3-11,0 0-11,-2-2-30,3 0-9,0-2-8,0 1-4,1-4-20,0-1-13,1-4-11,-3-2-15,4-2-18,0-3-37,2 0-72,-1-1-128,5-3-218,-6-1-500,-3-1 0,-4-4 0,2-3 0</inkml:trace>
  <inkml:trace contextRef="#ctx0" brushRef="#br0" timeOffset="294810.6331">9423 7765 1156,'0'0'28,"0"0"24,0 1 34,0 4 58,0-1 36,0 3 36,0 1 24,0 0 26,0-1 20,0 0 19,0 3 16,0 5 1,0 3-20,0 3-46,-3 4-32,-2 4-32,-1 3-18,0-4-24,0 0-19,0-4-33,3-6-43,-1-3-70,4-2-128,-2-7-177,2-4-621,-2 0 0,-1-2 0,3-4 0</inkml:trace>
  <inkml:trace contextRef="#ctx0" brushRef="#br0" timeOffset="295568.4006">9703 7803 1434,'0'-1'55,"0"-3"20,0 2 29,0-2 28,-4 2 16,-5-1 18,0 3 19,-6 0 19,-5 0 17,2 3-25,1 5 9,-1 0 0,2 5-17,2 1-28,6-1-8,-1 1 3,8 1-13,1-3-13,4 0-15,3 0-16,5 0-13,5-1-13,2 1-12,1 1 5,-2-1-7,-3 0-20,-6 1-8,0 0-6,-3 1 0,-5-1-4,2-2 1,-3 1-2,0 0 7,-4-1 0,-2-1 3,-2-4 4,-6 1 5,-4-2 2,-1 0 0,-6-3-16,-3 0-74,1 0-115,4-2-226,-2-3-535,3 3 0,4 0 0,4 0 0</inkml:trace>
  <inkml:trace contextRef="#ctx0" brushRef="#br0" timeOffset="297100.7444">9228 8416 803,'0'-2'99,"2"1"40,-2 1 44,4 0 27,-4-2 24,0 2 24,0 0 23,0 0 18,0 0 11,0 0-52,0 0-38,0 0-40,0-3-37,0 3-19,0 0 8,0 3-8,0-1-3,0 3 5,0 4-1,0 2 1,-4 5 5,2 3 3,-2 2-2,3 0-8,-3 2-28,1-2-14,3-1-21,-3 1-21,1-4-7,0-1-7,-3 2-8,3-3 0,0-1-3,0-2-2,1-2 0,-2-2-1,1-1 0,1-3 4,1-2-1,-3-2 1,2 0 0,0 0-4,-1 0 2,-1-1 0,1-2-4,-4 0-5,2-1-4,-3-2-6,-1-2-5,-2 3-3,-1-3-6,-5 1-4,1-1-1,-1-1-3,2-2 4,1 2 2,4-1 1,2 3 3,0 2 3,4 3-3,3 0-4,0 1-19,0 1-17,0 0 2,0 0-1,3 0 6,-3 0 3,4 0-6,0 0-11,3 0-16,-3 1-11,2 3-3,0 3-20,-1-1-27,-1 4-19,2 0-20,-2 0-16,2-1 2,2 0 6,-3 0 23,1-1 14,0-1 24,0 1 38,-2-4 28,3-1 24,-1 0 27,1-2 26,-3 1 13,3-2 12,-3 0 17,1 0 31,0-2 23,-4 2 18,5 0 17,-1 0 21,1 0 18,-2-1 4,0 0 6,0-2-3,3 1-10,-3-2-25,2-2-19,3-2-12,-1 2-19,2-3-26,3 0-25,-2-1-17,3-1-13,0 1-6,-3-1-10,0 5-21,-3 1-58,-5 3-109,0 0-102,1-1-170,-4 2-420,3-2 0,-3 0 0</inkml:trace>
  <inkml:trace contextRef="#ctx0" brushRef="#br0" timeOffset="306802.7887">1857 9834 577,'0'0'78,"0"0"27,3 0 29,-3 0 26,0 0 30,3 0 28,-3 0 18,0 0 20,0 0 20,0 0-26,1 0-14,-1 0-8,0 0-8,0 0-4,0 0-7,0 0-9,0 0-6,3 0-11,-3 0-13,3 0-20,-2 0-12,1 0-21,0-2-20,4 1-18,-5 0-23,5-2-18,1 1-9,1 1-6,0-2-8,1 3-2,0 0-2,4 0 3,-1 0-1,-2 0-4,3 0 2,-3 0 4,2 0-5,-4 0-2,2 0 4,0 0 4,-1 0-6,5 0-1,-1 0 0,2 0-2,0 0-7,3 1-7,-4 1-5,4-1-7,-4 0-4,-2 2-8,-1-1 1,-5-1-4,1 1-5,-6-1-5,1-1-2,-1 1-3,0 0-17,-1-1-26,0 2-22,2-1-31,-2 1-46,0-1-97,0-1-67,0 0-101,0 0-184,0-1 0,-2 1 0,0 0 0</inkml:trace>
  <inkml:trace contextRef="#ctx0" brushRef="#br0" timeOffset="307812.8427">2140 9730 736,'0'-1'39,"0"1"25,0 0 26,0-2 34,0 2 24,0 0 19,0 0 11,0 0 9,0 0 8,0 0-20,0 0-5,0 0-17,0 0-24,0 0-46,0 0 0,0 0 4,3 2 13,-2-1 6,5 2 3,1 1 0,4-1-3,-1 1-4,-1-1 4,4 1 14,-1 1-23,1 1-24,-1-1-23,1 1-14,-2 1-11,-3 0-6,3-2-7,-2 2-11,-1-1-15,-4 2-12,2-1-6,-2 2-7,0-1 0,-2 1-6,-1-4-8,0 3-6,2-5-5,-6 0 2,6 0 9,-3-2 12,0-1 14,0 0 15,0 0 2,0 0 8,0 0 11,-3 0 10,0 0 8,1 0 5,-4 0 2,3 0-2,-3 0-8,4 0-8,-4 1-4,1 0-2,-5 0-3,2 4-5,-3-1 0,-2 2-2,-2 3 0,1 0 2,-1 0 1,2 0 4,1-2 2,5 2 2,-3-3 1,5-1 3,-1 1-7,5-3-22,-1-1-40,1 1-85,1-2-119,-3-22-387,2 17 0,-2 3 0,0-5 0</inkml:trace>
  <inkml:trace contextRef="#ctx0" brushRef="#br0" timeOffset="342474.6484">2786 9500 330,'-1'0'41,"-1"0"13,0 0 25,2-1 17,-3 1 19,3 0 10,0 0 9,-1 0-1,-5 0 6,2 0-18,-2 0-14,1 0-7,-2 0-22,-1 0-12,0 0-14,2 0-8,-1 0-6,3 0 7,-3 0 10,0 1 4,0-1 6,-1 3 3,-2-2 10,-3 3 3,2 0 0,-2-1-1,0 1 2,1 0-3,2 0-14,-4 0-9,3 1-8,1-2-9,2 4-12,-1-1-3,1 0-3,4 1-2,-2-1 1,1 0-2,-2 1 0,1 1 0,2 0 8,-1-3 4,-5 6 2,0-3-1,0 4 1,0-3 6,-3 2 5,6-3 4,0 1 7,-4-2 4,4 2-6,2-1-1,-2 1 2,0-1 7,1-1-2,2-1-2,1 0-6,0 1-5,-2 0-4,1 2-6,-2 0 1,-1 1-2,-1 1-5,5-1-7,-4 0-2,1 1-1,0 1-2,2-4 2,-2 1 0,3 0-2,-2 0-1,4-3 2,0 2-4,-1-1 2,2 1 2,0 0 0,0-1 0,0 2 1,0-3-4,0 4-4,0-3-4,0 1-9,2 0 9,0 0 2,2-1-9,0 1-1,2-1 1,-4 1-5,6-1 2,0 1 5,0 0-3,-1 1 5,4-2-9,-1 3-22,-2-1-7,3 0-2,3 0-5,-3 0-2,2 0 1,0-1-12,1 2 10,0-4-2,-3 1-3,2-1-4,1 0 10,1-2 8,1 1-1,-2-1 4,3-3-17,1 2 13,0 2-2,-4-2-5,5-1-4,-2 0 11,0 1-5,-1-1-13,2 2-2,-1 0-20,1 0 11,0-1 0,-1-1-1,0 0 5,0-1 11,-1 2 12,3-3 5,-1 0 8,1 0 2,2 0 19,-4 0 2,2 0 0,2 0-3,-1 0-3,-1 0-1,6 0-5,-3 0-7,0 0-6,-1 0 1,0-2-2,1 1 0,-1 0-1,-2-1 2,2-1 4,-2 1 1,1 2 6,1-3 7,-2 1 3,2 0 3,-3 1 2,-2 1-3,2 0 4,-1-1 0,3-2-1,-1 2 0,2 0-1,1-2 1,-1-1 2,2 1-1,0 1 2,-1-1 5,0 2-4,2-1 1,-1 2 0,2 0-7,-2 0 0,3 0 0,0 0-2,-4 0-1,3 0-2,0 0-1,-3 0 1,3 0 1,0 0-3,-2 0 8,-1 0 0,-3 0 0,1 0 2,-2 0 1,1 0 3,-1 0 1,0 0-1,0 0 0,-1 0 2,2 0-2,-2 0 0,1 0 3,3 0 0,-2 0 0,0 0-1,1 0 0,-1 0 0,-1 2 0,0-2 0,2 1 1,-1-1 0,3 3-2,-1-3-3,-1 2-1,-1-2 2,-1 3 1,0-3-3,-4 0 2,3 0-2,-4 0 1,7 0-2,-5 2 1,2-2-1,-3 2 3,1-2-2,-1 0-1,2 0 2,0 0-2,-1 0 1,1 0-1,0 0 2,-1 0 1,3 0 0,0 1-2,-1-1 0,1 2 0,3-2 1,-5 0 0,8 1 1,-6-2 0,4 1-4,0 1 3,3-1-2,-4 1 1,2 1-2,-2-1 0,2 0 1,-3 0 0,1 2-1,-2-2-1,2 2 4,-2-2-5,0 3 2,3-2-1,-4-1 2,0 2 1,1-2-1,-1 0 0,-2 0 0,2 1 0,3-1-2,-5-1 3,-3 2-4,6-1-3,-5 1 2,-1-1-2,-1 0 1,-1 2 0,2-3-1,-3 3 2,3 0-1,-1-3 0,-2 1 3,4 1 3,-4 0-1,5 0 0,-1-2 0,3 0 1,-3 2 0,5-1 0,-1-1 1,3 2-2,-2 0 0,2-2 1,0 0 0,2 0 2,1 1-2,4 1-2,-2-2-3,2 0-6,-3 1-7,3-2-1,-4 1-2,-1 0-2,-3 0-3,2 0-4,-2 0 4,0 0 1,-3 0 2,0 0 6,0 0 7,-1 0-3,-2 0-2,-1 0 0,-1 0 0,1 0 0,-3-2-2,0 2 1,3 0-2,-6-1 0,3 1 0,-1 0 4,1-2 4,-2 2 1,5-2 1,-3 2 0,2-1 1,-1 1 1,3-1 2,3 1-2,-2-1 2,2 1-2,-1 0 4,5 0-1,-3 0 1,5 0 0,0-2 1,0 2 2,0-2 0,1 2 2,1 0 1,-1 0 1,0 0-3,3-3 2,-2 3 0,2-3-1,0 2 0,1-1-1,1-1 3,-1 1-3,0 0-3,-3 1 1,1-1 1,2 1 0,-3-1 0,0 1 1,-2 0-3,2 0 0,2 1-3,-2-2 1,1 0 1,-1 1-3,0 1 1,0-3-1,-3 3 0,3-1-1,-4 0 3,2 0-2,-3-2 2,-1 2 2,2-2-2,-4 2 3,2 0-1,-1 0 0,0-1 0,0 1 1,-1 0-1,0 1 1,2-2-2,-1 2 2,1-1 0,4 1 0,0-4 1,2 1 2,0 3 4,0-2 3,-1 2-3,0-3 2,-1 2 1,2-1-3,0 2 3,-2-1 1,-1-2 0,3 2-2,-1 0-4,1-1-1,0 2 2,0 0-1,0 0 0,-4 0 0,0 0-2,-1 0 0,1 0 1,-3 0 4,2 0 2,-2-2 2,1 2 4,-1 0 4,-4 0 2,4 0 4,-3 0 2,2 0 3,-2-3 1,3 3 5,-4 0 3,4 0 0,-4 0-1,1 0-1,2 0 2,-2 0-3,2 0 3,2 0-2,-2 0-2,4 0-6,1 0-5,2 0-4,-1 0 0,-1 0-4,0 0-4,2 0-2,2 0-2,-5 3 0,0-1-4,-1-2-1,0 2 3,-1-1-3,0-1 2,0 2-2,2 0 1,1-1 0,-3 2 0,1 0-1,-1-1 1,-1 1-1,2 1 1,-1-3 0,-3 2-3,1 0 4,0 0-2,1 1-1,-1 0 1,1 0-1,1-2 3,0 2 0,1-2-1,2 1 2,1-2 0,0 3-2,0-1 1,1 2 2,1-1 0,0-1-1,0 3-1,4-3 0,-3-1 0,-1 1-2,-3 1 4,2-3 0,-2 0 3,4 0 0,-1 1 3,-1-2-3,1 0 2,3 0-1,-2 0 0,-1 0 1,0 0-3,-3 0-1,1 0-2,-4 0-3,2 0-1,-5 0 2,4-3-4,-2 1 1,3-5-2,1 0-3,-3-4-10,-1 1-4,0-3-10,-1 0-3,-6-1-6,-3 0-10,-2-1-2,-3-1-1,2-2 2,-5 3 3,2-2 13,-1-2 1,3 0 4,-2-3 3,0 0 3,0-1 7,-1 1-7,-1 1 1,0 0-1,0 3-2,-4-1 0,-2 3 1,-2-1 7,-2 3 2,2-2 0,-1 2 4,-1 1 9,1-1 0,-2 2 0,1 0-1,-2 1-4,2 1 1,-2 0-4,-2 2 2,1 0 0,1 0-3,-2 0 0,4 2 1,-4-1 4,3 1 2,0 1 6,-2 1 0,1-1 3,-1 3-2,-4 1 2,3 1 4,-4-2 0,-3 2-2,2-2-1,-2-1-1,0 1-4,0 0-1,2 1 3,0 1-2,0-3-2,0 3 1,1-1-2,-3 0 1,3 1 0,-3 0 0,-2 0 1,2 0-2,3 0-1,-4 0 1,4-2-1,1 2 2,-2-1 0,-2 0-1,0-1-1,-2 0 1,0 0-1,-2 1 5,2-2-3,-4 1 3,1-2 0,4 1 5,0 1 3,0 0 4,1 1 1,4-1 1,-2 0 2,2 0-3,2 2 3,-2-1-1,-1 0 1,0 1-5,0 0-3,-4-1-2,1 1 6,-3 0 4,2 0 3,2 0 2,-1 0-1,-2 0 2,0 0 0,-4 0 4,0 0 2,-5 0 2,-3-2-6,-1 1-6,-4-1-5,-1 0-2,-4-2 1,-1 0 0,2 1-2,-6-1 0,0 0-2,0 0-2,2 2 2,0-1 0,1 1 0,0-1 0,3 0 0,-2-1-2,3 2 0,-2-1-4,4-2 0,1 1 0,1 1-2,4-1 0,-1-2 0,3 2-1,1 3 1,3-3-1,-1 1-1,-1-1 1,6 3 1,-2-4-4,2 4 1,2-1 0,-1 2-1,2-1 0,1 2 0,0-2 0,3 0 0,1 1 0,-3 0 0,5 0 1,-2-1-1,-1 1 0,0 0 1,-1-2-2,2 2 0,-3 0 0,-4 0 0,0 0 0,-1 0-1,-1 0 0,-2 0 2,0 0-2,-2 0 1,-2-2 1,0 2-1,-3-1 1,-1 1-2,0-1 2,2 1-2,-3 0 1,1 0-1,-2 0 0,3 0 0,-1 0-1,0 0 1,1 0 0,0 0 2,1 0-3,3 0 1,-2 0 1,2 0-3,4 0 2,-3 1 1,5 2 0,-2-3-2,2 2 1,0 0-1,3-2 1,-2 1 0,3 2-2,3-2 4,-1 0-1,4 3-2,1-1 1,-1-2 2,5 2-1,-1 0-2,0-1 1,2-2 0,0 4 0,-1 0 0,-3-2-1,2 2 2,-2-1-1,1 0 0,-4 1-1,-1 1 0,-1-1 0,-4 0 2,0 0 0,-3-2-2,0 1 2,-3 1-1,1-2-1,-3 2 1,1-3 0,-1 2 0,0 0 2,1 1 0,-2 0-2,4 0 0,-2 0 0,0 0 1,1 0 1,-2-1-1,3 2-1,1-3 2,5 2-1,-3-1-3,5-1 5,-1 1-1,1 0 0,3 0-1,1-1 0,0-1-1,3 1 4,-1-1-1,1 3-1,-3-4 0,1 3-2,-3-1 2,-2 0-3,-1 0 1,1-1 1,-4 2 1,-1-2-3,-4 1 0,2-1 2,-2 1-1,-2-1 0,-1-1-1,-1 0 2,-1 0 0,-2 0-1,-1 1-3,1-1 1,1 0 2,-4 0-3,6 0 0,0 0 3,-1 0-1,1 0 1,6 0-1,-5-1 0,1 0 1,5-2 2,0 1-3,1-2 2,4 1 0,0-1-3,-2 2 0,4 1 2,1-1 0,1 0 0,3 1 0,1-1 0,-1 0 2,2 1-1,4-3 2,0 2 1,2-1 0,1 1-2,2 2-2,1-3-1,-5 3 0,2 0-2,1-1 1,-4 1 0,-1 0-2,1 0 1,-1 0-1,-5 0 0,4 0 1,-5 0 0,0 0 2,-3 0-1,0 0-1,-1 0-1,-1 0 2,-4 0-3,0 0 2,0 0 0,-2 0 2,0 0-1,0-1 0,0 1 1,-2 0 0,2-2 1,-2 1-2,2 0 2,0-2 0,0 2-3,3 0 1,-3-1 2,3 2 1,1 0 2,2 0 0,2 0 0,-1-1 1,1 1 1,0-2 0,1 2 2,-1 0 2,-1 0-1,-4 0-2,2 0 3,-2 0 4,2 0 8,-4 0 3,3 0 3,2 0 9,-3 0-2,1 0 3,0 0-1,-3 0 2,1 0-2,-2 3-3,-3 1-5,6 1-3,-2 2-2,2-2-3,3 1 3,-2-1 6,2 0 5,0-2 11,1-1 0,3-2 1,3 2 3,3-2-2,2 0-16,3 0-74,3 0-119,6 0-254,-5 0-380,-1 0 0,-4-4 0,4-1 0</inkml:trace>
  <inkml:trace contextRef="#ctx0" brushRef="#br0" timeOffset="370096.7848">1766 10599 626,'0'0'46,"1"0"42,-1 0 21,4 0 13,-4 0 30,0 0 33,0 0 25,0 0 16,0 0 18,0 0 16,2 0-11,-2 0-37,0 0-19,0 0-11,0 0-19,0 0-24,0 0-20,0 0-22,0 0-17,1 0-32,0 0-14,1 0-1,-2 0 0,1 0 0,4 0-8,0 0-8,-1 0-4,4 0 6,0 0-1,2 0-4,-1 0-1,6 0-1,0 0-1,2 0-2,-2 0-3,0 0-2,-2 0-1,-1 0-2,-2 0 1,3 0-2,-5 0-1,2 0 0,-2 0-1,1 0-4,3 0 1,-3 0-1,0 0-1,1 0 0,-1 0-4,1 0-5,-2 0-8,1 0-9,-4 0-5,2 0-2,-2 0 0,-2 0-3,2 0-3,-3 0-2,1 0 0,0 0 3,-1 1 7,0-1 5,2-1 1,-3 1-20,0 0-32,0 0-52,3 0-77,2-2-102,-5-2-221,0 4 0,2-1 0</inkml:trace>
  <inkml:trace contextRef="#ctx0" brushRef="#br0" timeOffset="370787.8544">2086 10480 2010,'0'0'48,"0"0"13,0 0 14,0 0 16,0 0 10,0 0 4,0 0 6,0 0 26,2 0 26,-2 0-23,5 1-10,2 2-12,6 2-9,-1 1-15,6 1-5,0 1-5,1-1-8,-2 2-27,-2 0-30,-2 0-11,-1-3-8,-5 2-7,1-1-10,-3-1-10,-3-3-13,-2 2-5,2 1 3,-4 0 7,1 3 3,-3 0 3,-3 3 6,-6 1 6,-2 0 8,-1 2 10,-1 1 9,0-1 5,3-2-19,2 1-77,1-5-143,2-16-418,1 11 0,4-4 0,1-2 0</inkml:trace>
  <inkml:trace contextRef="#ctx0" brushRef="#br0" timeOffset="373393.8882">4596 10252 1150,'0'0'62,"0"0"24,0 0 35,2 0 28,-4-2 23,2 2 28,0 0 19,0-1 14,-1 0 8,0-1-35,-2-1-13,0 1-22,0-1-34,-1 1-26,1-1-23,-3 2-26,0 0-20,2 2-13,-3-2-9,0-1-6,-2 1-6,1 2-2,-4-2-2,3 1 0,-2 0-1,3 0 0,0 3 1,-1-1-1,-1 1 0,2 1-1,-3 1 3,3 2 0,-2 1 0,1 1-2,-1-2 2,0 2-2,2-1 3,-2 1 0,3-2 0,-1 3 4,1-1-3,-1-1 0,2 1 0,-1 0 0,0 0 1,3-1 3,1 0 0,0-3 1,-1 3 1,4-2 1,-4 1 5,2-1 3,0 2 2,-2-1 4,1 0 0,2 2 0,-2-2 4,0 0 1,2 3 0,-1-1-2,1 3-3,1-3-1,0 3 3,0 0-4,1 2 0,-1-1 0,0 0-4,0-1-2,0 2 1,0 0-2,0 1 4,0-3 1,2 1 3,-1 0-4,0 1 4,2-4-5,1 1 1,-1-2-1,0 0-2,1 1 0,0 0-2,-2-3-5,3 2-6,-1 1 5,-2-2-7,5 3 3,-2-2 1,-2 0 2,4 1 1,1-1 5,-1-2-3,0 2-1,0-2 1,0 0-2,-1 0 6,3-1-2,-1-2-3,2 3 0,1-3 1,-1 2-8,1 0 9,1-3-2,-3 1-1,2 1 4,-1-2-6,1 0-6,-3-1 3,6 0-1,-4 0 0,2-1 5,2 2-8,1-2 0,-2-1 3,2 0-3,0 0 4,2 0 7,1 0-2,-1 0-3,-2 0 0,2 0-3,-1 0-2,1-1 2,-1 0-8,0-2 0,0 1-8,-2-2 4,0 1 0,-1-1-4,-4-1 2,1 0-3,-2 0 6,1-3-6,2 3 3,-1-5 6,-4 1 2,3 1-4,-1-1-1,-1-3 1,0 2 0,4-1-5,-5-4-5,2 3 10,-4 0 1,-1-2-7,0 4 4,-1-4 3,1-2 2,-1-2 1,0 4 0,1-6 6,0 3 2,-3 1-4,2-1 2,-2 1 4,0 0-5,0 0-2,0 0 3,0 0 0,0 2 4,0 0 0,0-3 3,0 3 2,-2 0 3,-1 0-2,-2-2 2,-3 3 2,-3-1 5,0 0-5,2 0-2,-4 0 0,4 0-3,-1 2-3,0 0-4,-1-1 0,0 1-2,1 2-1,-1-2-8,-1 4 1,-1-1-2,-1 4 0,2-1 1,-2 1-2,0 2 3,0-1 3,3 2-3,-3 1 1,2-1-3,2 0 4,-1 2 0,-2-2-2,1 2-3,-3 0-1,1 0-1,-4 0-2,-2 0 1,1 0 1,-5 0-4,0 2-36,-1 3-73,4 1-104,4 1-236,0 2-400,-3 0 0,-1-2 0,-2 2 0</inkml:trace>
  <inkml:trace contextRef="#ctx0" brushRef="#br0" timeOffset="383243.0218">2667 10250 570,'0'0'56,"0"0"14,0 0 18,0 0 16,0 0 18,0-1 25,0 1 20,0 0 21,0-1 8,0 1-34,0-2-8,0 2-5,0-1-12,0 1-7,0 0-14,0 0-17,0 0-14,0 0-16,0 0-5,0 0-1,0-1-1,-1 1-5,0 0-9,1-1-9,-1 1-5,0 0-8,-3 0-4,1 0-5,0 0-2,-1 0-7,0 0-4,-2 0-2,1 0 2,-2 0 3,2 0 0,-1 0 1,-1 0-3,0 0 0,2 0-1,-1 0 0,2 0-4,-5 0 2,3 0 0,-2 1-2,-1 0 1,3 3 1,-1 0 1,2 0 4,1 1 3,-2-1 2,-1 2 7,3-1 2,-2 1 2,1-2 3,1 2-2,0 0 3,0-1 3,-1 3 1,1-1 1,-2-1-1,1 2-2,-2-1 1,1 0 1,1 3 0,1-1 3,-2 0 2,2 0-3,1 3 0,-1-3-2,1 2 3,1-2 1,-1 0 3,0 1 1,2-1-1,-2-1 4,2 1-6,-4 1-2,3-2-4,0 0-2,-1-1-1,2 0-5,1 0-2,-1 2-6,1 0-4,0-1 0,-3 3 1,0 0 0,3-1 2,0-1 1,-1 3 3,1-2 4,0-1 3,-3 3 7,3-3 3,0 1 0,-3 1 1,3-1 1,3-3 1,-3 0 0,0 1-4,0 2-4,0-1-7,0 0-2,0 1-2,0 0-4,0 0 1,0-1 1,3 3-5,-3-4 1,0 1 1,1-2 1,2 3-2,-3-2-4,4 1 2,0 1 2,-1 1-4,1 0-3,2-1 2,-5-1 1,4 0-5,1-1 0,-2 1 2,1-2 3,0 2-5,2-2-1,0 2 0,-1-1 0,2-1 2,-4 0-4,2 0 2,1 0-4,1-1-1,-1-3 0,-2 3-4,1-2-3,1 1 0,0-2-4,-3 1 1,4 0 1,0-1-1,1-3 5,2 2-2,-1 1-5,2-1 9,-2-1 6,2 0 4,3 0 4,0-1-2,0 0 2,1 0 3,-3 0-1,-1 0-1,1 0 4,-2 0 0,0 0-5,-3 0-4,2 0 2,-3 0-2,0 0-1,0 0-3,-1 0 1,2-1 4,0 0-2,1-2-2,-3 0 0,3 1-1,-1-5-4,0 2 1,1 0-2,0-1-4,-2 0-5,-1 2-1,2-3 0,-1 2 0,-3-1 1,2-2 3,-1 1 3,2-2 0,-1 1 0,-4 1 1,3-2 5,-3 2 3,1-3 0,0 0-3,-2 2 3,2-2 2,2 3-5,-2-2-3,0 0 3,1 0 1,-1 0 1,-3-1-3,2-1 2,0 0 0,-2-1 2,0-2-8,3 4 7,-3-1 4,0-1-3,0-1 4,0 3-2,0-2 1,0 0 1,0-1 2,0 0-1,0-1 0,0 1 3,0 2-2,0-1-1,0 2 0,0 0-2,0 0-2,0 3-3,0-2 3,0 2-3,0-3 0,-3 0-2,1-1 1,0 0 4,-2 1 2,1 0 0,3-2 3,0 0-1,-3 3-3,1 0 2,1-1-2,-1 4-3,-1-1 0,2-1-4,-2 3-1,0-2 1,0 0-1,-1-3 1,-1 1-2,-1 0-2,-1-1 3,-1 0-2,1 1-1,-2 1 3,0 0 0,2 0 1,0 0-3,-1 2 0,2 0-2,-6 0 3,5 1 0,-4 0 5,2 0-1,-2-1 0,0 2-2,1-2-2,0 3 3,-2-1 0,1 0 3,0 2-5,-1 0 2,-4 0-1,1-1 1,-2 1-3,0 1-3,0 1 1,-4-1 0,1 1 2,-2 0-4,4 0 0,2 0-2,-1 1-1,6 0-4,-1 3 3,4-2 2,1-1-4,2 2 1,2-1-4,3 1 6,-1-2 1,2 1 7,-1-4 2,0 4 6,0-2 3,0-2 2,0 2 2,0 0 1,0 0 1,0 0 0,0 0-3,0 2-4,0-2-2,0 1 0,-1-1-4,2 0 1,-1 0 0,0 0 3,0 0 0,0 0 0,0 0 3,0 0 0,0 0 0,0 0-6,0 0-1,0 0-13,0 0-20,0 0-41,0 0-11,0 0-31,0 1-48,0 0-101,3-1-120,-3-14-332,0 14 0,3-2 0,-3-1 0</inkml:trace>
  <inkml:trace contextRef="#ctx0" brushRef="#br0" timeOffset="385680.2827">3731 10241 560,'0'0'43,"0"0"25,-1 0 29,1 0 33,-3-1 20,3 1 23,-6 0 23,6 0 17,-1 0 5,-4 0-23,3 0-5,-2 0-9,0 0-19,-1 0-28,1 0-18,-3 0-15,1 0-22,-2 0-16,0 0-3,-2 0-6,-1 1-7,-1 1-12,-2 0-2,0 3 0,0 0 2,2 2 0,2 0 6,-4 0 0,6 0 3,-2 2 3,0-1 5,1 2-2,-1 1-4,-1-1 0,4 4-3,-4-1-4,3 2-4,-2 0-2,3 0-3,0 1-1,0 2-6,2-2 1,0 1-4,3-1-3,-1-1-2,3-3-3,0 2-1,-3-3 0,3 4 1,0-3 0,0 2-1,0 3-2,0-1 1,0 2-1,0-2-1,0 5 1,0 0 0,0-4 0,0 1-3,3-1-2,-3-3 3,3 1 3,-1 1 2,1-5 1,1 1-1,2 0 3,-4-1 1,4-1-2,-2 0-1,2 0 1,1-2 2,2 0-8,-1-1 3,0 0-1,2 0 5,-1 0-3,1-1-1,1 0 11,0-2 11,-2 1 8,2-2 3,0 1 5,-2-2-4,4-1 4,-2 2-4,2-2 2,-3 1 0,3-1-7,-1 0-11,2-1-5,-1 0-8,2 0-1,1-1 0,-1 1-4,-3 0-2,2 0 3,0-1-4,0 1 1,1-2-1,-3 1-3,1-2-1,2 0 4,-2-2-4,3 1 4,0-2 0,-1 0-6,-4-3 6,4 2-3,-8-4 2,4 2 0,-1-3 0,-2-1-1,-1 2 2,0-3-4,0 1 2,-2 2 2,1-2-5,-4 0-2,-1-2 2,2 1 2,1-4 1,-3 1 1,2-1-1,2 2 3,-3-1 1,4-3-3,-4 0 4,4 1-1,-6-2-3,2 2-1,-2-2 1,0 0-3,0 3 1,2-3-1,-2 3-3,0 2 4,0-1-1,0 3 2,-3 0 0,2 0 1,-5 1-2,-2 1 1,1-1-2,-1-1 1,-2-1-2,1 4 0,-1-1-6,1-1-3,-1 4-1,-3-1-1,0 2 3,-5 2-4,-1-3 5,-1 4-2,2-4 2,-3 4-2,3-2 4,-4 3 7,-3-2-1,-3 3-1,-2 2-4,-1-1-11,2 1-39,0 2-69,4 2-75,-2 0-160,-3-3-551,0 10 0,-3-3 0,1 3 0</inkml:trace>
  <inkml:trace contextRef="#ctx0" brushRef="#br0" timeOffset="393286.416">11933 8875 1310,'0'0'53,"0"0"21,0 0 42,3 1 43,-3-1 28,1 1 22,2 0 23,-3 2 32,3-3 20,-3 0-1,1 0-16,1 0-9,0 0-33,1 0-40,5 0-23,0 0-17,0-2-22,3 2-33,3 0-14,-2 0-23,8 0-9,-1 0-7,5 0-4,3 0-5,5 2 0,7-1-3,0 2 0,8-1 1,3 1-2,3-1-3,-4 1-1,-3-1-4,-4-1-5,-13 3 2,-1-1-4,-9-1-1,-6-1-2,0 3 2,0-4-2,-2 0-7,1 0-31,-3 0-82,6 0-248,-8-4-564,-4-1 0,-2-5 0,2-4 0</inkml:trace>
  <inkml:trace contextRef="#ctx0" brushRef="#br0" timeOffset="394157.6211">12725 8229 471,'0'1'118,"0"2"33,0 1 48,0 4 40,0 4 43,0 0 25,0 5 20,0-1 12,-4 4 10,3 0-53,-1 4-53,-1 0-26,1 2-43,1-1-34,-1 0-30,-4-1-12,3 1-11,-2 0-4,-2-2-1,0 1 0,1 2-5,-2-3 1,3 3-1,-3-3-5,3 1-10,-2-1-10,1-1-7,4-1-2,-1-4-9,2 0 0,1-1 0,-3-4-2,3 1-4,0-5 2,0 0-3,0 2-2,0-1 1,0-1-6,0 0 0,-2-4-6,2 2-2,0-3-4,0-2-1,-1 3 3,1-1-1,0-2 0,0-1-8,0 1-5,-1-1-2,1 0-3,-2 2 0,0-1-1,0 2-9,2 0-24,-7 0-55,7 1-83,0-4-201,17-7-521,-17 7 0,3-9 0,-2-3 0</inkml:trace>
  <inkml:trace contextRef="#ctx0" brushRef="#br0" timeOffset="396134.7071">12793 8270 493,'4'0'121,"-2"0"18,3 0 18,0 0 26,4 0 35,-2 0 35,5 0 28,-1 0 16,0 0 19,5 2-80,-2-2-18,-2 0-9,5 0-10,-2 0-18,-1 0-19,3 0-18,2 0-15,3 1-9,3 2-14,4-3-12,2 1-6,1 1-6,4 0-4,1 0-8,3 1-12,0-3-16,2 2-5,1-3-5,3 1-3,-2 1 2,1-1 3,2-1-1,-4 1 1,-1 0-4,-4 0 0,1 0-2,-6 0-6,-1 0-1,0 0-2,-1 1-5,-2-1-6,-1 1-4,-1-1-2,2 1 5,2-1-2,-1 0-4,7 2 1,-2-2-1,3 0 1,-3 0-3,4 0-2,1 0-3,1 0-3,-2 0-4,3 0-3,-5 0-2,-2 0 0,1 0-8,-4 0-4,1 0-6,-4 0-9,0 0-10,2 0-8,-1 0-13,1 0-7,0 0-4,-1 0-4,-4 0-3,-2 0-9,-10 1 6,1 0 7,-11 0-7,0-1 2,-4 0 16,0 0 12,0 0 12,0 0 7,0 0 16,0 0 15,0 0 6,0 0 8,0 0 18,0 0 9,0 0-1,0 0-2,0 0-4,0 0-4,0 0-5,-1 0-2,0 0-3,-1 3-1,1-1 1,-2 0 2,0 3 1,2 0 3,-2-1 5,-1 3 9,0 3 3,-3 1 10,1 5 5,-1 3 13,2 5 21,-2 5 17,1 1 17,2 4 8,2-1 2,1 3-2,1-1-1,-1-2-7,1 1-6,-1-1-8,-2-3-18,3 1-18,0-2-16,-7-1-12,5-2-6,-2-2-5,-2-1-5,0-6-1,3 1-1,-1-4-1,2-2-5,1-3 0,1-3-1,0 0 0,0-3 0,0 0 0,0-3 0,0 1 1,0-1-1,0 2-2,0-2 5,3 0 0,4 2 0,0-2-1,2 1 1,3-1 0,-1-1 1,0 1-3,1 0 4,1 0-1,-2 0-6,0 0 1,3 0-2,2 0 2,0 0-2,2 0 3,5 0-3,2 0 2,2-2-1,6 2-3,7 0 3,2 0-1,3 0 1,8 0-3,1 0 0,5 0-4,0 0 5,3 2-1,1 2-2,-2 2 2,-3 0 1,2 3-1,-6 1-2,-4-3-2,-5 4-2,-3-1-16,-3-3-38,-7-1-67,-4 2-108,-2-7-274,-13 2-391,-7-3 0,-4-2 0,-4-3 0</inkml:trace>
  <inkml:trace contextRef="#ctx0" brushRef="#br0" timeOffset="397293.3747">11484 8228 3049,'0'-4'77,"0"-1"13,0-1 20,0-1 33,0-1 25,0 1 9,0 1 6,-3 1 1,-4 2 7,-3 3-47,-8 0-2,-4 0-1,-3 7-7,-3 4-25,4 4-21,4 7-6,5 3-3,9 1 4,6-2-3,8 2-11,8-5-10,6-1-23,0-7-57,6-1-158,11-7-904,-14-2 0,-6-6 0,-2-6 0</inkml:trace>
  <inkml:trace contextRef="#ctx0" brushRef="#br0" timeOffset="397612.5433">11685 8096 3392,'0'1'69,"1"3"56,-1 4 28,-1 6 31,-5 8 15,-1 8 12,2 8 8,-6 2 4,5 0 3,-1-2-33,2-2-31,2-6-56,0-3-30,3-7-47,-1-4-75,-1-4-189,29-14-822,-30 2 0,3-4 0,0-8 0</inkml:trace>
  <inkml:trace contextRef="#ctx0" brushRef="#br0" timeOffset="398141.4864">11836 8132 1419,'0'4'130,"0"7"66,0 2 57,-3 7 37,-1 7 26,-4 5 13,-2 5 11,-1 0 10,0-5 11,1-2-61,7-4-58,0-8-64,-1-3-54,3-5-32,0-5-28,1-1-32,0-4-43,1-5-40,6-3-37,1-4-34,5-8-8,4-3-6,-1-2-6,-2 3-6,5 0 10,-1 6 40,-1 3 72,-2 4 57,-2 1 42,-8 7 49,-2-2 24,0 7 19,-6 7 12,-1 8 10,-6 6-5,-1 8-21,3 3-36,1-3-26,8-5-35,10 0-174,14-20-959,6 4 0,6-11 0,9-13 0</inkml:trace>
  <inkml:trace contextRef="#ctx0" brushRef="#br0" timeOffset="400148.227">12620 8944 1234,'0'2'81,"0"0"14,0 2 14,0 1 18,0-2 18,0 1 27,0 1 27,0-1 15,0 3 18,0 3-60,0 1 2,0 2-3,0 3-9,0-2-13,0 3-17,0-1-26,0-2-25,0 1-27,0-2-44,0 0-60,1-5-168,-1-4-145,0 0-274,0 4 0,0 3 0,-1 1 0</inkml:trace>
  <inkml:trace contextRef="#ctx0" brushRef="#br0" timeOffset="400423.3022">12588 9298 894,'0'11'242,"0"2"34,0 2 17,2 2 11,-4-5 9,4 0 4,-2-3 0,0 2-19,0 2-79,0-5-322,0-3-197,0 4-314,0 2 0,0 0 0</inkml:trace>
  <inkml:trace contextRef="#ctx0" brushRef="#br0" timeOffset="400651.6931">12546 9603 1815,'0'11'205,"-2"-1"23,0 6 15,2 1 16,0-7 7,-1 0 7,2-2 2,-1 0 2,0-1-19,0 2-219,0-6-183,18-6-654,-14 3 0,-1 0 0,2-5 0</inkml:trace>
  <inkml:trace contextRef="#ctx0" brushRef="#br0" timeOffset="401532.8416">14662 9124 1876,'0'6'119,"0"0"41,0 3 29,0 2 34,0-3 37,0 2 25,0 0 16,0 0 8,0-1 3,-1 1-64,0 1-53,-2-1-73,-3 1-110,3 2-201,1-6-237,-5 0-373,-1 4 0,-3 3 0,3 1 0</inkml:trace>
  <inkml:trace contextRef="#ctx0" brushRef="#br0" timeOffset="401776.2969">14531 9537 1906,'0'11'132,"0"3"13,0 3 6,0 2-1,0-1-41,0-5-88,1-2-175,-1 2-338,0-2 0,0-1 0</inkml:trace>
  <inkml:trace contextRef="#ctx0" brushRef="#br0" timeOffset="402041.9237">14485 9854 1094,'0'8'111,"0"2"17,0 0-15,0 3-23,0-6-4,0-1 0,0 0 2,0-1 12,0 4 48,0 1-58,0-2 6,-3 2 4,3-3 24,-3-3 24,3 2-41,21-6-648,-21 0 0,2-2 0,0-5 0</inkml:trace>
  <inkml:trace contextRef="#ctx0" brushRef="#br0" timeOffset="404234.5733">12600 9303 881,'1'0'163,"1"1"50,-2-1 39,4 0 29,-2-1 19,3 1 18,-1 0 24,-1 0 24,4 0 22,0 0-99,3 0-36,2 0-40,-1 0-36,6 0-24,-1 0-19,1 0-16,1 0-25,3 0-23,2 0-20,3 0-15,0 0-14,4 0-8,1 0-3,-1 0-3,2 0-2,-1 0-1,2 1 0,-4 1 0,4-1-4,2 0 1,-5 0 2,1 0-4,4-1-1,-3 3-7,-1-3 1,-3 2-9,1-1-2,-6 2-6,-1-3 2,-1 2-2,-2-1-1,3-1 2,-2 0 2,3 0 2,2 0-1,0 0 7,0 0 6,6 0 3,-2 0-1,-2 2 0,4-2-4,-2 1-2,-4 2-3,1-2 2,-2-1 0,-2 2-1,1-2-1,0 2 0,-1 0 0,2-2 0,0 1 2,1 0 5,-2 1-3,0-1 2,1 2 1,-1-1 0,0-1 1,-3 2 1,1-2 0,-3-1 1,0 0-1,0 2 1,1-1 5,-1-1-2,1 1 0,0-1 1,1 1-4,-2 1 3,3-1 1,-6 0-1,4 0 2,-4-1 0,2 1-1,-2-1 0,3 0 1,-4 0 2,0 2-1,-3-2-3,-3 0 3,-2 0-5,-2 1 4,-2-1 0,2 0-2,-2 0 4,1 0-3,3 0 0,1 0 5,1 0 0,-1 0-4,0 0 4,0 0-3,0 2 0,-3-2-1,2 0 0,-5 0 0,2 0-7,-3 0-7,0 0-1,0 0-5,2 0 4,-2 0 4,0 0-1,0 0 3,0-3 0,-2-1 1,-1 0 2,2 1 1,-6-3 2,1-1-3,-2 3-13,-2-6-3,-2 1 2,2-1-2,-5-2-2,5-1-1,-5 1 8,3-3 8,-1 1 4,-1-1 8,4 1 14,-2 2 1,3 1 4,2 1 3,2 2 4,2 2 3,3 2-3,0 2-4,0 0-6,0 2-6,0 0-1,0 0 2,0 0-5,3 0-1,1 0-3,4 0-4,1 0 0,3 4-2,-2 0-3,7 4-6,-2 0-5,-1 3-8,4-1-8,-3 0-6,0 1 0,-2 1-1,-5-1-2,-1 1 1,-4-3 7,-2 3 13,2-2 17,-3 4 18,-3-2 22,2 2 13,-8 1 8,1 0 2,-6-2 4,-5 1-8,1-5-68,0-1-223,-2-18-632,-3 12 0,2-2 0,0-2 0</inkml:trace>
  <inkml:trace contextRef="#ctx0" brushRef="#br0" timeOffset="405510.374">12757 9236 243,'0'0'62,"0"0"35,0 2 48,0-1 36,0 1 42,0 1 41,0 1 39,0-2 42,0 1 30,0-3-8,0 1 5,0-1-17,0 0-33,0-1-30,0 1-33,0 0-28,0 0-36,0 0-35,0 0-27,0 0-29,4-2-24,-1 1-19,-1-3-13,7-1-6,2-1-10,4-4-9,6-2-7,5-1-9,-1-2-2,0 0-3,-3 1-3,-5 3-1,-2 1-3,-6 2-14,-4 4-31,-5 1-17,3 2-8,-6 1-13,-2 0-15,-4 2-21,-3 2-11,-5 2-14,-1 2-9,-3 1 4,2 1 24,-3 2 12,3 0 10,1-1 14,1-1 15,0 0 24,2-2 16,4 0 18,0-1 23,2 1 14,4 1 16,-1-2 9,5-1 7,0 4 8,1 0 11,0-1 18,1 3 14,6 0 8,2 0-2,11 2-2,5 0-11,7 2-50,7 4-120,12-4-290,-7 6-435,1-2 0,-4 1 0,1-3 0</inkml:trace>
  <inkml:trace contextRef="#ctx0" brushRef="#br0" timeOffset="406267.8154">14470 9394 902,'0'3'122,"0"4"42,0 2 45,0 1 43,0-1 35,0 0 19,-2 1 17,-2 0 7,-11 3 5,-1 2-87,-7 2-44,-3-1-136,6 0-304,-8-1-466,2-5 0,3-2 0,2-8 0</inkml:trace>
  <inkml:trace contextRef="#ctx0" brushRef="#br0" timeOffset="426199.4964">1982 10375 1305,'0'-1'41,"0"-2"11,3 1 19,-2 0 19,0 1 31,0 1 42,-1 0 40,0 0 36,1 0 22,2-1-16,-3-1 17,1 1 3,0-2-3,-1 1-7,0-2-22,2 1-44,1 2-41,-3-1-42,2 1-19,0 1-16,3 0-17,6 0-16,2 0-12,1 0-14,5-1-17,-2-2-23,5-2-46,-4-1-79,3-4-188,-2-6-498,-6 5 0,-6 0 0,-3 1 0</inkml:trace>
  <inkml:trace contextRef="#ctx0" brushRef="#br0" timeOffset="436508.3472">2065 10308 1500,'4'-1'-7,"6"1"2,7-3-53,17-4-228,-7 3 0,3-3 0</inkml:trace>
  <inkml:trace contextRef="#ctx0" brushRef="#br0" timeOffset="436615.0554">6843 10255 692,'0'0'106,"0"0"36,0 0 34,0 0 34,0 0 31,-3 0 22,3 0 28,-1-1 38,1 1 22,-1-1-50,-2-3-39,0-1-32,3 2-27,-4-2-30,2 2-30,1-2-20,-2 2-29,1 2-36,-5-3-19,1 1-11,-4-1-6,1-2-3,-3 3-6,3-3-3,-1 2-2,-2-1-1,1 1 1,-2 1-2,6 3-3,-6-2 2,1 2-1,2 0-1,-1 0 2,-1 0-2,2 0-2,-4 3 3,3-1-2,-1 2 2,2 1 1,0 0-2,-2 2 3,1 0 0,-3-1-1,2 2-1,0-1 2,-1 0 1,3 0 2,-1 0-4,-1 0 3,3 0 0,-1 0 2,2-2 8,-2 0-1,3 1 2,-2 2 3,0-1 0,2 0 1,3 0 4,-7 1-1,4-1 0,2 2-6,-5-1-4,0 2 2,3 1 0,-1-1-2,-2 1 0,5 1-2,-1-1-1,0 1 5,4 0-6,-4-1 3,6-1-4,-3 2 1,2 2-1,1-1-2,-1-1-2,-1 2-1,2 0-6,2-1-3,-2 3 3,0-3-1,0 2-1,2-2-2,1 2-1,3-2 0,-1 0 3,2 1 3,0 0 2,0-1 1,-2-1 0,3 0-2,-3 0 2,0-3 2,2 0-2,2 0 1,0 0-1,1 1-1,1-1 2,0-2-5,2-1 3,-3 1-1,-2-1 3,4 0-3,-1-1 1,1 2 2,1-3-4,0 1 3,1-1-1,-2 0 1,5-1-2,-3-1 1,4-2-2,0 0 3,-1 0 1,2 0-1,-1 0 2,1 0-2,2 0-1,-4 0 0,2-3 4,2 0 2,-1-3-2,-1-1-3,-1 0 1,-1-3 0,0 0-1,-1-1-1,0 2 1,0-1 0,-1 3-2,-3-2-4,1 2 4,-2-1 2,1 1-4,0-3 2,-3 1-2,4-1 2,-8 1 1,6-2-2,-5-3 0,1 2 4,-4 1-3,4-4 3,-5 0-1,4 1 0,1-1 5,-2-2-7,0 0 2,-1 1 2,-1-3 2,-3 2-3,0 0 1,0 0-3,0-2 1,0 3-3,2-3-2,-2 2 5,0 0-4,-2-1 2,2 1-4,-5-1 0,1 2-1,-4-4 6,-5 2-6,1-1 1,-6 0-1,-2 0-2,-3 3-5,-1-2-4,-6 1 4,-2 4-1,-7 2-2,-1 3-15,-7 2-22,-5 7-53,0 2-77,-1 3-153,11-2-578,-8 11 0,2 2 0,5 0 0</inkml:trace>
  <inkml:trace contextRef="#ctx0" brushRef="#br0" timeOffset="439794.1509">8913 10232 1442,'0'0'54,"0"0"26,0 0 26,0 0 31,0-1 17,0 1 25,0 0 26,0-2 16,0 1 15,0 0-20,0-1-11,0 1-19,0 1-25,-2-2-25,-1 2-18,-1-2-22,-6 2-21,-1 0-19,1 0-13,-5 2-9,2 0-12,0-1-8,0 5 0,-2-1-2,5 2 1,-1-1-2,3 1-2,1-1 6,-4 5 1,4-1 4,-4 4 2,4-2 7,-4 4 3,0 1-1,1 2 2,-2 1-1,-1 0 0,4 1-4,1 0 0,0-2-3,3 0-3,-1-4-2,163-166-4339,-159 151 4394,-3-3 38,2 3 18,0 0 20,-1 0 13,0 0 15,0 0 18,0 0 19,-3 0-9,0 3 2,0-2-5,-1 2-20,-1 0-5,0 1-4,-1-2 2,2 3-2,-5-1-5,3 0-11,-2 4-5,3-3-6,-1 5-8,1-1-8,2 2-2,0 0-5,0 3-7,3-2-7,1 2-5,3-2-4,-2 2-15,1-2-12,-1 1-5,2-1-7,-3-1-10,3 2-9,0-1-6,0 0-6,0 0-6,0 1-3,0 1-1,0-1-3,0 1-4,0 1 1,0-1-3,0 0 0,0 1 1,0-1 1,0-1 1,0-1 0,0-1 3,0 0 2,0-1 1,0-1 0,0 0 2,0 1 3,3 4-3,-3-3-3,0 0 1,3 1-1,-1-1-3,3 0-5,-1-2 0,3 2-2,-2-3-1,2-2-3,3 1 0,-1 0 1,3-3 1,0 1 0,-1-1 0,3 1-1,1-2-1,0-1 1,4-2 1,-3 0-3,6 0 2,-5 0-1,3 0 0,-1 0-5,2 0 4,-5 0-2,4 0 1,-2 0-3,3 2-2,-2-1 2,3 0-4,2-1 4,-2 1-5,3 2 5,1-3-4,-1 1 1,0 0 1,-1 0 0,-1 0 1,-2 1 1,0-2-1,-3 0-1,2 0 1,-2 0 4,1 0-2,0 0 0,1 0-3,2 0 3,-1 0-2,5-2-1,-1 1 4,0-1-2,0-2 0,0-1-5,0-1 1,-3 0 1,-1 2 1,0-3 1,-5 0-2,-1-1-1,0-1-4,-5 0-1,-1-3-1,0 1 0,-3-2 1,1-1-2,1-2 2,-1 0-4,-1 0 2,-2-2 4,2 0 7,-1 0-3,1-3 1,-2 0-2,1-1-4,-1-2-1,-2-1-2,-2 2 2,4-2-1,-4 1-2,-4 2-3,2 0 0,-4 3 1,-3 0 3,-4 1 2,3 1 2,-4 1 3,-2 1-1,3 0 1,0 0 1,-3-1-1,5 3 0,-3 2 3,3 0-2,-1 0 2,3 2-3,-2 2-1,1-1 0,0 2 1,-2 1 1,-2-1-1,1 2 2,1-1-1,-2 0 0,2-3-1,-4 0 1,4 3 1,-5-2 0,5 0-3,-3 3 1,2 1 0,-1 0 0,2 0 1,-4 3-1,4 0-1,0 0 3,-1 0 0,2 0 0,1 0 0,-1 0 0,-4 0-1,0 0 0,-2 0-1,-1 0 1,-2 0 0,1 0 0,1 0 1,-1 0 1,2 0-2,-1 0 2,0 0 0,1 2 0,-2-1 0,1 3 0,-7 2 1,4-3 0,-1 1 0,-2 1-2,2-1 4,1-1-4,2-1 0,3-2 0,5 1 1,0-1-3,6 0 2,1-1-3,1 1-9,1 1-8,2-1-14,2 1-8,-4-1-16,2 1-19,0-1-36,-1 0-49,-2 0-56,2 0-78,-2 0-153,16-2-357,-20-1 0,-3 3 0,2-3 0</inkml:trace>
  <inkml:trace contextRef="#ctx0" brushRef="#br0" timeOffset="442629.8418">1767 11394 1441,'0'0'64,"0"0"33,-1 0 37,1 0 30,0 0 30,0 0 22,0 0 14,0 0 14,0 0 6,0 0-30,0 0-4,0 0-22,0 0-25,0 0-26,0 0-26,0 0-26,0 0-21,1 0 4,3 0-3,2 0-9,5 0-15,-1 0-8,2 2-11,3 0-6,-1 2 0,1 0 6,1-1 7,-1-1-16,-3 0-5,4 1 0,-4-2-1,2-1-5,-3 1 1,-1-1 1,-1 0-2,0 0-1,0 0 1,3 1-1,-3 1 0,4-1-1,-1 0-1,1-1 1,2 0-1,-5 0-2,2 0-6,-5 0-5,1 0-5,-6 0-12,2 0-21,-4 0-36,0 0-41,1 0-95,2 0-164,3-4-404,-3 3 0,1 0 0,-2 0 0</inkml:trace>
  <inkml:trace contextRef="#ctx0" brushRef="#br0" timeOffset="443378.1471">2069 11287 752,'0'0'115,"0"0"50,0 0 54,0 1 48,0-2 35,0 2 22,0-1 19,0 0 30,0 0 24,0 0-58,0 0-24,0 0-44,0 0-50,0 0-48,0 0-41,0 0-31,2 0-10,-2 0-29,7 0-16,-2 0-15,5 0-16,1 1-6,0 4 0,-1 0-3,1 0 8,-1 4 9,-1-2-10,-3-2-3,1 3-7,-3 0-5,-1-1-1,0-1-1,-3 3 0,0-3 4,2 3-6,-2-3 4,0 4 0,0-3 4,0 2 0,0 2 1,0-2-4,0 1-2,0-1-8,0 2-7,-5-1 2,1-2-8,-5 2-25,0-1-37,-4-3-57,2 4-112,3-9-173,-2-2-390,3 2 0,-1-1 0,5-1 0</inkml:trace>
  <inkml:trace contextRef="#ctx0" brushRef="#br0" timeOffset="445893.1596">2649 11079 202,'0'-3'56,"0"1"18,0 1 19,0-1 30,0 1 29,0 1 26,0 0 24,3 0 14,-3 0 11,0 0-11,0-1 0,0 1 2,0 0-1,0 0-16,0 0-24,0 0-24,0 0-20,0 0-14,0-2-8,0 2-19,-4 0-23,1-1-20,-3 1-17,-1 0-14,-1-1-4,1 1-1,-1 0-4,1 0 0,0 0-1,0 0-2,-1 0-1,0 0 0,2 1 1,-5 2 0,4-1 1,0 5 1,-4 0 2,-2-1-2,6 4 0,-6 0 2,3-2 3,1 2 2,1 2 1,1-3 1,0-1 6,2-1 3,2 1 2,0-3 1,-1 2 6,4-1 1,-3 2 4,2-1 4,0-1 1,-1 4 3,2 0-5,0 0 0,-3 3 0,2-1 1,1-1-1,-2 2 2,0-1-2,2 0 0,0 2 1,-3-2-3,3-2 3,0 2-1,0-2 0,0-1 1,0 1 1,0 0-6,0 1-2,0 1-4,0 0-4,0 0 1,0 1-6,0 0-1,0 0 0,0 0-6,0-1-4,3 0 1,-3 0-3,3-1-4,-1-1 1,4-1-6,0 0 4,-1-1-4,0-2-4,2 1 2,-1-2 2,1 0 1,0 1 1,0-2 3,2 0 1,0 2 2,-1 1 0,3 0 0,-2-2 4,3 4-6,-4-2-2,5-1-3,-3 1-6,1-4 1,1 3 0,3-5 1,1 1-8,-4 0-7,5-2 4,-2 0 5,2 0 1,1 0 0,0 0 5,1 0-2,-2-2-3,-2-1 2,2-3 6,-3-3 6,2-1-3,-2-2-1,-3 1-5,3-1-1,-6 0-2,2-1-1,-3-1-1,1 0-6,-1-2 0,-1 0-1,-2-1 2,0 1-1,0-1 8,-1 0-6,3-1 3,-5 2 0,4-3-1,-3 0 1,-1 1-5,-1-2 5,3-1-2,-3-3 4,0 1-2,0 1 4,0 0-1,-3 1-2,2 3 1,-1 1 3,-4 0 1,-3 3 1,1-1 1,-3 1-4,-3-1 2,0 2-1,-1-2 3,-2 4 5,1-2-1,-3 0-1,0 3 5,-2 1-8,-1-1-2,0 4 5,0 1-4,-3 2 0,1 2-1,3 1-3,1 0-6,-1 0-16,6 0-33,5 0-34,-1 0-62,5 1-83,2-1-128,4-1-428,-8 3 0,4 2 0,1-2 0</inkml:trace>
  <inkml:trace contextRef="#ctx0" brushRef="#br0" timeOffset="448074.3246">3799 11042 591,'0'0'62,"0"0"40,0 0 30,0 0 25,0 0 25,0 0 19,0 1 14,-4-1 3,4 1 2,-3-1-28,-3 1-29,-2 0-37,0 0-27,-1 1-23,-3 1-24,-1 0-20,-2 0-11,1 0-2,-2 3 1,2-2-2,0 1 2,-1 2 2,1 0 4,3-2 8,-3 2 8,1-1 3,2 3-1,-1-2 3,-1 1 4,4 0 2,-5 0 2,0 4 4,2-2 0,-3 2-8,3 0-4,-1 0 0,1 1 3,1-1-4,3 1-2,-1 1-2,1-2-3,4 1-3,1 1-1,2-3 3,-2 2 0,3 1 5,0-1 0,0 2 3,0 1-2,0-1 2,0 1-3,0 0-3,0 0-3,0-1-5,0 0-4,0 0-4,0-1-1,0-2-7,3 0 5,-2 0 1,5-1 3,1 1 4,4-3 0,1 3-2,1-1-2,0 0 0,0 1-3,2 0 4,0-1-2,-1-1-4,2 2-7,-1-1-6,-1-2-1,2 0-2,1-2 3,2 1-3,1-5-7,3 1-1,1 0-5,1-3-2,0-1 1,0 1-2,-3-1-2,2 0-5,-1-1-5,0 1-7,-4-2 5,2-3-2,-5 0 5,0-3 0,-3-1 1,0-2 2,-2-3-1,3 0 7,-3-3 5,2 1 7,-4-1 0,1 0-4,-2-2-6,2 3-5,-7-2-1,1 0-3,0-2 0,-2-2-1,-1 1-2,-1-3-2,2-2 1,-2 2 9,0-2 4,0 0 6,0 2 6,-2-1 14,-1 2 8,-4 2 0,-1 1 3,-2 1 5,-6-2 4,0 3-1,-3-1 2,-3 0-2,-2 2-2,0 3-9,2-1-3,-3 3 0,0 3 0,0 2-9,-1 4-2,-2 0-5,3 3-21,-3 0-42,0 4-69,4 2-105,7-4-194,-3 5-317,3 2 0,3-2 0,7 0 0</inkml:trace>
  <inkml:trace contextRef="#ctx0" brushRef="#br0" timeOffset="450147.7792">4730 11111 639,'0'-3'31,"0"1"21,0 2 56,0-2 36,0 2 40,0 0 31,-3 0 27,3 0 19,-3-2 14,0 1-4,0-3 4,-1 2-15,-1-3-48,-2 0-25,1-2-31,-2 0-32,1 2-22,-1 0-19,0-1-12,-1 2-19,1 0-11,0 2-4,-4 0-8,4 1-12,-2 1-5,-2 0-1,-1 0 1,1 0 0,-5 0 1,2 0 5,1 3 2,-4 1 2,0 2 6,0 3 1,1 1 2,1 1 3,-5 1 0,4 2 4,0-1 0,5 2 3,-3 0-5,5 0 3,-2-1-3,2-1 3,0 1 3,2-1-2,1 2-2,-1 1-4,1-1 3,-2 1-7,2 2 2,-1-1-4,1 1-3,6 0-6,-2 0-2,0 0-6,2 0 1,1 0-3,1 0-6,-1-2-1,0 2 2,3-3-1,1-2 1,2 1-3,1-1-1,4 0 7,0-1-2,0 0 2,0 1 3,2 0 3,0 0-3,1 0 0,-1-2 3,-1 2 2,2 1-3,-3-4-6,3 1 1,-1-1-4,-1-4 2,3 1-4,0-2 0,3-1 0,1-2-3,2 1 2,-2-2 1,4 0 2,0 0 5,-1-1-2,0 0-5,-2 0 1,-1 0-4,-5 0-2,0 0 1,-2-1-3,1 0 2,-1-4-3,3 0-2,-1-2 2,4-3 2,-4 0 0,4-1 5,0-3 1,0 0-1,-1 3 3,-4-3-4,2 1 0,-6 2 1,1-1 0,1 0-3,-3 0-1,-2-1 2,3-3-3,-1-2 0,-3-2-1,2-1 2,-2-2 0,-2-1-4,0 0 4,-3 1 6,0-3 4,0 2-2,0-3 5,-3 4 3,-1-2 3,-4-2-1,-6 1 0,-5 0 6,-5-3-5,-5-2-8,-3 2-12,-4 3-10,-4 3-32,-2 6-64,-5 3-92,-1 9-145,6-4-540,-7 9 0,8 2 0,3-2 0</inkml:trace>
  <inkml:trace contextRef="#ctx0" brushRef="#br0" timeOffset="465212.8615">9051 11059 680,'-1'-1'44,"-1"1"19,2-1 23,-1 1 19,1 0 15,1 0 18,-1-2 25,0 2 24,0 0 19,0 0-12,0 0-5,0 0-9,0 0-13,0-1-8,-1 0-7,0-1-11,1 0-24,-3-1-22,0 1-18,-1 0-16,1-1-10,-3 2-11,1-1-9,-2 2-10,0 0-8,-1 0-6,-1 0 0,-2 0-3,2 0 1,-1 0 0,-2 0-1,0 0 2,4 0-1,-3 0 3,1 0-1,2 0 3,-2 0 0,3 0 3,-1 0 4,2 2 3,-1 2-1,-1-3 3,2 3 6,1 0-3,-2-1 4,0 2 3,0 0 1,2 0-2,0 1-1,0 0 3,-2-2 4,-1 6 3,2-3-1,-1 2 1,-1 0-1,4 0-2,-3 1 0,1-1 0,-1 3-1,3-3 3,-2 2 0,1 1-6,0 0-3,-1 1-1,0 1-1,4 2 2,-4-2-1,1 1 1,-2-2-2,4 1-7,0-1-1,-4 0 3,4-1-1,0-1 6,1 0 1,-2-1 0,4 0 1,-3-1 3,0 1 3,3-1 2,0 2-3,-1-3 1,1 4-3,0 0-1,0-3-5,0 4-4,0 0-1,0-3-4,0-1-1,0 3-3,0-1-1,0-3-1,0 2-1,0-1-2,1-2 3,-1 0 0,2 0-1,-1 0 0,2 0 1,-1-1-4,1 0 3,0 0-1,0-2-1,-2 1 1,2-1-4,1 2 2,0-1-1,-2 1-1,5-1-5,-3 0 5,0 1-3,0-1-2,0-3 4,3 3-1,-3-1 1,4-1 0,-2 1-1,1 0 1,-3-1 0,2-1 0,-4 2-1,4-2 2,-4 0-4,3 0 0,-3-1 0,0 1 2,2 0 0,-1-1 1,0 0-1,2 0 1,-3 1-1,2-1-1,0 0 0,2 2 1,1-1 0,-3-1-5,3 2 0,0-1 0,-3 0 1,2 0 0,3-1 1,-5 2 3,5-1-2,-3-1-1,2 3 0,1-2 2,1 2-2,-3 0 3,1-2-1,2 1 0,-3-1-4,1 0 2,-2 1 0,1-2 1,1 2 0,-4-1-2,3-2 3,1 1-3,-1 1 1,-1-2-4,5 0 5,-3 2-1,-1-1-2,4 1-1,-5 0 2,1-1 0,-2-1-2,2 0 2,-3 0-2,2 0 2,1 0-2,0 0-2,-2 0 3,1 0 1,-4 0 0,0 0 0,-1 0-2,4 0 2,2 0 0,-3 0 1,5 0 1,0 0-1,-1 0 0,2 0-1,-3 0-1,1 0 1,-1 0-1,0 0 2,0 0-1,0 0 0,0-1 0,-2 1 1,2-2 4,0 2-4,1 0 1,2-2-1,-3 1 3,0 1-4,1-2 1,2-1-1,0 1 0,0-2-1,-1 0 0,2 1 2,0-1-1,0 3 0,-2-3-2,-1 0 2,-1-2 0,-2 4-1,1-3-1,-2 0 0,0-1-2,-2 0 0,5 1 2,-3-3 0,0 2 1,0 0-1,1 0 1,1-1 2,-2 0 1,2-1 1,1-1-1,-2 0-2,2 1-2,0-1 0,-1 0 0,-2-1-4,-1 1-2,0-2-1,-1 1 2,0 2-1,-2-3 2,4 0 2,-3 1-1,1-2 1,-2 2 0,4-1 3,-3 1 3,2-1-1,0 3 1,0-3-3,-2 1-1,0 0 0,-1-1-1,0 1-4,0-2 5,0 0 0,0 0 0,0-2 0,0 3-1,0-1 1,0 2 1,0-4 3,0 6-1,0-4 4,0 0-4,0 2-2,-1 1 2,0 0-2,-2 1 0,0-2 4,-1 3-2,0-1-2,0 2 1,-1-1 0,0 2 2,-1-1 1,-1-2-1,2 2 2,-1-1 0,0-1-1,-1 0-2,1 1 0,0-3 2,0 5-2,-1-2-2,-1 1 0,-1 1 0,-1 2-1,2-2 1,-1 2 0,1 0 2,-1 1 1,3-3-1,0 1 2,-2 0-1,1 1 1,-3-2 0,2 0 1,-3 1 1,1-1-4,0 2-2,-2-1 2,5 2-1,-4-1 0,3 0 2,-3 2 0,7-1-4,-4 1 1,0-1 0,0 2 0,1 0 2,-3 0 1,1-1-4,-1 1 2,-3 0 1,3-1-2,-5 0 3,3 1-2,-6-1 2,1-1-2,5 2 2,-1-2-2,-3 1 2,2 0 0,3 1-4,-3 0 4,1 0-2,1 0-1,2 0 1,-1 0 1,-3 0-2,3 0 2,-4 2-3,1 0 2,3 2 1,1 0 0,-2 0 1,-1 0 0,3 0-2,-1 0 0,-1-1 1,-1 1-1,2-1 4,-1-1-3,2 3 0,2-1 1,1-1-2,1-3 3,2 4 1,0-4 1,4 0 2,-1 0 5,1 0 0,0 0 5,0 0 4,0 0 0,0 0 4,0 0-3,0 0 2,0 0-1,0 0-4,0 0-2,0 0-2,0 0-4,0 0-6,0 0 0,0 0-6,0 0-1,0 0-6,0 0-10,0 0-14,0 0-36,0 0-108,1 0-293,-2-20-508,-1 17 0,-2-2 0,0-1 0</inkml:trace>
  <inkml:trace contextRef="#ctx0" brushRef="#br0" timeOffset="465674.5364">8713 11079 1410,'2'0'50,"4"0"4,-2 0 0,0 0 1,-1 0-1,-3 0-6,0 0-25,0 0-43,0-1-17,0-2-63,0-1-56,10 2-131,-10-1 0,-3 1 0</inkml:trace>
  <inkml:trace contextRef="#ctx0" brushRef="#br0" timeOffset="468576.2934">6810 10977 728,'3'-1'36,"-3"1"21,0 0 18,0-3 25,0 3 24,2 0 26,1 0 15,-3 0 16,0-2 20,2 1-7,-1-3-5,0 2-14,-1-1-10,0 2-26,0-2-19,0 1-25,0-1-15,0 2-13,-2-1-18,0-1-12,-3 1-11,-2 0-5,1 0-7,-4 2 1,2 0-6,-3 0 3,4 0-2,-4 0-2,1 0-2,0 0 2,-3 0-3,0 3 0,-1 0 1,2 1-1,1 1 1,0 0 1,1-3 2,-1 3 4,0 1 3,1 0 3,-2-2 3,2 2 1,-3 2 3,2-1 3,-1-1 3,1 2 1,-3-1 7,5 3 1,-1-3 2,0 2-3,3-1 4,-1 0 0,-2-1 3,3 1 1,0 0-2,-2 0 0,3 0-6,-3 2 1,2 1-1,2-1 0,-2 0-1,1 3 0,-2-4-2,1 2 4,0 1 0,0 0-1,3-1 3,-3-2-2,1 3-2,4-1-1,-1 0-3,0-2 2,3 2 5,3-1-3,-3 1-3,-3 0 3,6 0-3,-3 3-2,3-2 1,-1 2-2,0-1 1,3 0-3,-2-2-6,2 1-4,-3-1-4,1-2-1,0 3-3,1-3 0,-1 1-4,0 1-3,2 0 2,2-1-2,0 0 1,-1 0-1,0 0 6,4 1-5,-4-2 2,2 1 1,-2-3 1,2 0-1,-1 1 1,1-1 1,-1-1-2,0 1-3,-2-2-2,3 1 1,1 0-2,1 1-6,5 1 2,0-1 4,5-1-2,-2 1 0,3 1 1,-2-3 0,3 1 1,0 1 2,-4-2-2,-1 0 5,1-1-2,-1-2-3,-4 2 0,3-3-4,-1 0 2,3-1-2,-1 0-2,1 0 0,3 0-2,0 0 0,-1 0 0,0 0-2,-1 0 0,2 0-1,-3 0-2,3-1 4,-4 0-4,-1-3 3,2-1 0,-4-4-2,3-2 0,-4 1 3,2-3 1,-3-1 1,-1 1 0,-3-1-2,-2 0 2,-2 0-1,-3 2 3,1-2 5,0 0-4,1-1 2,1 1 0,-1-1 3,3-3-1,-5 2 2,5-4-1,1-2-1,-3 0-1,0 0 0,0-1 1,0-1 1,-4 2-5,3 1 1,-2-1 0,-1 2 0,3-1 1,-6 2-1,2-1 4,-2 0-4,-5-2 2,-5-1-3,-5-3 4,-1 0-1,-3-1 0,0-1-2,-1 1 1,3 5-3,-4 1-5,-1 6 2,0 6-12,-3 4-23,-2 2-47,-5 4-102,-1 4-202,13-2-507,-29 5 0,-2 6 0</inkml:trace>
  <inkml:trace contextRef="#ctx0" brushRef="#br0" timeOffset="474287.782">1788 12101 755,'0'0'85,"0"0"21,0 0 30,0 0 38,0 0 25,0 0 23,0 1 23,0 1 12,0-2 9,0 0-49,0 0-15,0 0-7,0 2-21,0-2-31,0 0-17,0 0-18,0 0-18,0 0-11,1 0-9,-1 0-10,0 0-9,3 0-7,1 0-4,-2 0-7,0 0-4,4 0 3,-3 0 2,4 0 6,2 1 15,4 0 5,1 2-1,-2-2-4,5 1 4,-6 1-6,4-1-1,-5 1-8,5 0-5,-3 0-7,1-2-16,0 2-3,-1-1-2,2-1-3,-3 1-6,-6-2 2,2 1 4,-1-1-4,-3 0 0,1 0-4,-3 0-5,5 1-24,-3-1-23,-3 1-26,2 0-34,0 2-80,-2-3-116,5-3-160,-3 3-241,-1-1 0,2 0 0,-3 0 0</inkml:trace>
  <inkml:trace contextRef="#ctx0" brushRef="#br0" timeOffset="475159.7084">1996 12016 764,'0'0'114,"0"2"25,0-1 26,3-1 24,-3 0 17,1 0 11,-1 3 14,1-2 6,-1-1 7,2 1-55,-2 0-29,4-1-18,-4 1-21,4 1-17,2 1-6,1-2-7,1 5-8,2-1-4,1 1-6,3 0-17,0 3-12,1-2-3,0 3-6,-3 0-9,-3 0-12,2 0-7,-4-1-10,0 2-5,-3-1-6,-3-1-2,2 1-2,-3-4-2,0 2 0,0-2 1,3 2-1,-3-2 3,0 3-1,0-2 6,-4 3 6,1-4 6,-3 4 0,-5-2 4,0 2 1,1-1 2,-2 0-1,-1-2-33,3 0-88,3-4-159,-3-4-382,2 4 0,2-2 0,-1-4 0</inkml:trace>
  <inkml:trace contextRef="#ctx0" brushRef="#br0" timeOffset="478395.7281">4546 11796 1207,'0'0'83,"-1"0"51,1 0 35,-1 0 26,3 0 22,-2 0 17,0 0 15,0 0 14,0 0 9,0 0-28,0 0-45,0 0-48,0 0-36,-5 0-23,1 0-22,-4 0-16,-2 0-16,-1 0-12,-1 0-8,1 2-8,-1 0-3,1 1-1,1 2 0,0 0-1,2 0-1,3 2 3,-2 0 6,1 1 8,-2 0 8,-2 2 2,-3 4 10,3 0 5,-3 1 9,-1 3 4,2 2 1,-1-2-1,2 2-2,3 0-9,1-2 0,1-1 0,5 0-6,-2-2-3,3-1-5,-1-1-1,1 0 5,0 0 1,0 1 3,0-1 1,0 1-3,0-2-1,0 2-2,1 0-1,-1 1 0,3-2-2,1-1-5,0 4-6,2-3-6,0-1 0,0-3-5,-2 3-4,5-4 4,-1 0-5,5 2-4,2-4-3,0 3 3,-1-2 6,4 2-1,1-1 0,-3-2 2,1 0 2,-1 0-2,0-2 4,-2-3 0,5 1 0,-3-2-2,-1 0-3,3 0 0,-1-2 1,1 1-1,0-3-1,3-2-2,0-2-1,-3 0 1,0-1 3,3-1-1,-6 3-1,0-2-2,2 0 1,-2-1 1,-3 1-1,3-2 0,-2 0 0,0 0 0,-1-1-1,-1-3-3,-1 0 1,-3 2 2,0-3-3,0 0-1,-4 2 1,2 0 2,-1 2-2,-1-2 2,2 1-2,1-3 4,-2 2-4,3-2 0,-3 0 0,0-1 0,-2 3-4,2-2-3,-3-3 1,-1 3-3,2 0 3,-2-2 1,2-1 2,-4 3-1,2 0 1,-3-1 0,-1 3 3,-2-1 4,-2 0 0,-5 2 1,1 1-6,-6 1 0,-3 1-1,-5 1 1,-5 2-7,-6 1-9,-5 5-32,-2-2-61,-4 6-100,4-2-257,-3 2-491,6 1 0,-3 1 0,2 0 0</inkml:trace>
  <inkml:trace contextRef="#ctx0" brushRef="#br0" timeOffset="482097.7644">3767 11726 1151,'3'0'83,"-3"0"20,0 0 24,1 0 24,-1 0 18,3 0 20,-3 0 14,0 0 11,0 0 6,0 0-54,0 0-17,0 0-13,0 0-18,0 0-21,0 0-15,0 0-20,0 0-12,0 0-11,0 0-2,0 0-7,0 0-7,0 0-10,0 0-3,-4 0-3,-2 0 0,1 0-2,2 0 2,-4 0-2,3 0-1,-2 0 0,-1 0 3,-1 0 3,5 0-2,-1 0 0,1 1-2,0 0 0,1 1-2,-5-1 0,1 1 1,-2-2-2,-3 4-1,4-2 2,0 2 2,-1 0-1,1-2 3,1 2 0,-2-1 3,2 2 1,0-1 2,-3-1 3,1 2-1,1-2-1,0 1 2,0 0 0,1-1-1,4 0 0,-4-1-2,2 0-2,1 0-1,-1 0-2,0 1 0,1-1 1,2 0-4,-5 1 2,2 0 2,-3-2-1,1 2 5,-2 1 2,1-2 1,-2 2 3,1 0 6,0-2 1,-2-1 2,3 3 1,2-1-3,1 0-1,1 1-4,0-2 2,2 1-3,-2 2-3,-1-3-5,0 1-2,1 3 0,-2 1-2,0-1-1,-3 0 1,4 3 1,-3-4-3,-1 4 1,2-4 1,0 2 0,2 0 0,0 0-3,-1-1 0,3 1 3,-2 0-2,0 0 1,2 0 1,0 1 0,-1-2 2,0 3 2,1 1 0,-3-3 1,3 2 5,0-2-4,-2 0 3,2 3 1,0-3 1,-2 1 0,0 1-1,4 0 2,-2-1-3,2-1 2,-3 1-1,3 0 2,0-2 2,-1 1 0,0 1 0,-1-2-2,-1 1 0,2 1 0,0-2 1,0 3 1,1-2 1,0 1-3,0 2 1,0-2-3,0 3-2,0-1-1,0-4 0,0 3-1,0 0 0,0 0-1,0 0 1,0 2-2,0-2-3,0-2 1,0 0 2,0 0 1,0-2 0,0 3-4,0-4 2,0 0-4,1 4 0,0-2 2,3 0 0,-2 0-2,3-2-2,-3 2 1,2 0 4,0 2 0,-2-2-4,3 0 3,-4-2-4,2-1 2,0 2-1,1 0 1,-2-1 1,0 0-3,1 0-1,-1 2 1,0 1 3,2-2-5,2 2 0,-2 0-1,1-2 3,-1 2-3,1-1 1,-1-1-1,-1 0-3,1-2-1,-1 0 0,-1 0-2,1-1 1,0 2 0,0-2-3,-2 1 2,5-2 4,-4 0-1,1 1 3,1 1 3,2 1-1,-4-4 5,5 3 2,-4-1-1,3 3 0,1-5 2,0 4-2,-3 0 0,2-4-1,2 3-2,-4-1-1,2 1-2,-1-2-1,-1 0-1,2 2 1,-2-3-3,3 2 1,0 1 0,-2-1-1,1-1 1,0 2 1,-1-2 0,1 1 0,-1 0 1,3-1-2,-2 2 0,-2-2-2,0 0 2,2 0 0,-2 0 0,0-1 0,-1 0-4,1 2 1,0-2 0,2 2 0,-1-2 0,-1 0-1,4 0 0,0 0 0,3 0 3,0 0-1,1 0 2,1 0 1,-1 0-1,1 0 0,1 0 2,-3 0-3,-3 0 1,2 0-3,-3 0-1,0 0-2,-3 0 5,4 0-1,-4 0 1,2 0 1,2 0-4,1-2 4,-1 2-2,3-3 0,-3 1-2,1 1-1,-1-2-2,0 0-4,-2 2 1,-2-1-2,0-1 1,2 0-3,-2 0 1,0-2 2,0 1 4,-1-2-2,1 0-1,0-1 5,0 1 0,-1-3 0,1 3-2,-1-1 4,0 2-1,-3-1 0,3-1-3,-2 0 3,2-1 0,-3-1-1,3-1 0,-1-1 0,1 0 1,-1-1-1,2-1-2,-2 1-1,2 2-1,-2 1-7,2 0 0,-2 0-8,-2 3 0,2-3 0,1 2 1,-1-3 0,0 2 1,1-1 0,0-2 0,-1 1 6,0 0 0,-2-2 6,3 0 1,-1 1 2,0-2-2,2 3 3,-2-2 0,-1 1-3,2 1 3,-2-1 1,2 4-4,-3-3 3,1-1-2,-1 0 2,0 1-4,0-1-2,0 0-6,0 1 2,0 0 2,0 0-4,0-1 8,0 3-2,0-3 0,-1 2-1,-2-2 5,2 2-1,-1 2 7,0-4-2,0 1-8,-2 3 3,0-2-5,1 3-3,-4-1 2,0 0-6,-4-1-3,3 3 5,-6-2-2,-3-1 4,-2 0 8,-4 0-9,0-2-22,2 2-65,-2 0-132,3-4-217,-5 4-346,0 4 0,-1 2 0,-5-1 0</inkml:trace>
  <inkml:trace contextRef="#ctx0" brushRef="#br0" timeOffset="512009.7627">2456 11782 774,'0'0'94,"0"0"9,0 0 5,0 0 7,0 0 6,0 0 14,0 0 23,0 0 16,0 0 15,0 0-46,0 0-19,0 0 6,-1 0 10,1 0 6,0 0 2,-2 0-7,2 0-19,-2 0-12,-1 0-13,0 0-11,1 0-11,0 0-12,-2 0-16,-2 0-11,3 0-9,-2 2-4,0-1-2,-1 2-3,-1 0 2,0 2 0,3-1 2,-4 1 2,-2 1 7,3-2 1,-1 2 4,-2 3 5,3 0 0,-1 0 0,2 1 0,-1 4-1,0-2-3,-1-1-2,1 3 2,-1-4 11,5 2 8,-5 0 1,1 1 2,4-2 3,-1-1 17,1 2 4,0-2 3,3 2-1,0-2-5,-1 1-13,1-1-11,-2-2-5,0 0-4,-1 0-1,1 0-20,0 1-7,-1-1-4,3 2-1,-3-3-8,2 2 5,-2-1-1,3 1-3,-3 1 2,3-4-4,0 4-2,0-3 0,0 0-4,0-2-5,0 3 4,0-1-4,0 2 2,0 1 1,0-1-2,0 2 2,3-1 3,0 0 0,-2-1 8,2-1 2,0 1 0,-1-2 2,3 2-2,-1-1 0,-3-1-4,5 0 2,-2 0-1,-1-2 0,2 1-1,1 1-3,0-1 1,1 2-2,1-1 6,0 3-1,3 0 7,-3-3-2,2 5-1,1-2 0,-1 1 1,-2-1 0,-1-1 0,1-2 1,2 3-5,-3-4-5,4 1-6,-4-1 1,7 2 2,-3-5 0,3 4-3,0-4 1,1 1-4,-1-1 4,1-1-3,0 3 2,2-5 4,-2 4-1,1-3-2,-2 0 0,-2-1-2,1 0 7,-1 0-2,2 0-4,-3 0 3,3 0 2,-3 0 0,1 0-2,-2 0 0,0-1-1,4 0 1,-1-3-3,0-1 3,1 0 0,-3-1 0,3-2-2,-1 2 2,-1-1 1,1 3 2,-1-2 2,1 0-1,-3 0-1,0-1 2,0 1 1,-6 0 0,1 1 1,1 0-2,-2 1-1,2-1 1,1 0-1,-2 1 3,1-1 0,-2 3-1,4-4 0,-5 0 3,3 1 0,-1-1 1,5-2-3,-6 0-1,4-1 0,0 2 1,-1-3-1,-1 1 0,1-1-2,0 1-1,0-3-2,1 1 1,-1-1 0,-1 2-1,-2-2-2,0-2 2,-3 1-3,2 2 1,-1-5 1,-1 3 0,-1 0 1,1-3 0,-1 3 1,0-1-2,0-1 4,2 0-6,-2 0 1,0-1 2,0 0-7,0-2-4,0-1-2,0-1-3,-6 0 4,2-3 1,-2 1 2,-2 0-3,0 0 2,0 0-1,0 5 0,-1-2 7,-1 4 1,-1-2-1,0 3-2,0-2-1,-2 0-9,-2 1-4,0-1-10,0 3-3,-2-1 0,-2 4 1,1-1 0,-3 4 5,2-3 1,0 3 2,1 0 8,3 0 6,-3 3 7,4-2 0,-1 2-7,2 2-10,-2 1-11,-1 0-10,0 1 0,-3 0-4,-2 1-3,-1 0-6,-3 4-2,-2-1 2,0 3 8,3 2 9,0 1 6,2-1 2,3 3-6,1-3-17,3 1-16,2 1-1,1-1 0,5-1-10,-3-2-5,2 2-7,4-2-2,-2-2 0,4-1 0,1-1 19,-3 0 18,2-1 8,0 1 8,-2-2 8,0 1 9,2-2 4,-2 2 8,2 0 6,2-1 3,0 1 1,0 0 0,0-1-3,0 0-6,-2 1-3,2-2-7,0 0-7,0 0-7,0 0-7,0 0-6,0 0-10,0 0-20,0 0-33,0 0-63,0-3-103,29-2-253,-29 5 0,4-1 0,-4-1 0</inkml:trace>
  <inkml:trace contextRef="#ctx0" brushRef="#br0" timeOffset="516181.8028">6684 11768 1455,'-2'0'63,"1"0"27,-1 0 20,0 0 20,2 0 13,-3 0 7,0 0 8,2 0 7,-1 0 8,-2 0-34,-4 0-16,1 0-15,-3 0-9,-1 0-12,3 0-7,-5 0-6,1 0-4,-1 0-5,2 0-8,-1 0-4,-2 0-8,1 0-9,-2 2-11,3 3-6,-2 0-7,3 0 0,-2 2-3,3 1 2,-2-3 2,1 2 0,-3 1 0,3 1-1,-2-2 4,3 4-1,-3-1 4,3 1-2,-2 1 1,1 3 0,1-3-3,-1 0 0,1 2 0,2-2-2,-1 3-4,2 2 1,-1-1-4,4 0 4,0 1 13,1-4 7,-1 1 11,0-1 5,3 2 3,-2-1 1,1 2 2,1 0 7,0-2 4,1 1-4,-2 0-11,2 1-6,0-2-9,0 0-1,0 2 3,0-3 3,0 0 3,0 0-4,0-1 0,0-1 3,0 1 1,0-1-4,0-1 3,0 1-4,0-1-5,2-1-5,0 1-5,0 1-1,4-3-3,0 1-1,0 1-3,-2-3-3,3 0-3,0 1-1,0-1 0,-3-1-2,4 1 2,-4-4 0,-1 2-4,4 0-1,-4-2 1,1 2-2,-3 0 0,4 0 0,0-1-3,-2 2 4,1-4-2,1 3-3,1-2 3,-4 2 1,3-2-2,2 2 2,1-1 0,-1 3 0,3-2 0,-2-1-1,2 0 2,-6-1 1,4 1-1,-2 0-2,1-1 2,0-1 1,-2 0-2,2 0 0,2-1 1,2-1-1,-1 0 0,2 1-1,1 0 1,-4 0 1,5 1-2,-7 0 1,3 2 2,-1-4-1,-2 1 1,2 1-1,-1 0 2,-1-2 2,0 0-1,0 0-1,1 0 0,2 0-1,-3 0 1,4 0 0,-3 0 1,3 0 1,-1 0-4,2 0 2,-3 0 0,3 0 0,-5-2 0,0 2 1,0 0 0,1-2-2,-1 1-1,1-1 0,0 0 1,1-2-1,-2 2-2,0-2 1,1 2 2,2-1-3,-3-1 0,4 0 2,-3 1 1,1 1-2,-1-3-9,2-2-1,1 2 2,-1-4-2,1 4-2,-1-4-1,-2 2-1,1 0 1,-1-1-5,-3 1-3,2 1 4,-2 0-5,2-3 0,-1-1-2,1 1 2,-1-3-2,3 0 0,-2-1 1,-1 2 2,-2-3 5,1-2 7,1 0 4,-2 1 0,0-3 0,2-1-1,-4 3 0,0-3 0,-2 2-1,0 0 2,0 1-1,0-3 3,0 2 1,0 0 5,-2 0 2,0-1 2,-1-1 4,-3 2 2,4-1 0,-4 2-2,0-4 0,1 3-4,-2-4-6,0 5-1,-5-5-2,-2 5 2,-3-2-1,-2 1-3,-2-1 5,0 4 0,3-2 2,-1 3 0,-2-3 3,-1 3 0,1 0-18,-3 2-38,-1 1-60,0 3-94,6 0-265,-10 2-354,-3-3 0,-4 6 0,4-2 0</inkml:trace>
  <inkml:trace contextRef="#ctx0" brushRef="#br0" timeOffset="523340.8061">8913 11976 206,'1'-4'18,"0"-1"12,-1 0 15,1 0 25,1 4 25,-2 0 26,0 0 17,3 2 10,-3-1 11,0 0 1,1-1-1,-1 1-4,1 0-1,-1 0-12,0 0-16,0 0-17,0 1-14,0-1-7,0 0-9,0 0-7,0 0-8,0 0-5,0 0-14,0 0-14,0 0-7,0 0-5,0 0-4,0 0-2,0 0-2,0 0-4,0 0 0,0 0-1,-2 1 0,-1 0 1,0 2-2,-1-1-1,-3 0 0,1 0-1,-2-1 2,-1 1 2,1 0 0,-1 0 6,-1 2 10,1 0 7,-3-2 4,4 2 4,0-2 2,-1 2 0,1 1 0,2 1 2,-5-1 1,3 4-6,-3-4-8,3 3-3,-3-1 3,1 1 3,2 1 1,-4 1 2,4 1 2,1 0 3,-4 3 3,1-2 2,1 2 4,3-2 1,-2-1-3,2 0-4,1-1 1,2 2 1,-1-1-5,-2 1-3,2 2-1,1-3-2,-2 1-4,3 1-6,-2 0 0,1 0-1,3-2-4,-1 3-1,0-2 2,2 0 0,-2-1-2,2 0-1,-1-1 2,0 1 1,1-2-5,2 2 1,-1-1-1,2 2 1,2-3-3,0 4 0,1-2-2,-1-1 1,2 0 1,-1 3-8,0-3 6,1-1 1,2-2 2,5-2-2,-2 0 2,3-1 4,1-2 0,1 0-1,4-2 0,-1 0 5,1 0-3,-1 0-5,0 0 0,-1-1-2,0-2-2,-2 0-5,2-3-1,2-2 1,-3-3-2,3-1-1,-1-1 3,1 0 0,-1 1-1,1-2 0,-1 0 2,4 2 0,-3-2-2,-2 1 0,0-2 0,-2 1-3,2 1 1,-5-2-2,-3 0-1,1-2-4,-7-1-2,2 0 1,-5-7 0,-1 1 0,-2-5 2,1-1 4,-1-1 3,0 3 10,-1 2 3,-1 3 5,-4 2 0,-2 1-1,-3 2-10,-4 3-18,-8-1-52,-3 5-67,-3 1-145,-7-14-556,-10 16 0,-1 0 0,-7 0 0</inkml:trace>
  <inkml:trace contextRef="#ctx0" brushRef="#br0" timeOffset="524222.8502">6818 12722 639,'0'0'39,"0"0"3,0-1 1,0 1-4,0-1-22,0-1-42,2 0-133,-2 2 0,1-1 0,2 1 0</inkml:trace>
  <inkml:trace contextRef="#ctx0" brushRef="#br0" timeOffset="525356.6614">8965 12640 525,'0'-2'15,"0"2"8,0-2 16,0 1 17,0 1 28,0 0 27,0 1 22,0 1 13,0 0 14,0 1 1,0-2 12,0 0 1,0 0-8,0-1-5,0 0-19,0 1-22,0-1-18,0 2-11,0-2-12,0 0-16,0 0-17,0 0-22,0 0-30,0 0-64,0 0-74,0-4-84,21-1-241,-24 3 0,0 2 0,-4-3 0</inkml:trace>
  <inkml:trace contextRef="#ctx0" brushRef="#br0" timeOffset="530834.4396">9878 12447 688,'0'0'25,"-3"0"24,3 0 41,-3 0 29,3 0 27,0 4 39,3-1 34,-3 2 23,0-4 22,0 1-2,0-2 11,0 0-12,0-1-32,0 1-23,0 0-23,0 0-34,0 0-33,0 0-22,0 0-18,0 1-18,0 0-14,3 1-8,5-1-10,-1 0-9,7 0-5,-3 0-5,5 2-3,-2-2-4,2 1-6,0-1-5,2-1-7,-2 0-9,3 0 0,-4 0 0,-1 0 2,1 0 1,-2 0 0,-2 0 2,1 0 4,4 0 4,-2 0 6,1 0 5,2 0 2,-1 0 2,-1 0-1,1 0 2,3 0 0,-5 0 2,0 0 0,0 0 1,0 1 0,-2 0 1,1 1-1,3-1 0,1-1 2,-2 0 2,2 0 1,-2 0 1,0 0 0,-1 0 3,1 1-1,-5-1 0,1 0 1,2 1 0,-4-1-1,1-1 0,0 1-3,1 1 2,-4-1 2,1 0 4,3 0 4,0 0 2,-1 1 4,-3 1 1,3-2 6,-2 2 7,-1-2 2,3 0-2,-2 1-3,1 2-4,1-3-6,0 2 0,1 0-3,-4 0 2,7-1 0,-3 1-6,3-1 2,1 0 1,-1-1-1,-2 0-3,1 0 4,-1 0 1,1 0-3,-2 0-3,1 0-8,-2 2-2,3-1-3,-2 1-2,7 0 3,-2 1 2,5-3-2,7 1-5,-3 0 5,2 1-3,1-2 3,0 0-2,-1 0 1,2 0 1,-3 0-3,-2 0-2,0 0 0,2 0 3,-3 0-2,1 0-2,1 0 0,-1 0 4,3 0 0,-2 0-3,0 2 0,3 0-3,-2-2 2,2 0-2,-1 1 0,4-2 2,1 1-2,-3 0-4,2 0 3,-3 0 1,-1 0 1,-2 0 2,-2 0 0,-3 0 1,1 0 2,-6 0-2,-4 0 2,-1 0-4,-2 0-30,-5 0-58,4 0-98,4-2-265,-7 0-386,5-2 0,1-1 0,3 0 0</inkml:trace>
  <inkml:trace contextRef="#ctx0" brushRef="#br0" timeOffset="532175.2526">12297 12550 1284,'0'0'30,"0"0"12,0 0 9,1 0 16,0 0 20,0 1 24,5 2 20,-2-1 22,2 0 12,3 0-21,4 0 2,-5-2-1,3 2 2,5-2 4,1 0-6,4 0-14,2 0-15,3 0-18,3 0-10,2 0-2,5 0-4,-4 0-11,8 0-11,0 2-18,-1-2-14,0 1-9,1-1-2,-2 4-2,4 0 2,-1-3-1,0 0 1,-1 1 3,1 0 3,-3-2 0,1 0 3,-1 0-1,-3 3 3,2-2-5,-1 0 0,-1-1-3,-2 2 1,-1 0-3,0-1-4,-2 0 0,5 1-3,-5-2 2,4 0 0,2 0 1,0 0-1,0 0 2,4 0-1,-4 0 0,-2 0 1,3 0 0,-4 0 1,-1 0-3,3 0-5,-2 0 0,2 0 3,5 0 6,0 0 7,-1 0 6,5 0 0,-2 0 0,1 0 0,0 2 0,-4-1-2,1 2 3,-1 0-4,0 2-7,2 0-11,1-1-5,-2-2 0,5 2 2,-2 0 3,-1-3 1,0 2 3,4 0-1,-3 1-1,4-2 1,-3 1 1,-2-1-1,4-1-1,-5 2-2,1-2-2,1 0-3,0 0 7,-2 1 10,1-4 13,1 2 2,-1 2-1,-2-2 0,0 1 1,-3-1 2,1 1-1,-1 0 3,1-1-6,-2 0-9,2 0-9,-1 0 0,2 0 5,-3-1 2,1 1 0,-6-2 2,0-1 4,-4-1 7,-2 1 3,-1-1 2,-1-1 0,-3 1-2,-1 3-3,-3-2-2,-3 0-2,-3 2 1,-3-1-11,-3 0-6,-4 2-9,0 0-7,0 0-11,0 0-12,0 0-31,0 0-35,0 0-54,0 0-86,0-2-171,15-12-555,-15 9 0,-4-2 0,-3-3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1T16:01:39.2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24257 6250 1286,'0'0'66,"4"0"34,-4 0 34,0 1 26,1-1 30,0 1 30,-1-1 26,1 0 20,0 0 18,-1 0-11,0 0-12,0 0-21,0 0-4,0 0-20,0 0-30,0 0-31,0 0-25,0 0-23,0 0-20,0 0-27,0 0-25,0 0-18,0 2-28,0 1-2,0 0 3,0 4 3,-2 3-2,0 3 5,-2-2 3,0 2 5,-2 1 7,4 1 4,-4 0-2,2 1-3,-2 0-5,2-1 0,0 0 0,1 2 1,-1-3-2,2 0-2,0 3 2,2-2 0,-3 1-2,3-1-1,-1 1 3,-2 0 0,1-3 2,2 0 0,0 0 1,-2-3-1,2 2 3,-3-2 0,3 0 2,-3-2 4,3 1 1,0-1-3,0 0 2,0 1-1,0-2 2,0 1 2,0 1-2,0-2-1,0 3 4,-3-1-1,3 2-4,0-1 4,0 2-3,-2-1 1,2 1 0,0-3 1,0 1-1,-1-1 1,2-1-1,-2 0 0,-1-2 5,1 1 0,-1 0 0,2 0 1,0 1 1,-1 1 2,-2 0-2,3 3 0,0-2-1,-2 3 0,2 1-3,0-1 2,0 2-2,-1-1-1,0 3 1,1-2-2,-2 2-2,1 3 1,2 0 0,-2 0-2,0 2-3,1-1 0,-2-2-1,2 2 2,-3-1-5,3 1-1,0-1 3,0 2 0,3 1-2,-3 0 2,0-1 4,0-2-1,0 1 5,0-1-2,0 0 0,0-1-1,0 2 3,0 1-5,0 3 3,0-2-4,2 4-2,-1 0-2,3 1-5,3 0 0,-2 4 1,1-4-2,0 1-3,-4-2 2,0-5-1,1-1-3,-2-5-11,-1-6-26,3-2-71,0-3-307,-2-8-670,3-10 0,0-16 0,6-23 0</inkml:trace>
  <inkml:trace contextRef="#ctx0" brushRef="#br0" timeOffset="1772.7623">24303 6257 735,'0'0'78,"0"0"23,0 0 19,0 0 25,0 0 39,0 2 44,0-1 32,0-1 28,0 3 21,1-3-33,-1 0-16,3-3-16,-3 3-12,3 0-11,-1 0-32,0 0-39,3 0-29,4 0-24,-2-1-15,2 1-16,3-2-3,0 2 3,6 0-1,5 0-7,0 0-6,7 0-2,1 0-3,2 0-1,2 0-6,-1 0-5,4 0-2,-5 0-10,0 0-6,2 0-5,0 0 0,1 0-2,3 0-1,2 0-1,1 0-1,4 0 1,1 0 0,-6 0 0,1 0-1,-7 0 2,1 0-3,-7 2 1,0-1-1,-4-1 2,0 0 0,3 0-2,-6 0-1,3 0 1,0 0 0,0 0-1,-3 0 1,0-1-3,-4 1 2,2-2-2,-4 1 0,-2-1 0,-1-1 0,-2 1-2,0-1 2,-4 1-2,0 1 5,-3-2-3,0 3-3,-4 0-2,3-1-2,-3 1-3,1 0-2,-1 0-4,0 0-3,0 0 0,0 0-4,0 0 4,0 0 1,0 0 3,0 0 2,0 1 2,0-1 6,0 4 3,0 2 2,0 1-1,0 2-1,0 5 2,0 1 0,0 4 0,0 0 1,0 6-2,0-1 1,0 5 0,0-3 1,0 5 0,0 1 2,0-2 2,0 2 3,0 3 5,0-3 2,0 4 5,0 0-3,-1 0 1,-5 4 1,-4 1 4,2-1-2,1 3-2,-5-2-2,8 0 3,2-2-1,-5-1-2,7-1 3,-1-3 7,-3-3-3,1 2 2,-1-4-1,-2 2 2,2 0-1,0 3-5,-2 1-3,1 2-3,1 2-2,-2-2-6,4-1 0,0 1-5,-1-4 2,2 1-6,1-4-1,-2 0 1,1-3-4,0-3 4,1-1-4,-3-5 6,3-2-10,0-2-14,0-1-28,0-2-68,-2 3-98,2-1-216,-4-18-536,0 13 0,0-3 0,0-1 0</inkml:trace>
  <inkml:trace contextRef="#ctx0" brushRef="#br0" timeOffset="3060.4588">24157 7839 1334,'0'0'88,"2"0"33,-1 0 26,2 0 20,-1 0 19,3 0 23,0 0 23,-2 0 18,3 0 15,-2 0-50,1 0-19,1 0-24,2 0-17,3 0-14,3 0-16,4 2-21,3 0-19,2 1-18,2-1-14,3 2-11,0-1-4,1 0-10,-1-1-9,2 3-2,-3-3-5,0 1-3,0-1-2,0 1-3,1-1-2,-6 0-4,3 0-4,-1 2 2,4 0-1,-3-2-1,0 2 1,1-1-2,2-1-5,-3 0 0,1 1-4,-1-1 3,-2-1 0,1 3-4,-2-4 3,3 2-1,0-2 2,-4 1 1,1-1 4,-4 0 4,-1 0 3,-2 0 1,3 0 2,-4 0 2,-1 0-5,5 0 3,-1 0 1,2 0-3,0 0 0,6 0 2,-3 0-1,-1 0 1,2 0 2,0 2-1,-4-2 6,2 2 2,-4 1-1,2-2 3,-5-1 4,0 2-3,1-1 1,-5-1 1,1 1-1,-4-1 4,1-1 4,-4 1-2,-1 0-4,-2 0 1,-1 0-39,0 0-71,0 0-138,27-3-610,-24 0 0,-6-2 0,3-2 0</inkml:trace>
  <inkml:trace contextRef="#ctx0" brushRef="#br0" timeOffset="4898.7019">23698 6448 1098,'0'0'72,"0"1"27,0-1 39,0 2 32,0-4 30,0 4 29,3-1 25,-3-1 19,2 0 9,0 0-47,-1-1-22,2 1-24,-1 0-37,0 1-25,4-1-19,1 1-20,4 2-17,4-1-13,3 1-6,3 0-1,1 1 0,3 0-1,0-1 0,-3-1-5,2 2-8,-3-2-10,-2-1-8,6 2-3,-3-2-3,3-1-2,0 3-2,5 0-1,-5 0 1,2 0-4,-2 1-3,-3 0-3,-4-1-1,-4 1-1,-3-2-2,-3-1 4,-2 0 1,1-2-2,-1 2-14,-1-1-26,0 0-45,1 0-86,-4 0-116,11-6-489,-9 5 0,-2 0 0</inkml:trace>
  <inkml:trace contextRef="#ctx0" brushRef="#br0" timeOffset="5392.2042">24483 6470 528,'0'-1'110,"3"0"28,0-2 30,-1 2 36,0 0 32,2 1 25,-3-1 30,0 1 23,-1-1 8,2 1-71,-2 0-30,1 0-17,-1 0-17,0 1-24,-1 2-19,-1 6-16,0 2-3,-2 4-8,0 5 1,1 0 6,3 2-4,-3-1-9,3 2-9,0-3-6,0-1-15,0-3-7,0-6-47,0 2-71,0-3-91,0-4-134,3-2-162,-6-2-386,0-1 0,-1-4 0,2-1 0</inkml:trace>
  <inkml:trace contextRef="#ctx0" brushRef="#br0" timeOffset="6066.9517">24458 6399 1254,'0'0'77,"0"0"6,4 0 9,-2 0 14,2 0 10,2 0 9,0 0 15,0 0 21,1 0 23,-1 0-46,3 0 8,-1 1 5,1-1 2,2 3-7,1-1-5,2 2-8,3 1-13,-4 0-19,-3 2-20,4 2-18,-4 1-16,-1 1-10,-1 3-10,-3 1-4,1-1-5,-4 2 1,1-1-1,-2 1 0,-1 0-1,0-2 2,0-1 0,0 1 2,0-2 8,0-1 0,-2 3 5,-2-4-1,-2 1 5,-5-4 5,0 0-1,-3 1-2,-5-5 0,-1 1-10,-5-2-26,2 0-31,0-1-53,4-1-67,0 0-115,35-7-506,-21 5 0,6-1 0</inkml:trace>
  <inkml:trace contextRef="#ctx0" brushRef="#br0" timeOffset="7119.1495">25594 6593 748,'-3'0'99,"3"0"22,0 1 49,0-1 27,0 1 16,0-1 15,0 0 14,0 0 18,0 0 22,3 0-53,-3 0-16,4 0-16,2 0-39,6 0-23,0 0-9,5 0-10,7 0-6,1 0-6,11 0-2,6 0 5,13 0 2,7 0 3,13 2-4,0 0-2,0 2-3,-2 1-5,-6 2-7,-16-1-11,-9-3-17,-14 1-23,-13-3-12,-9 0-12,-5 0-23,-2 1-46,1-2-60,-3 1-100,0-1-148,-4-13-511,-7 8 0,-2 2 0,-8-2 0</inkml:trace>
  <inkml:trace contextRef="#ctx0" brushRef="#br0" timeOffset="8375.0379">25357 6546 1055,'0'0'94,"0"0"9,0 0 7,-2 0 8,-3 0 9,-2 0 16,0 0 16,-4 0 23,1 3 25,0 1-53,-2-1 1,0 3 12,-1 4 9,-1 0 4,-1 1-3,1 3-6,3 1-9,0 0-15,4 2-20,1 0-21,4-3-17,0-1-18,2-1-10,2-1-2,2-4 2,0-2 1,3-1-4,7-4-3,1 0-1,-1 0-2,3-3-1,-1-1-4,1-3-7,-3-4-12,-3-3-12,0-1-9,1-1-8,-1-2-7,-1-3-4,-3 0-2,1-3-8,-2 3-1,-1-2-15,-2 2-9,0 0-14,-3 2-5,2-1-2,-2-1-1,-2 4-3,2-1 2,-3 4 3,0 0 2,-2 3 9,-1 1 11,-2 5 13,-2 1 7,-2 3 3,-2 1 4,-1 1 3,1 4 1,3-1 13,1 3 5,4 3 12,1 1 7,3 1 4,1-1 5,1 4 4,1 1 3,-1 1 1,2 0 2,2 2-12,-1 2-1,3 0-6,-1-1-2,-2 2 0,-1-1 0,0-1 1,2 1 8,-3-1 3,1 0 9,1 0 3,-1-2 2,0 0 2,2-1-1,-4-1 2,0-2-6,3-1 1,-3-2-8,0-2-25,0 1-79,0-1-67,0-1-198,1-18-523,-1 17 0,0-2 0</inkml:trace>
  <inkml:trace contextRef="#ctx0" brushRef="#br0" timeOffset="10551.2451">24866 7920 427,'0'0'79,"0"0"27,0 0 30,0 0 26,0 0 41,0 0 41,0 0 29,0 2 28,0-2 24,0 0-31,0 0-11,0 0-15,0 0-17,0 0-19,0 0-33,0 0-35,0 0-27,0-2-27,-3 2-26,-4 0-19,-1 0-16,-5 0-10,1 0-6,-2 3-2,1 2-1,-2 3-4,6 0 0,0 1 0,2 1 3,5 0 2,0-2-1,2 1 1,0 2-6,2-1-3,3 0-2,5-1 0,2-1-1,4-1 0,0-3-1,2-2-5,-1-2-1,0 0-6,-4-1-7,4-4-5,-3-1-8,-3-3-9,-1-3-5,-5-2-2,-2-2-9,-3 1-8,0 3-19,-3-1-28,-1 3-12,-4 1-22,-5 3-31,-2 2-78,-2 0-82,8 0-134,-4 1-176,3 3 0,5-1 0,-1 2 0</inkml:trace>
  <inkml:trace contextRef="#ctx0" brushRef="#br0" timeOffset="11083.3977">24828 8055 664,'0'0'97,"0"0"32,0 0 30,0 0 33,0 0 35,0 0 29,0 0 23,0 0 16,0 0 7,0 0-56,0 0-36,0 0-29,0 0-24,0 0-25,0 1-29,0 3-22,0 0-6,-5 3-2,3 2 17,-3 3 13,1 0 9,-2 5 6,2 3 4,-3 2-6,1 6 8,1 3-2,-2 4-11,0 2-6,-1 4-18,2-1-14,2-1-9,0 0-6,2-3-9,1-5 0,0-5-12,1-7-4,-3-5-15,3-6-13,0-3-78,0-4-246,0-17-693,0 4 0,0-6 0,3-12 0</inkml:trace>
  <inkml:trace contextRef="#ctx0" brushRef="#br0" timeOffset="13098.7248">24769 7562 988,'1'0'130,"0"3"32,1-3 23,2 3 20,-3-4 11,1 2 5,-1 0 13,-1 1 19,3 0 18,-3 3-72,0 1-29,0 3-18,-3 3-12,2 2-12,-2 4-8,-4 4-4,0-1-7,3-1-19,-1-1-15,3-5-11,2-1-10,-3-5-6,3-4-3,0-2 2,0 0 1,0-2-1,0 0-3,0-1 5,0-1-4,0-2-3,0-1-5,0-3-4,0 0-13,0 2-11,0-3-2,0 2-6,0-2-3,0 1-21,3 0-6,-3 1-8,0-1-4,2-1-11,-2 0 1,2 2-8,1-4 0,-3 1 4,3 3 1,-3-4 15,0 0 4,2 0 9,0-1 2,1 3 7,0 0 2,2 2 1,-1-1-3,2 3-1,-2-2-1,1 2-1,2-2 1,-1 5-6,-2-3 5,4 1 0,-1 1 0,0 0 6,4-1 5,-4 4 0,3-2 3,-2 1 3,2-1-2,0 1 2,-1 1-1,1 0-2,3 0 2,-3 0 0,-1 0-1,4 0 2,-5 1-1,-1 2-3,-2-1 3,0 2-1,-4 2 4,0 1 3,0 0 5,-2 0 3,0 0 5,-3 0 2,-2-1 2,0 2 5,-4-4 4,1 2 4,-2-2 0,1 0 1,0 1-1,1-1-3,-3-1-15,-1-1-22,2 3-20,-3-3-33,2 1-58,2 0-74,-1-2-50,4-1-54,3-1-94,2-2-179,-3 3 0,3-2 0,0 1 0</inkml:trace>
  <inkml:trace contextRef="#ctx0" brushRef="#br0" timeOffset="14986.8159">24873 7615 526,'0'0'84,"0"0"27,0 0 22,0 0 17,4 0 25,-4 0 24,1 0 27,2 0 28,0 0 28,-2 0-30,2 0-11,-1 0-17,-1 0-17,0 0-15,-1 0-26,0 0-26,2 0-26,-2 2-25,1 0-23,-1 3-23,1 0-15,1 4-3,0 2-4,-2 1-1,2-1 6,2 2 2,-1-2 0,-2 1-2,2-1-2,-1 0-4,0-2-2,-1-2-5,-1 1-17,2-3-24,-1-1-44,-1 0-86,0-1-107,10-6-459,-8 3 0,-4-1 0,2 0 0</inkml:trace>
  <inkml:trace contextRef="#ctx0" brushRef="#br0" timeOffset="15618.8855">25111 7630 1208,'0'0'122,"3"0"34,-3 0 26,0-1 10,0 0-4,0-1 3,-3 2 3,-1 0 5,-9 0 1,-2 0-67,0 5-44,0 2-33,4 2-27,0 1-2,7 0 18,1 1 4,3-1 5,0 2 1,1 0 4,1 0-3,2-2-3,3 3 3,-2 0 5,2-1-5,-4-4-13,0 1-5,-3-2-7,0-1-5,0-3-2,-3 1-18,-4-2-59,-3 0-111,1-3-146,-9-18-360,2 16 0,7-3 0,-4-2 0</inkml:trace>
  <inkml:trace contextRef="#ctx0" brushRef="#br0" timeOffset="16105.455">25250 7531 1531,'0'0'74,"0"0"45,0 1 35,0 3 35,0-2 21,-1 6 24,-1 2 15,0 2 19,-3 3 14,3 2-18,0 0-24,-1 2-37,2 1-26,1 2-29,0-4-20,0 2-23,-4-3-14,4 1-15,-3-3-14,0-3-35,0 0-54,1-4-73,-1-1-95,0-2-119,3-4-159,-4-1-271,0-1 0,1 0 0,2-2 0</inkml:trace>
  <inkml:trace contextRef="#ctx0" brushRef="#br0" timeOffset="16464.3005">25182 7728 1348,'0'0'170,"0"2"60,0-2 41,0 0 18,0 0 7,3-2 12,4 2 6,4 0 2,5-3 1,4 2-117,4 0-131,-5 1-158,4-2-203,-7-22-457,-7 19 0,-3-2 0,-5 0 0</inkml:trace>
  <inkml:trace contextRef="#ctx0" brushRef="#br0" timeOffset="17906.2574">23673 7054 1087,'0'0'74,"0"0"21,0 0 25,2 0 23,-2 0 26,0 0 33,0 0 36,0 0 25,0 0 17,0 0-39,0-1-12,0 1-14,0-1-26,1 1-24,1-1-27,0 1-25,4 0-34,-2-1-26,4 1-15,0 0-10,2 0-9,1 0-8,3 0 2,-1 0 1,2 0-2,0 2-8,-1 0-3,-2 0 0,5 1 0,-3-2-4,4 0-4,0 2-3,0-2-3,4 1-1,-1-1 1,0 2 0,-2-1 1,-1 1-2,-3-3 1,1 4 0,-1-2 7,-5-1 2,5 1 2,-4-1 3,4-1-3,-1 2-1,-1-1-8,1 2-7,-3-3-14,-3 2-12,2 1-11,-5-2-8,-2 2-13,-2-2-41,1-2-98,-1 1-68,6-4-353,-5 1 0,1 3 0</inkml:trace>
  <inkml:trace contextRef="#ctx0" brushRef="#br0" timeOffset="18618.8984">24275 7037 552,'0'-1'63,"0"-2"19,3 2 15,-1 1 16,-2-2 16,2 4 13,-2-2 15,0-2 18,0 2 22,0 0-32,0 0-8,0 0-9,0 0-11,-2 0-15,0 0-13,-4 0-2,-2 0-1,-1 0-13,-1 2-4,1 2-8,-1 0 4,4 3-4,-2 2 3,2 0 7,1-1 3,3 4-7,2-3-7,0 5-6,2-3-15,0 2-5,2 0-9,7-4-4,-1 0-5,2-1-6,3-2-2,0-3-2,-3-1-10,6-2-1,-4 0-4,2 0-7,-3-4-6,-3 0-10,-2-5-8,-1-5-4,-6-2-8,2 0-7,-3-2 6,-4 2 0,-2 1 0,0 2 0,-6 3-16,0 3-13,-1 3-34,4-2-74,0 0-79,5-2-386,0 4 0,-2 2 0</inkml:trace>
  <inkml:trace contextRef="#ctx0" brushRef="#br0" timeOffset="19557.9042">24247 6893 1091,'0'0'29,"0"0"7,0 0 10,0 0 11,0 0 11,0 0 15,0 0 18,0 0 32,0 2 32,0-1 0,0 1 14,3 0 6,-3 0-1,5 1-7,1 0-7,-2 1-11,3-1-15,1 3-29,0 0-25,4 1-18,0 0-13,-2 0-12,5 3-8,-2-1-2,-1 1-2,2-2-3,1 3-4,1 2-2,1-2-5,2 1-11,-4 1-7,2 1-2,-3-2-5,-2-1-1,-2 1-6,-3-3 0,1 1-5,-1-3-8,-1 2-4,0-2-7,0-1 0,-2 0-13,2 2-10,-4-3-7,0-1-2,1 1-2,-3-1-5,0-3 1,0 1 11,0-1 17,0-1 11,0 2 17,0-2 15,-3 0 10,-1 2 4,-2 0 5,-1 0 8,-4 2 10,-1 1-7,-5-2-8,-2 2-3,-5 5-3,0-4 1,-2 1-1,0 1-1,1 1-31,4-6-114,-1 0-141,1-1-286,0-1 0,4-1 0,5-3 0</inkml:trace>
  <inkml:trace contextRef="#ctx0" brushRef="#br0" timeOffset="21062.6908">23114 6891 1483,'0'0'87,"0"0"31,0-1 20,0-1 8,0-1 10,-4 2 10,0-2 16,-7 1 14,-1 0 15,-5 1-39,-6 1-23,3 0-18,-7 3-6,5 4 9,-5 4 4,7 4 8,2 4-2,11 0 0,2 0-4,7 0-11,8-1-6,5-2-9,6-2-20,5-3-63,5 1-112,-2-5-177,25-6-633,-29 0 0,0-2 0,-3-9 0</inkml:trace>
  <inkml:trace contextRef="#ctx0" brushRef="#br0" timeOffset="21421.2158">23351 6829 2002,'0'0'52,"0"0"34,3 0 42,-3 2 32,0 0 46,-3 4 54,2 1 24,-3 7 19,-3 5 10,-1 1-39,-2 3-6,3 2-30,0 1-42,4-4-30,0 0-44,2-3-56,1-3-45,-4-2-86,4-2-107,-2-4-170,12-8-571,-14 3 0,-1-3 0,3-3 0</inkml:trace>
  <inkml:trace contextRef="#ctx0" brushRef="#br0" timeOffset="22046.1903">23497 6862 2206,'0'0'60,"0"1"36,0 3 35,0 1 28,-3 4 17,-1 6 32,-3 3 16,-4 3 8,1 3 6,-2 1-13,5 0-40,0-4-31,4-1-34,2-4-26,1-2-14,0-5-34,1-4-13,-1-2-8,0-1-15,0-2-21,0 0-42,3-2-22,2-3-30,4-4-32,3-3-16,6-5-1,-1 1-4,1 1-4,3 1 8,-2 1 26,-1 2 56,-1 4 31,-5 2 48,1 1 39,-9 2 14,0 2 28,-4-3 35,-1 6 25,-5 3 12,1 5 2,-4 4-15,-3 3-8,4 4-18,2-2-5,5-1 2,6-3-20,9-1-89,9-3-165,27-6-781,-8 2 0,1-5 0</inkml:trace>
  <inkml:trace contextRef="#ctx0" brushRef="#br0" timeOffset="24300.0427">21114 9055 671,'0'0'73,"0"0"25,0 0 24,0 0 34,0 0 39,-1 0 35,2 0 29,-1 0 22,0 0 21,-1 0-31,2 0-13,-2 0-15,1 0-20,0 0-31,0-1-37,0 1-34,0 0-29,0-1-26,-4 1-27,8 0-18,-4 0-9,0 0-2,0-1 6,4 1 2,0 0 0,5 0 2,0 0 3,4 1 5,-1 1 9,6-1 2,-1 3-1,1 0-7,4 0-8,-2 0-4,-1 0-3,3 0 0,2 0-1,-3-3-3,2 3-3,3-2-1,-1-2-3,3 4 0,1-2-2,1 1 0,-2-1-2,2 1-9,-5 0-5,0 0-3,-3 2 0,0-2 1,0 2-2,2 0-1,-1-2-2,2 1 2,-3-1 0,2-1 7,0 1 6,-2-2-1,-4-1-3,-1 2-1,-7-1-4,-2-1-12,-2 0-22,-4 0-69,-1 0-114,2 0-150,0-3-314,-3 2 0,2-6 0,0 1 0</inkml:trace>
  <inkml:trace contextRef="#ctx0" brushRef="#br0" timeOffset="25085.8961">22018 8508 801,'0'0'38,"0"0"25,2 0 17,-2 2 26,0 0 25,0 3 29,0 3 25,0 1 34,0 1 22,0 2 11,-2 0-4,0 3-1,-1 3 0,-1 2-8,-2 4-12,1 4-16,-2 0-19,0 1-30,0 1-19,-1 2-20,-2-1-16,-1 1-22,0-1-11,-3 0-15,3 0-11,-4-4-7,5-2-3,-3-2-1,3-2-1,1-1-2,2-4-1,3-1-2,1 0-3,0-2-4,3-4-1,-1 1-2,-2 0-3,3-4-1,-1 1 1,1 0-7,-3-2 2,3-3-2,-3 3 0,0-3 1,3 1-2,0-2-1,0-1-3,0 0-3,0 1-15,0-1-22,0 2-73,0-1-117,9-4-273,-8 1-362,2-5 0,0-7 0,4-9 0</inkml:trace>
  <inkml:trace contextRef="#ctx0" brushRef="#br0" timeOffset="27010.1708">22075 8563 643,'2'0'93,"1"0"12,-1 0 14,5 0 14,-4 0 9,5 0 7,0 0 13,-2 0 4,3 0 7,-1 0-68,3 2-18,-1-4-9,5 2-14,4 0-8,2 0-5,0 0-7,4 0-9,1 0-3,2 0-1,1 0 3,5 0-2,0 0 4,-1 0 1,5 0-2,-2 0-3,-3 0 0,3 0 0,-1 0 1,-2 0-2,-2 0-4,-1-1-3,-5 1-1,-1 0-1,-4 0-2,0 0-1,-2 0-4,1-3 2,4 3-3,-1-3-3,1 3-3,5-2-1,4 0-4,0-1-2,1 2-1,-1-3-3,1 2-3,-6 1-8,0-2-6,-2 3-8,-2-1-3,2 1-3,-2-3-2,2 2-5,-1-1-15,-2 0-11,0 0 3,0 1 4,-1 1 3,-3-1 5,-7 1 6,-1 0 6,-3-2 2,-3 1 6,-2 0 21,-1 0 16,0 1 7,-1 0-1,0 0-5,0 0-5,0 0 7,0 0 5,0-3 4,0 3 7,0 0 0,0 3 0,0-3 4,-1 1 13,-1 1 27,-3 3 18,3 0 3,-3 0 1,-2 3 6,0 0 8,0 0 5,-2 4 7,-3 2 3,3 3 1,0-1-11,1 3 2,0 0 6,1 2 0,1 1 2,-2 1-7,1 1-7,0 0-1,1 5-4,-2-2-9,1 1 0,-2 2-11,1-2-8,-1 0-8,1-4-6,-1 0-3,2-3 0,-1 0-7,0 0-3,2-2 0,-1-1-7,2-3-1,-1 2-4,2-3-1,1 0-4,-1-3-5,4 0-4,0-2-1,-3-2-3,3-1-5,0 0 4,0-1-5,0-1-5,0-1 2,0-2-1,0 1-3,0 0 3,0-1-4,0 0 4,0-1 1,3 0-3,-3 1 0,3-1 4,1 0-2,1 0-1,4 0 5,-2 0-4,0 0 3,1 0-6,1 0-2,-1 0 0,5 0 0,0 0-2,1 0 0,2 0 0,4 0-3,2 0 2,4-1-3,3 1 3,5 0 0,7 0-3,4-1 2,4 1-1,3 0 3,8 0-2,1 0 2,2 0-4,4 0 5,0 0-3,-1 0 4,5 0 1,-4 0 3,4 0-3,-1 1-2,-2 1 2,-7 1 0,-7 1 2,-11 0-1,-8-1 1,-10 1-1,-10-3-1,-6-1-10,-6 0-5,0 0-15,-6 0-31,2 0-52,-2 0-90,-2 0-203,-5-20-528,-4 15 0,-3-4 0,-8-3 0</inkml:trace>
  <inkml:trace contextRef="#ctx0" brushRef="#br0" timeOffset="28551.8392">23050 8815 686,'0'-2'67,"0"2"24,0 0 31,0 0 40,0-2 39,0 2 33,0-1 21,0 0 18,0 1 16,0-1-25,0 1-19,0 0-10,0 0-17,0-2-33,0 2-29,0 0-22,2 0-12,-1-1-13,4 1-8,1 0-10,1 0-3,3 0-9,2 1-11,-2 2-3,3 1-8,-2 0-9,1 2-7,-1 2-4,3 0-7,-6 3-3,2-1-6,-3 0-3,-1 1-2,-1-2-5,-1-1-1,-1-3-1,0 0-5,-3 1-17,0-3-25,0 2-49,0-3-64,0 0-126,4-2-175,0 0-318,-4 0 0,2-2 0,-2 1 0</inkml:trace>
  <inkml:trace contextRef="#ctx0" brushRef="#br0" timeOffset="29430.5866">23450 8806 248,'0'0'62,"0"0"22,0 0 26,0 0 25,0 2 18,0-1 13,0 1 15,0 0 17,0 2 17,-2-1-26,0 0-14,-1 0-16,-3 1-21,1-2-13,-2 0-5,-2 1 3,0 2-4,-5-1-7,3 3-6,-4 0-6,-2 2 0,-1 0 5,0 2 1,0-2-7,4 1-10,1-1-15,1-2-10,2 0-8,5-2-9,-2 2-5,1-5-7,2 1-10,1 0-3,-1 0-5,-1-2-5,2 0-25,0 0-45,0 2-91,-1-3-99,14-5-440,-18 5 0,1 1 0,1-2 0</inkml:trace>
  <inkml:trace contextRef="#ctx0" brushRef="#br0" timeOffset="30323.989">23142 9279 590,'0'0'83,"3"0"36,-3 0 27,5 0 17,-5 0 18,3 0 25,0 0 28,-3 0 26,0 0 36,1 0-16,-1 0-14,3 0-15,-3 0-10,4 0-11,-4 0-17,0 0-26,0 0-25,0 0-19,0 2-33,-4 0-25,1 3-15,-4 4-19,2 1-14,2-1-6,0 4 3,-1-4 2,2 2-2,1-3-6,1 1-21,-1-4-44,1 2-62,1-4-89,-1 1-144,13-6-491,-11 4 0,-4 0 0,2-2 0</inkml:trace>
  <inkml:trace contextRef="#ctx0" brushRef="#br0" timeOffset="30595.4586">23106 9447 923,'0'6'147,"1"2"56,-1 3 26,0 0 29,0 0 18,0-2 12,-1 0 1,1-2 3,0 1-3,0-2-109,0-1-80,0 0-112,0 0-115,0-1-85,2-3-412,-2-1 0,-1 5 0,0 2 0</inkml:trace>
  <inkml:trace contextRef="#ctx0" brushRef="#br0" timeOffset="31144.9276">23081 9634 769,'0'6'128,"2"2"51,-2 3 45,1 2 35,-2-5 26,1-3 15,1 0 9,-1 0 4,0-3 5,0 3-80,0-1-45,0 1-66,0 1-90,0 2-43,0-3-93,1 2-77,2-4-50,-2 3-21,-1-2-24,0 2-4,2-1-3,-2 3 24,0 0 60,0 3 32,0-1 88,0-2 81,-2 3 59,-2 1 35,2-2 27,0 1 3,-2 1 7,2-2-6,1 2-10,1 0-29,0-3-44,0 0-54,0-1-58,0-6-58,1 2-40,-1-2-10,2 2-21,-2 0-5,0 2 13,0 2 41,0 0 66,0 3 74,0 0 94,0-2 86,0 1 86,0-4 52,0-3 37,0-1 18,0-3-13,0 1-47,0 0-81,0 0-137,1 0-186,-1-8-611,0 8 0,3-1 0,-3-1 0</inkml:trace>
  <inkml:trace contextRef="#ctx0" brushRef="#br0" timeOffset="33460.5066">22914 10095 1699,'2'0'183,"-2"0"41,4 0 29,-2 0 30,0 0 26,2 0 23,0 0 19,1 0 12,-1 0 6,0 0-103,-2 0-64,0 1-38,4 3-22,-6 4-27,1-1-22,2 5-19,0-7-15,-1 3 1,5-6-1,6 0-7,5-5-4,11-3-2,8-6-8,11-7-10,7-5-8,11-7-16,1-2-16,2-1-16,-10 6-18,-11 3-20,-17 9-81,-17 6-67,-9 8-51,-10-1-59,-2 6-125,-6-8-408,-5 11 0,0 0 0</inkml:trace>
  <inkml:trace contextRef="#ctx0" brushRef="#br0" timeOffset="34078.3821">22867 9994 1603,'7'0'124,"9"0"31,8-4 16,11-4 8,11-3 0,8-4-36,7-5-156,-5-11-495,-4 11 0,-16 1 0,-8 3 0</inkml:trace>
  <inkml:trace contextRef="#ctx0" brushRef="#br0" timeOffset="39609.9562">23462 6053 442,'0'1'80,"0"1"35,0-1 34,0 3 19,0 0 23,0 1 29,0-2 32,0-1 39,0-1 39,0 1-21,0 0-4,0-2-12,0 0-18,0 0-8,0 0-15,0 0-22,0 0-27,0 0-35,0 0-38,0 0-26,0 0-25,0 0-21,0-4-16,0 3-11,0-2-7,0-1-7,0-2-4,0 0-2,2 1-2,2-2-2,-1-2-2,1 0-2,4-3 1,-1-2-1,0-1-2,1-3-1,5-2 2,1-1-2,-3 2 0,7-2-1,-2-3 1,1 2 2,0-1-3,4 2 1,-2 1-3,2 2 1,-1 0-4,0 2-4,-2-1-3,0 0 0,4 5-4,-4-2 1,3 0-5,-3 3-7,-1 0-2,2 2-11,-2-1-6,3 3-2,3-4-14,-1 1-26,-1-1-17,1-2-5,1 2-1,-3-2 5,-2 1 3,0 1 8,-1 1 4,2 0 7,0-1 16,4 1 24,2-1 19,1 1 3,3 2 7,-1 0-2,-1 2 4,-2-1 3,-4 4 2,-3 1 1,2-2 2,-5 3 3,3 0 1,-3-3 0,2 1 3,0-1 4,3 1-1,3 0 3,3 0 2,2 3 0,2-3 4,-1 3-1,-2 0-1,2 0 2,-4 0 3,0 0 1,-3 0 4,4 3 3,-1-2 8,3-1 2,1 1 4,4 2 8,-2-2 3,2 2 2,2 2-2,-3-1 0,1 2-4,-4 1-4,-4 0-11,-3 2-4,-1 0-6,-7 0-9,3 1-1,1 0 0,-3-1-4,2 0-1,3 0 1,2 0 0,-2 0 3,5 0 2,0 2 2,0-3 0,0 2-1,-3 1-3,3 1 4,-4-2-1,-3 4 1,1-4-5,0 2 0,-4 0-2,-3 1 4,3 0-5,-1-2 1,3 0 2,-3 0-4,1 1 2,0-1 1,-1 1 4,-1 0-1,3 0 1,-3 2-5,2 0 3,-3-1-1,1 2-1,-1 0 2,1-1-2,-2 1-2,3 0-4,-6 0 1,3 1 1,-1-1-1,-2 0 0,2 1 3,0-1-2,-2 1 1,0-2 1,1 1 0,-1-1 3,-4 0 0,2 3-4,-2 1 3,1-2-2,1 0 2,-2 1 2,2 0-3,0-2-2,1 3 0,-1-3 1,-3 2-6,0-4-4,-2 1-1,0 1 0,-1-4-3,2-2-1,0 0 0,3-1 2,-3-2-2,1-1 0,0 0 6,-1-1 4,-2-2-2,0 1-6,0-2-12,0-1-12,0 1-13,0-1-9,0 0-10,0 3-4,0-2-6,0-1-6,0 3-1,0-3 7,0 0 12,-2 0 12,-2 0 14,1 0 9,0 0 13,-2 0 5,1 0 7,-2 0 4,0-2 3,-5 0 1,0-1 0,-3-2-2,-2-3 3,-2-2-1,0-4-2,-3-1 2,4-2-2,2-2 2,1 3 2,-1 0-1,5 3 0,0-1 2,2 4 3,1 2 8,4 1 12,2 3 18,1 0 15,0 2 4,0 0 2,0 0 0,0 1-3,0 1-5,0-1-9,0 1-10,-1 0-18,1 0-26,0 0-22,0 2-11,0 2-7,0 2-11,0 1 1,1 0 1,2 2 6,5 0 5,0 2 4,2-3 10,0 3 10,2-1 7,0 1 2,0-1 13,-1 1 4,-1-2-1,2 1-1,-2-1-3,0-2-3,-2 0-6,-1 0-4,-2 0-10,2-4-6,-1 2-5,-2-3 0,0 1 1,0-2 0,1 0 4,-4-1 3,0 0 6,-1 0 4,3 0 10,0 0 7,-2-1 6,2 1 0,0-1 1,-3-2-1,3 2-1,-3-1-1,2-1-4,0 1 2,0 0 1,1 1 2,0-3 6,-2 2 3,1-1 1,4 0 3,-2 0 0,5-2 0,-2-1 3,3 1 1,1 0 1,3-1-2,-2-2-8,4 1-1,-1-2-4,-1-1 0,1-3-8,2-1-2,-5-1-4,1-2-3,-2 1 0,-2 1 2,-4 1 11,0 2 4,1 3 5,-5 2 1,3 1 7,-2 2 4,-2 0 1,0 2-2,0 1-4,0 0-5,0 1-22,2 0-28,-2 0-38,0 0-29,0 0-30,0 0-72,0 0-101,3-4-151,-6 3-234,1-1 0,0 1 0,-5 1 0</inkml:trace>
  <inkml:trace contextRef="#ctx0" brushRef="#br0" timeOffset="46142.4545">12180 2731 1818,'-26'-3'44,"-15"-1"2,-18-4 3,-15 2-1,-1 9-7,7-6-8,2 3-9,6 5-9,2 4-17,-4 0-42,-5 4-48,-7-3-72,-3-3-54,-5-3-101,-6-2 0,-3-2 0,-5-13 0</inkml:trace>
  <inkml:trace contextRef="#ctx0" brushRef="#br0" timeOffset="52234.0452">1964 5674 1008,'0'0'43,"0"0"2,0 0 8,0 0 13,0 0 23,0 0 25,0 0 30,0 0 28,0 0 24,0 0-15,0 0 14,0 0 18,0 0 13,0 0-2,0 0-15,0 0-21,0 0-24,0 0-26,0 0-24,0 0-24,3 0-16,-1 0-13,0 0-19,2 0-15,3 0-3,-2 0-4,4 0-2,2 0-2,-3-3 2,5 3 6,5 0-3,1 0-4,-1-2-3,3 2 3,0 0-2,0-2-1,-2 1-4,2 1 2,-4 0-6,-2 0-1,1 0-1,2 0-3,-1-1 5,4 1-3,-3 0 0,4 0 1,2 0-2,-5 0 0,5 0 6,-3 0-5,-3 0 3,-1 0-1,0 0-3,-1 0 4,0 0-1,-1 0 0,1 0 2,2 0-4,-2 0-1,4 0 3,-2 0-4,1 0 3,-2 0 0,4 0-3,-2 0 2,3 0-3,-1 0 1,1 0 0,0 0-3,-1 0 0,0 0-3,2 0-2,2 0 3,2 0-2,-2 0-3,3 0 2,3 0-3,0-1 2,-2 0 4,3 0-3,0-1 0,-2 1 1,1-1-3,1 0 3,-3 0-1,3 0-1,1-1 1,-1 0-1,0-1-7,3 1-1,-2 1 2,-1 0-7,0 1 1,-4-1-1,-2 1 2,0 0 0,-4 0 2,-2 0-1,-1-1 9,2 1 2,-4-1 0,-5 1 9,2-1-2,-4 2 3,-5-4 2,-1 4-1,-2-2 0,3 2 0,-5 0-2,0 0 4,2 0-3,-2 0-2,0-1 0,2 1-2,0 0-1,-1 0-2,-1-3-1,1 3-3,1 0-5,-2 0-7,0 0-8,0 0-7,0 0-11,0 0-14,0 0-27,0 0-38,3 0-31,-3 0-59,0-2-77,0-5-314,1 6 0,-1-1 0</inkml:trace>
  <inkml:trace contextRef="#ctx0" brushRef="#br0" timeOffset="57651.2323">4369 5725 503,'0'0'53,"0"-1"7,0 0 11,0 1 21,0-1 13,0 1 12,0 0 7,0 0 5,0 0 9,0 0-31,0 0-8,0 0 0,0 0 0,0 0-10,0 0-2,0 0-5,4 0 4,-4 0 0,2 0 4,3 0 2,-2 0 8,1 0 10,0 0 4,3 0-6,0 0-4,0-1-2,1 1-8,3 0-6,-2 0-12,-2-2-8,4 2-12,-3 0-16,0 0-11,3 0-3,0 0-3,-1 0-2,3 0-2,-1 0 5,2 0 6,0-1 0,-2 0 1,2 1 2,3-1 0,-3-2 1,4 3 2,0-2-1,1 0 1,-1 0-4,2-1-4,3 1-3,-3 1-1,-2-2-3,4 2-2,-4-1-5,1 2-4,2-3-2,-2 3-3,1-2-1,2 2 1,3-2 0,-5 1-2,3 0 0,-2 0 0,1-1 2,-1 2 1,-2-1-1,1 1-1,-4-1 4,1 0-3,-3 0 1,1 1-1,-2-1 0,-2 1-3,3-3 4,-2 3-4,3 0-2,0 0 2,1 0-2,-1-1 2,3 1-2,-1 0 0,-2 0 0,3 0 1,-4 0-3,2 0 5,1 0-1,-1 0 0,3 0-1,-4 0 2,3 0 0,-1 0 2,0 0-3,0 0 2,1 0 1,2 0-4,1 0 2,1 0 2,-3 0-3,4 0-2,-2 0-1,2 1-1,-2 2 3,1-2 0,-4 1 0,3 0-1,-3 2 1,-2-3-4,4 3 5,-2-1-2,4-1 4,-2 1 0,3 0-1,-2 1-3,0 0-1,-1 0 2,0-1 0,2 1 2,-3-2-3,5 2 4,-3-4-1,1 3-1,2-3 1,-1 2 2,-2-2 1,1 0 1,-4 0-2,1 0 1,-2 0 2,-1 0-4,-1 0 0,2 0 3,-2 0-3,0 0 1,-1 0-1,1 0 0,-1 0 3,0-2-2,1 2 1,-3-1 3,3-1-3,0-2 0,0 1 0,-4-2 0,3 2 2,-2-2-1,-2 1 0,0 1-1,-1-1 0,-1 2-1,1-1 1,-3-1 2,-4 1 7,4-1 5,-4 1 5,-2-1 5,1 1-2,2-2 3,-2-1 0,1 1 3,0 0 0,2 0-2,0 1-6,-2-1-6,2 2-9,-2-2-2,-2 1 1,2-1-3,1 1 0,-2-2-5,1 1 3,-1-5-1,-1 2-1,0-2 3,0 0-3,0 1 0,0 1 0,0-1 1,0 1 1,0 0 0,0 1 0,0 0 2,0 0 1,0-1-3,0 3 2,0-5 2,0 4-2,0-4 1,0 2-2,0-4-1,-1 0-2,-1 1-5,1-4-3,-3 0 5,3-1-1,-1 0-4,-2-1 3,4 1 0,-4 0 0,2 0-3,-1 0 4,2 1 0,-1-2-2,0 1-5,-1 0-3,1 3 2,-4-3 0,2 2-2,1 1 1,-1-1 0,0 2-2,0 0-2,-1 1-10,0-1-3,2 4-12,-3-3-9,0 1-26,-2 2-5,2-1-16,-3 0-4,-3 0-2,2 2-7,-5 2 15,4-2-3,-6-1 15,3 2 9,-3-1 27,1 0 1,-1 1 16,2 0 3,-4 0-9,5 0 6,-4 1-2,-3-2 1,0 2 0,-5-3-5,-3 1 0,-2 1 6,-1-1-1,-4 0 4,3 2 11,2-1 6,0 0 0,0 0 8,0-2 2,1 0 1,1 0-4,-4 0 1,-2-1 0,-4 1-2,0 1 1,-4-1-2,-1 2 1,1 0 0,4-1 2,6 2 4,1-2 3,7 2 0,5 1-1,1-1 2,5 3-2,-2 1 3,2 0-1,-4 1-2,0 0-3,-2-1 0,-2 0-1,-3-1-2,0 1 1,-1 0 0,1-1 1,0 0-1,1 0 2,5 1 2,6 0 0,1 0 0,5 0-2,0 1 1,1-1-3,1-1-1,-5 2-2,0-1 3,-7 1-2,-3 0-2,-2 0 1,0 0 0,-2 0-1,2 0 1,3 0 3,-2 0 2,3 0 0,0 0-1,2 0-2,1 0-1,2 0-1,0 0 0,3 1 1,-5 2-1,2-2-1,-2 1 0,-2 4 0,-2 1 1,1-1 2,-3 4 0,4-1 2,1-4 0,1 1 1,2 0 2,1 0 0,-1-1-1,4 0 0,3-1 0,0-2 1,2 0-1,2 0-1,-4-1 2,-1 4-2,0-1 2,-4-1 1,0 2 0,-2 2 3,1-1-1,-3 3 3,2-3 8,1 2 3,2-1 4,3-5 1,0 5-3,0-4 0,6 1-2,-4-2-1,0 3 2,0-1-2,-3 1-8,1 1-1,1 0-4,0 0 2,0 2 1,-1-2 2,1 4 5,0-5 1,-5 4-3,4-3 0,2 3 1,-4-1 1,4-1-2,-1 0 2,3-2-2,-1 2-4,3-1-2,-3 2-2,2-2 3,0 2-1,-1 0 1,3 2-3,-3 0 0,0 0-2,3 2-1,-1 0 4,-2-3 1,3 3-2,-2-3-2,0 1 1,0 0-2,0-1 1,0 0 0,1 0 1,0-1 1,-2 3 1,3-2-5,-3 2 4,3 0-1,0-1 0,0 2 0,0 2 1,-3 0 0,3-1 1,0 0 0,0 3-2,0-5 7,0-1 0,0 1 4,0-3-1,0 2 0,0-3 1,0 4 0,0-2-1,0 0 0,0 3 2,0-3-6,0 3 2,0 0-6,3 2 3,-3-1 1,0 4-4,3-2 3,0 0 2,-1-2 1,0-1-1,2 0 3,-2-1-2,0-4 2,2 3 1,2-4 2,-1 3 0,2-1 1,0-1 0,3 1-1,0 0 2,2-2-1,2 1 1,2-3 1,-3 1 1,5-2 0,-4-1 0,4 1-1,-1-3-1,2 0 1,2 0-2,-2-3-4,-3 3 0,-1-2-4,-4 0-2,0 1-4,-6 0-3,0 1 2,-2 0-2,-1 0-4,1 0-1,-3 0 4,0 0 1,0-1 0,0 1 2,0-2 2,0 2 6,0-2-3,0 2 4,1-2 1,-1 1-1,2-3-1,2 1-4,-4 1-6,0-1-16,1 2-20,-1 0-46,2 0-72,-1 1-83,2-3-155,-3-10-442,3 9 0,-3-1 0,1-2 0</inkml:trace>
  <inkml:trace contextRef="#ctx0" brushRef="#br0" timeOffset="65700.1956">7016 5810 1001,'0'-2'51,"0"2"4,0 0 5,0 0 8,2-1 7,-2 1 21,0 0 12,0 0 17,0 0 13,0 0-20,0 0 11,1 0 6,-1 0-4,3 0-2,-3 0-7,0 0-23,2 0-13,-1 0-16,3 0-13,-4 0-18,4 0-18,0 0-8,0 0-1,2 0-6,-3 0-2,2 0 5,2 0 2,2 0-1,-4 0 2,8 0-2,-2 0-2,3 0 0,-2 0-2,2 0 3,1 0 0,-1 0-5,3 0 1,-5 0 1,0 0-4,-3 0-3,1 0 2,-2 0 1,-1 0 1,-1 0-1,-2 0 2,1 0 2,-2 0 0,3 0 0,-1 0 3,-1 0 1,2 0 0,-2 0-2,0 0-3,0 0 1,-1 0-1,-2 0 0,1 0-2,-2 0 2,3 0-2,-3 0 0,2 0-2,-2 0 2,3 0 0,0 0-1,0 0 1,-3 0-1,1 0 0,1 0-3,0 0 0,2 0 3,2 0 0,1 0-4,-3 0 1,1 0 1,1 0-2,-2 0 2,0 0 1,0 0 1,1 0-2,-4 0 0,1 0 2,-1 0 2,3 0 1,-4 0-2,2 0 1,-1 0 0,0 0-3,1 0 1,-1 0 1,0 0-1,1 0-2,-1 0 0,2 0 0,2 0 0,-5 0 0,6 0 2,-4 0 0,3 0 0,-2 0 0,1 0 0,0 0-1,-1 0 1,3 0-1,-1 0 0,-1 0 0,2 0-2,-4 0 0,0 0-2,1-1-1,-1 1-1,0 0 3,2-1-5,-4 1 2,1 0 0,1 0 0,-1 0-2,-1-1-6,0 1-4,0 0 0,1 0-2,-1 0-2,0 0 4,2 0 2,-2 0 1,0 0 0,0 0 3,0 0 6,0 0 9,0 0 2,3 0 1,-3 0 2,0 0-4,0 0-2,1 0-4,-1 0-2,0 0-8,0 0-1,0 0-2,0 0 0,0 0 1,0 0 3,0 0 3,0 0 2,0 0 6,0 0 2,1 0 8,-1 0 4,0 0-1,0 0-2,2 0 0,-2 0-1,0 0-1,0 0-1,0 0-1,2 0-1,0 0-2,-1 0-2,-1 0 2,3 0 3,0 0-1,-2 0 0,2 0-2,-3 0 0,3 0-3,2 0 0,-1 0 1,2 0 2,-2 0-3,1 0 3,-3 0-2,2 0 1,0 0 1,-1 0-2,3 0 3,-2 0 0,0 0 1,4 0-1,-2 0 1,1 0-2,3 0-2,-1 0 2,1 0-1,3 0 3,-1 0-7,0-1 2,1 1 2,3 0 2,-3-2-2,2 2 2,-2 0 2,-2-2-4,-4 2 1,-3 0-3,0-3 17,-2 3 11,-3 0 8,2 0-3,-2 0 1,2 0 1,-1-2 1,0 2 1,0-2 0,0 2 3,0 0-12,0 0-14,0 0-9,0-2-2,0 2-1,0 0-4,0 0-4,0 0 0,0 0-3,0 0 1,1 0 0,-1 0-1,0 0-2,1 0 2,2 0 4,0 0-1,4 0 6,4 0 2,-1 0 2,4 0 1,-1 0 1,-1 0 0,-1 0 3,1 0 0,-5 0-3,1 0 5,1 0-3,-5 0 0,0 0-1,3-1-9,2-1 4,4 2-6,1 0 4,4-2-1,2 1 1,4-1-1,1 0-1,0 0 0,0-1 0,3 1 6,-1-1 0,-2 1 4,2 0-2,-5-1-5,2 1 3,-1-1 1,5-1 3,-3 1 2,6-1 2,-2 1 0,-2-1-2,-2 2 2,-2 1 0,-8-2 2,-3 2-8,-6 1-5,-1 0 12,-5 0 18,0 0 6,0-2 6,0 2 1,0-3 3,0 3 0,0-1 1,2-1 2,-1 0 5,4 2-17,0-2-26,2-1-6,-2 1-2,4 1 0,2-1-1,1 0 0,-2 2 0,2 0 2,3-2 0,-2 1 1,1 0 7,3 0-3,1-2-1,1 2-4,1 0 2,2 0-2,-3-2 1,1 1 0,0 2-1,3-3 0,-1-1-3,1 2 3,1 1-4,-3-2 2,1 2-3,1 0-1,0-1-1,-1 2 2,6-4 1,-3 1-3,6 3 3,0-2-1,4 0 2,-1 1-3,4-1 2,-2 0-1,0-1 2,0 1-4,3-2 2,0 1 2,0 1-2,1-3-1,-4 1-2,-3 1 3,-2 0 2,-5 0-1,-5 1-2,-9-1-2,-2 2-8,-6 1 9,-1-2 9,-3 2 3,0 0 2,0-1 0,0 1 0,0 0 1,0 0 3,0 0 4,0 0 4,0-2-12,0 2-11,0 0-14,0 0-31,1 0-40,-1 0-56,0-4-88,0 1-132,3-20-417,-3 17 0,0-4 0,0 2 0</inkml:trace>
  <inkml:trace contextRef="#ctx0" brushRef="#br0" timeOffset="67702.7076">1896 6370 530,'0'0'0,"1"0"1,1 0 6,-1 0 26,-1 0 30,0 0 21,2 0 22,-1 2 18,3-2 17,-1 1 12,0 0 22,1 0 14,-4-1 0,4 0-24,0 3-24,5-6-18,-1 3-19,4 3-15,2-6-15,3 3-12,5 0-17,3 0-16,0 3-3,6-2 0,4 1-6,-1 1-3,9-2-5,1 4-2,2-2 1,3 0-6,-2 1-2,1-2-1,-2-1-3,-4 0-1,-4-1-3,-3-1-1,-3 1 3,-3 0 1,-1 0-2,0 0 1,-5-1 2,0 1 0,-3 0 3,-3 0 0,-4-2 3,-4 2 1,-2 0-2,-4 0 2,-3 0 2,0-1 2,0 1 1,4 0-10,-4 0-48,4-4-147,11-3-315,-9 4 0,2-1 0</inkml:trace>
  <inkml:trace contextRef="#ctx0" brushRef="#br0" timeOffset="70298.9992">3390 6470 1118,'1'0'-6,"2"0"16,0-1 14,-2 1 10,2 0 8,-2 0 25,3 0 16,2 0 9,1 0 24,3 0 48,2 1 12,6 1-4,3-1 2,8 0 0,7-1-7,3 0-22,1-1-19,1 1-11,-8 1-44,-4-1-38,-7 1-32,-10 1-12,-3-2-16,-5 1-9,-4 0-2,0-1-27,3 0-46,-2 0-56,7-2-83,1-13-228,5 14 0,-3-4 0,5 1 0</inkml:trace>
  <inkml:trace contextRef="#ctx0" brushRef="#br0" timeOffset="80409.0088">4075 6445 1386,'1'0'38,"2"0"11,0 0 25,4 0 21,1 0 25,5 0 22,2 0 27,7 0 34,7-1 19,11 1-23,9-7-2,9 5-5,2-4-24,-2-2-27,-5 3-41,-8 3-44,-11-1-50,-5 1-77,-10 2-73,-6-3-74,-2-1-75,0-3-273,-4 5 0,1-1 0,-2 1 0</inkml:trace>
  <inkml:trace contextRef="#ctx0" brushRef="#br0" timeOffset="80441.9248">5261 6388 1190,'0'2'36,"2"-1"33,1 3 31,7 1 45,2-2 42,6-1 47,7-1 36,10-1 16,4 0 4,9-2-12,4 0-25,-1 0-52,-1-1-62,-7 2-82,-8 0-98,-9 1-139,-3-4-131,-11-2-88,-7-4-161,-2 9 0,-6-1 0,-2 2 0</inkml:trace>
  <inkml:trace contextRef="#ctx0" brushRef="#br0" timeOffset="80473.8333">2011 7335 320,'0'-2'39,"0"0"16,0 2 15,1-1 26,-1 1 10,0 0 15,2 0 12,-2 0 32,0 0 12,0 0-8,0 0-9,1 0 6,-1 0 3,2 0-25,-1-2-8,2 2-12,1 0-6,3 0-30,-3-1-10,6 1-8,1 0-1,3-1 0,8 1 5,6 0 16,6 0 10,11 0 4,5-3 1,8 2-1,3-1-1,1-2 1,0 3-10,-7 0-21,-14 1-24,-8 0-15,-8 0-11,-13 0-7,-1 0-2,-8 0 5,-2 0 6,-1 0-2,0 0 1,0 0-12,0-2-32,3 2-40,1 0-51,4 0-117,10-7-494,-1 7 0,5-1 0,0-3 0</inkml:trace>
  <inkml:trace contextRef="#ctx0" brushRef="#br0" timeOffset="80499.7653">3820 7220 491,'0'-1'51,"0"1"24,0 0 25,0-1 24,0 1 23,0 1 19,0 0 18,0-1 13,0 2 12,0-2-35,0 0-10,0 0-18,0 2-18,0-4-21,0 2-19,0 0-18,0 0-15,0 0-11,0 0-12,0 0-2,1 0 1,2 2-5,1-2-5,4 0-2,-1 0-4,2 0 0,3 2 3,0-1 0,2 0-1,3 0 6,1 0 3,4 0 3,3-1 2,3 0 2,7 0 2,2-1 3,-2-2-5,1 0-2,-3 1 0,-2-2-6,-8 0-8,1 3-3,-12-1-11,-1 1-7,-8 1 1,0 0-7,-3 0-4,0 0 3,0 0 2,0 0 1,0 0 3,0 0-14,0 0-43,0-3-95,0-1-101,0-14-296,0 13 0,-7 2 0,-3-3 0</inkml:trace>
  <inkml:trace contextRef="#ctx0" brushRef="#br0" timeOffset="87040.3905">1934 7425 283,'0'-3'57,"0"-3"7,0 3 16,0-3 6,0 0 5,0 1 32,0 1 10,0 2 10,0 0 6,0 0-37,0 1 7,0-2-1,0 2-8,0-1 4,0 1 9,0-2-24,0 3-7,0-1-2,-2 0-8,2-1 4,-4 0-10,1-1-5,-2 2-2,2-1-5,-1 0-16,-3 1-16,1 0-2,1 1-2,-2 0-2,0-1-12,-4 1-6,1 0 0,-1 1-7,0 1-3,-3 2 1,3 1 7,-4 4-3,5-3-7,-4-1 4,5 4 0,-3-2-2,5-2 1,-4 3-1,3 1-1,0 0 2,-2 1 1,3 1-1,-4 1 6,4 2-3,1-2 1,0 0 0,0 1 2,3 0 5,-1-1 2,1 0 0,0 0 1,2 1 1,1 1-4,0-2-2,0 3 2,0-2 5,0 3 4,0-1-3,0 0-2,1 3 2,2-1-2,0-1 3,0 1 4,1 3 5,0-4-4,3 2-7,-3-2-16,4 0 1,1-1-3,2-2-18,-3 1 13,6-2-10,-2 1 8,1-3 1,4-1 4,-1 0 5,3 0 15,-2 0-3,3-2 4,-2 0 18,-2 0-13,1 0 10,1-1-8,0 0-4,2-1-2,-1 1-3,3-2-2,-1-2 1,4 0-3,-3 0 2,0-1 1,0 2-1,-4-1-4,2 2 2,-6-1 0,2-1-2,-2 2 0,3-1-2,-3 2 1,2 0-3,4-1-1,1 0 1,3 0 0,3 1-2,4 0 1,0 0 0,3-2-1,-3 1 4,-4 0-3,3-1 1,-5-1-1,-5 0-3,1-1 4,0 2-1,-1-1 1,2 0 2,2-1 0,2 0-1,5-1 1,1 0-1,-1-1 4,2 1 0,1 0 0,-2 0-1,3 0 2,0 0-2,-5 0 0,5-1 2,-2-1 0,-4 0 1,4-4 0,1-2 0,-2-2-2,1-2 1,-4 1-3,1-2-4,-2 3-3,-3-3-1,-4 0-2,-3-2-1,-1 1-1,1-2 0,-6-1 1,2-3-18,-1-1-1,-1-2-4,-4-1 4,1-2 6,-3-2 6,1-2 11,-1 1 9,-2 2 9,2-1 12,-4 3 25,0 1 8,1 2 10,-2-1-5,-2 1-7,1-2-7,-5-1-6,0 3-10,-6-2-11,-3 1-8,-3 2 11,-3-3-2,-3 3-1,-4-2 9,2 3 3,-6-1-1,-5 2-4,-1 1 2,-8 1 0,-4 2-6,-9 4-20,-1 1-8,-8 1-12,-1 7-2,-3 0 2,-2 2 0,0 6-19,0 4-55,7 3-45,4 4-107,27 0-533,-11 4 0,10-2 0,9-5 0</inkml:trace>
  <inkml:trace contextRef="#ctx0" brushRef="#br0" timeOffset="88643.8592">3459 8309 2052,'0'1'72,"0"-1"28,0 3 13,0-2 4,0 0-1,0 0 1,0-1-5,2 0-10,-2 3 0,0-3-46,0 1-12,2 1-19,1 1-9,0 0-5,5-3 12,3 0 18,5 3 12,7-9-2,9 0-32,1-9-66,7-3-112,2-11-160,-11 7-244,-12 0 0,-9 6 0,-12 3 0</inkml:trace>
  <inkml:trace contextRef="#ctx0" brushRef="#br0" timeOffset="88874.3827">3504 8445 2549,'5'-1'-87,"9"-5"-103,11-12-264,5 4 0,5-7 0,8-7 0</inkml:trace>
  <inkml:trace contextRef="#ctx0" brushRef="#br0" timeOffset="91432.9161">1870 9810 1082,'0'0'27,"0"0"7,0 0 25,0 0 37,0 0 28,0 0 18,0 0 15,0 0 18,0 0 18,0 3-10,0-3 12,0 0 1,0 2-19,0-2-34,0 0-24,0 0-19,0 0-14,1 0-16,5 0-16,-1 0-14,2 0-11,3 0-9,4 0-4,-6 0-2,6 0-4,-3 0 2,2 0 0,2 0-2,-3 0-1,3 0-1,-1 2-2,-1-2 2,2 1 0,0 0-2,-2 0 1,4 0-2,-5 0 2,3-1-3,-1 0 0,0 0 1,-2 2 1,1-2-2,-1 0-2,2 0 0,1 0 0,-2 0-4,5 0-2,-6 0 0,1 0-3,-3 0-2,1 0-1,-4 0-1,1 0 2,0 0-2,-1 0 0,0 0 4,-4 0 1,1 0 1,-2 1 2,0-1 1,-2 0-3,2 0-9,-2 0-10,0 0-13,0 0-45,3 0-83,-1-3-143,-2-4-278,1 5 0,-3-1 0,1 1 0</inkml:trace>
  <inkml:trace contextRef="#ctx0" brushRef="#br0" timeOffset="92345.9169">2261 9692 1635,'0'0'81,"0"0"13,0 0 19,0 0 22,0 0 21,0 0 14,1 0 8,2 0 6,0 0 7,-2 0-58,4 0-18,1 0-10,0 0-17,2 0-20,-1 0-18,7 0-13,-3 0-7,5 1-7,0 0-1,5 2-7,-2 2-1,2 2-1,-3 0-13,0 2-9,0-2-6,-5 3-6,-2-4-6,0 2-7,-3-1-6,-4-1-2,0 0-2,-1 0-4,0-1 8,-3-2 8,3 0 1,-3 1 3,0-2 5,0 2 5,0-1 2,0 0-2,0-1-2,0 1-1,0-1 0,0 0 0,0-1 9,0 0 5,0 0 7,0 0 4,-3 0 4,3 1 5,-4-2 5,0 1 6,-1 1 4,0 1 1,1 1-3,-6 1-5,0 2-5,0 1-3,-2 0-1,-3 4-1,-2-1-15,2 2-54,1 0-117,-3-10-434,2 5 0,-3-3 0,4-4 0</inkml:trace>
  <inkml:trace contextRef="#ctx0" brushRef="#br0" timeOffset="96089.7288">6515 9475 1575,'-2'0'55,"2"0"14,0 0 13,0 0 18,-4 0 17,4 0 22,-2-1 15,0-1 12,2 2 7,-3-2-45,0 0-8,2 0-13,-2 2-16,-1-3-16,-2 1-16,1 2-20,-6-2-11,1 1-13,-1-1-8,-2 1-2,1-1 2,2 0-1,-2 2-1,-1-2 1,-2 2-2,3 0-3,-2 0-6,1 0 1,2 0 2,-3 4-1,-1-2-2,0 2 2,1 4 1,0-1 1,0 1-2,3 1 1,0-4 3,1 7-1,-2-3-2,2 2 1,3-1 2,-2 0 2,0-2-1,1 1-1,1 0 4,-3-2-1,4 0 2,-2 1 2,1-2 1,0 4-2,-2-3 1,0 4 0,-3 0 1,2 0 1,0 1 0,-2-2 0,1 4-1,1-2-1,1 0-2,2 1 2,-1-2-2,4-1-1,2 1-1,-3 1-3,4 1-1,1-3 0,0 1-1,0 1 0,0-1 3,0 0 1,0 2 0,0-2 2,0 2 1,0-1-2,1 0 3,1 1 3,2-5 1,0 3 4,-1-1 4,3 0 6,1-1 6,1-1 4,0 1 5,-1 1 9,-2-2 5,3 1 0,-2-3 1,1 2 0,2-1-2,-2 0-8,1 0-1,-4 0-6,4 1 0,2-1-7,0-1 0,-1 0-6,4 0 1,-1-3-7,-2 1-3,4 0 1,0-2-3,-2 2 1,1-2-3,-5 1-2,2-3-3,-3 4 3,0-2 0,0-2 1,5 0 1,1 0-2,5 0-2,-3 2-2,2 1 0,0-3 1,0 1-4,-1 1 0,0-1-3,-2-1 4,-3 0-3,0 0 3,-1 0-1,0 0 1,-2 0-1,2 0 2,1 0 1,1-1-1,5 1 1,-3-2-4,1-1-2,-1 0 1,0-3-2,0 1 3,-4-1-2,-1 1-3,-2-5 0,-2 2 0,1-3 4,-2 1 3,2-2 2,-3 2-2,3-2 4,0 1-4,1-1 2,0 4 1,-2-1-2,2 1 5,2-3-5,-4 2-2,2-1 0,-1-1-2,0-3 0,-3 2 1,2-2-1,-4 0-2,3 1 4,-2-1-3,-2 2 8,0 0-1,0 0 3,0 1 0,0 1 1,0-1 1,0 0-3,0 0 2,0-1-3,-2-1 0,-2-1-7,1 1-2,-3-1-3,-2 3 0,1 1-4,2 2 1,-2-1 2,0 2-2,1 1 2,-2-2-2,0 1 1,-3 1 4,-2 0-4,1-1 1,-2-2 3,-4-1 0,0 1-2,-1-1 0,-5 3-1,2-2-1,-3 2 1,-3 0-4,-1 2 3,1 3-11,-1-1-32,1 1-34,-1 2-31,6 2-42,-2-1-102,5-2-516,-8 5 0,-2-1 0,1 2 0</inkml:trace>
  <inkml:trace contextRef="#ctx0" brushRef="#br0" timeOffset="106678.6266">10707 9596 580,'0'-1'37,"0"-1"10,0 1 13,0 0 13,0 1 17,0 0 18,0 0 24,0 0 14,0 0 13,0 0-18,0 0 2,0 0-1,0 0-5,0 0-5,-3 0-7,3 0-9,0 0-18,-1 0-12,1 0-13,0 0-6,-1 0-12,1 0-8,0 0-7,-1 0-8,0 0-10,0 0-5,-2 0-6,3-1 0,-2-1-2,2 2 1,-2-1 1,0 0 2,0-1 2,-1-1 5,0 1 3,3 0-2,-3-1-2,2 1-1,-1 1-3,0-2-2,-1 2 1,-1-1-4,-1 0-2,3 1-7,1 1 0,-5-3-4,3 3 2,-1-1-4,-4-1 2,2 1 2,0-1-2,-3 2 2,2 0 2,-1 0 3,2 0 0,-1 0 2,2 0 0,0 0 5,0 0 2,1 0-2,-5 0 2,2 0-1,-2 0 0,-1 0-1,2 3 0,1-3 3,0 3 3,-1 0 4,-1 0 2,2 0 3,2 0 0,1-2 0,-2 2 2,3-1 0,-2 2-1,-1-1 0,1 4-1,-2-2-2,-1-1-4,-4 1 0,4-1-1,1 0 2,-3 2 0,2-3 3,0 1 2,2 1 0,-2 1-1,1-2 2,0 2 2,1-2-1,0 2 2,0-1-2,2 0-3,-3 0-1,-1 1-2,5-1 3,-6 1 2,3 1 2,0 1 4,2-1 4,-2 0 1,1 1 5,1-1 0,2-1 2,-4 1-3,4-2-4,-5 3-2,7-1-4,-2 0-4,1 1 2,0-1-6,-1 1-2,0-2 0,0 2-2,2 0 3,-3-1 0,1 2 2,1-3-2,-1 2-1,2-1-6,-3-1 2,6-1 1,-6 3-2,3-1 4,0-1-1,0 2-2,0-1-1,0-1 1,0 3-1,0-3 4,0 1-1,0 2-3,0-4 0,0 2-5,0-1-1,0 1 0,0-1-1,0 0 0,0 0 0,0 0-5,0 0 1,0 0 1,0 0 0,0-1 2,3 1-3,-3 1 2,0 0-1,0-2 2,2 2-3,-1-3-1,4 2 2,-3-1-1,-1 0 0,2 0 2,1 1-1,-4 0-2,4-1-1,1 1-1,1-1 3,-3 1-2,4 0-1,0 0 2,-3-2-1,3 2-7,1-3 3,-1 1 3,-3 0 2,7 0-3,-5-1 1,0 2 3,0-1-3,1-2 2,-1 5-2,1-6 1,-2 2 1,1 1 0,-3-2-2,2 1 2,1 1 1,-1-4-2,5 2 5,-6-1-4,2 1 1,2-1 2,-1 1 1,-2-1-2,2 1-1,0 0 0,1 1 0,-2-2-2,3 1-1,-4-1 4,3 0 0,1-2-2,-2 2-1,0 0-1,1 0 3,1 0 0,3 1-3,-1-1 1,0-1-1,-1 0-3,1 2 3,-3-2-1,5 0 1,-2 0 0,1 0-2,-2 0 0,1 0 1,0 0-1,3 0 0,-4 0 2,2 0-3,-1 0 1,-1 1 2,1-1-1,-1 0 1,-2 3 0,0-3 0,3 0 1,0-3-1,1 3 0,1 0-3,0 0 0,2-3-2,-1 0-1,-1-1-3,-1 1 2,-2-2-2,1-1-1,-3 0 1,-2 1-2,2-2 1,1 2 3,-3-2 3,1 1 1,0-1 2,0 2-2,0-3 3,0 1 0,2 1 1,0-2 0,-1 1 2,-2-1-4,2 2-4,-2 0 2,-3-1 0,1-1 2,1-2-3,1 3 2,-5-2-3,5 2 2,-2-2-2,-2 1 4,0-1 1,1-1-3,-2 0-3,2 1-2,-6-1-4,6 1 2,-3-2 1,0 3 0,0-2 1,0 1-2,0 1 1,0-2 2,0 1 5,0-1 0,0 0 5,0 2-2,0-1 1,0 0-1,0-1-1,0 3 0,0-2-1,3 2 3,-3-1-4,0-1 1,0 2 0,0-1-2,0 0 0,0-2-3,0 1 3,-3-1 1,0-1 3,-1 3-6,0-2 2,0 1 0,4-1-7,-4 3 3,2 1-2,-2 1 0,1 1-1,-2-1-2,-2 0 2,1 0 2,-2 1 0,2-3-1,1 2 8,-1-2-2,2 5 1,0-4 0,-2 2-2,1 1-4,-1 1-2,0 0 1,0 1-1,-1-1 2,0-1 1,-4 0-1,4 0 1,-4 3 4,1-3 2,-1 1 2,0 2 0,0-4-2,1 0 1,2 0-1,2 3-1,1-2 1,-1 3 0,2-3-4,-3 3 2,1-2 0,-3 2-2,-1-3 2,-1 2-1,-3 0-1,-1-1 3,2 2 1,-2-1-1,0 1-3,0 0 1,-2 0-1,3 0 2,-5 0 0,3 0 2,1 1-2,-3 2-3,3 1-4,-1 1-33,0 2-48,-1 2-75,1 0-181,-1-13-577,-1 12 0,0-5 0,0 0 0</inkml:trace>
  <inkml:trace contextRef="#ctx0" brushRef="#br0" timeOffset="108538.9498">10614 8191 2046,'0'0'52,"0"0"28,0 0 27,0 0 30,0 0 24,3 0 19,-3 0 14,3 0 8,3 0 15,2 0-11,-4 0 3,-3 0-13,2-1-13,-1 1-22,-2 0-16,0 0-17,0 0-10,0 0-2,0 0-14,0 0-22,0 0-23,0 0-21,0 0-17,0 0-9,0 1-5,-2 4-3,-2 5-5,-2 8-3,-4 9 1,1 5-2,-1 5 1,4-3 10,4-6 4,2-4 5,0-7 0,0-6 10,0-5 5,0-5-17,0 2-17,0-7-24,1-2-20,0-3-30,1-3-15,2-6-18,0-2-15,0-3-9,2 2-6,-1-1 14,5 3 16,-6 6 25,52-48-3165,-58 61 3329,1 0 15,0 0 14,1 0 14,0 0 23,-3 0 24,3 0 16,0 0 22,0 0-10,0 0-7,0 0-4,0 0-3,0 0 0,0 0-5,0 0-15,0 0-18,0 0-4,0 0-15,0 0-7,0 0 2,0 0-3,0 0-8,0 0-11,0 0-6,0 0-6,0 0 2,0 0-6,3 0-1,-3 3-2,4 2-11,4-1-9,-1 4-4,7 2 0,-3 0 0,3 0 0,1 0-8,-1 0-6,-3-2-3,1 2-14,-3-1-8,-1-2-3,-1-2-1,-1 5-6,-3-8-10,-1 1-27,3 1-58,-3 1-71,1-3-128,8-5-627,-8 3 0,0-2 0,-1-1 0</inkml:trace>
  <inkml:trace contextRef="#ctx0" brushRef="#br0" timeOffset="109011.9844">10924 8106 891,'0'0'129,"0"-1"34,0 1 31,0 0 33,0-1 27,0 1 17,0 0 6,0 0 3,0 0 10,0 0-85,0 0-3,0 0-5,0 4 3,0 2-1,-2 4-10,-2 5 0,-2 3 4,1 5 0,1 3-9,-3 0-17,1-1-20,2-3-29,-2-2-30,1-4-30,1-3-17,2-4-23,1-3-23,-3-1-30,2-4-88,0 1-121,2-2-233,-6-2-459,2-4 0,7-2 0</inkml:trace>
  <inkml:trace contextRef="#ctx0" brushRef="#br0" timeOffset="119185.615">11160 8114 1772,'0'-1'92,"0"1"30,2-3 22,-2 2 20,4-2 15,-4 1 9,2-1 7,-2 0 1,0 1-6,-2 0-49,-4 0-29,-3 2-25,-5 0-15,0 2-11,-4 2-4,4 3-6,2 3-2,0 0 2,6 1 14,3-2-3,2 0 0,2-1 10,2 2-2,1-3-2,7 2-10,4 0 1,2 0-4,1-1-3,0 2-9,-2 2-4,-5-2-10,-2 1-16,-4-2 1,-3 2-2,-1-1 5,-1 0-2,0-1 7,-1-1 6,-3 0 7,-6 1 1,-3-2 5,-4 0 5,-3 1-9,-5-4-45,0 0-84,0 0-132,31-8-705,-28 3 0,8-4 0,4-4 0</inkml:trace>
  <inkml:trace contextRef="#ctx0" brushRef="#br0" timeOffset="119231.4905">8049 8158 1969,'0'0'117,"0"0"40,2-1 30,2 0 21,-4-1 20,0-1 30,2 0 18,-2 0 20,1-1 20,0 2-58,-1-1-34,0 2-36,2 1-25,-2 0-21,0 0-22,0 0-29,0 0-15,0 0-19,0 2-17,0 6-9,-2 4-4,0 9-6,0 7-3,2 3 1,-4 1 4,4-1-1,0-3-2,4-5-1,-4-5-1,0-5-8,0-3-4,0-4-1,0-2-8,0-3-20,0 0-43,0-1-44,0-1-48,0-1-33,0-3-26,0-1-13,-4-5-2,4 1 3,-4-4 6,0 1 20,1-1 43,0 1 47,0 0 51,2-1 37,0-1 30,1 2 17,0-3 4,0 1 3,0 0 6,0 2 10,0 1 4,0-2 5,1 2-2,2 0 0,1 1-3,-1 1-4,3 0 1,0 0-6,0 3-6,1-2-12,-1 4-8,0 1-7,-3 1-3,4-1-5,0 3-4,-3 1-1,3-1-1,2 1 1,0 0 4,1 0 1,1 1 3,0 0 1,-2 3 1,3 0 0,-5 2 4,0 3 1,-5 0-1,1 0 0,-3 2 3,0-2 9,0 0 5,-8-1 6,2 0 8,-5 0 1,-5-3 0,0 0 1,-2-1-7,0-1-24,2-1-37,1 0-56,6-2-125,5-5-221,0 3-282,2 1 0,4 0 0,2-3 0</inkml:trace>
  <inkml:trace contextRef="#ctx0" brushRef="#br0" timeOffset="119257.4208">8420 8099 1403,'0'0'57,"0"0"9,0 0 18,0 0 25,0 0 20,0 0 13,0 0 8,0 0 7,0 0 5,-4 0-40,-3 0-7,2 0-2,-4 0-13,-4 0-17,3 3-12,0-1-8,0 2-1,-1 3-1,3-1 0,2 3 1,2 0 1,-2 0-3,5-1-3,-2-1-4,2 2-6,0-1-7,1 3-3,1-2-4,-1 1-4,1-4-5,2 2-3,0 0-2,5-3-2,1 1-2,2 1 0,-3-1-1,4-2-1,-5 2-4,0 0 2,-1 1 1,-2 1-2,-3 2-1,2-1 2,-3 0 2,2-1 6,-2 0 12,0-1 14,-2-1 12,-2-1 1,-3-2 6,-5 0 4,-1 0 2,-7 0 0,0-1-4,-2-1-3,1-1-12,0 0-38,3 0-68,4-1-79,3 1-172,3-8-530,2 8 0,1-2 0,2 2 0</inkml:trace>
  <inkml:trace contextRef="#ctx0" brushRef="#br0" timeOffset="119274.3757">7869 8562 28,'2'0'-5,"-2"0"0,2-3 0,0 3 0</inkml:trace>
  <inkml:trace contextRef="#ctx0" brushRef="#br0" timeOffset="119294.3234">7875 8556 173,'0'-1'11,"0"-1"1,0 1 0,0-1 1,0 0-1,0 1 1,0 0-1,0-2 2,0 2 4,3-1-6,-2 0 4,-1 2 4,1-2 2,-1 0 4,1 1 6,0 1 0,0-1 0,2 1 1,-3 0-6,3 0-16,1 0-49,0 0-65,4 2 0,2 1 0</inkml:trace>
  <inkml:trace contextRef="#ctx0" brushRef="#br0" timeOffset="120606.9335">1975 10572 821,'0'-1'6,"0"1"5,0 0 34,0 0 37,0 0 19,0 0 21,0 1 28,0 2 21,0-2 26,0 2 18,0-1 19,0 0 28,0-2-17,2 1-34,-2-2-17,1 1-19,0 0-26,2 0-22,-3 0-24,46 36-2755,-46-36 2765,0 0 42,-1 0 46,1 0 42,0 2 38,1-2 20,-1 1 13,0-1 18,0 0-35,0-1-5,0 1-14,0 0-34,0 0-46,0 0-48,0 0-38,0 0-16,0 0-9,5 0-15,1 0-23,4 0-19,2 0-12,-2 1-7,5 1 3,-1-2 7,0 3 1,1-2-3,2 1-5,-1-2-5,4 4-4,-2-4 0,0 1 2,1 1-10,-2-2-2,-2 3-6,5-2-1,-4 1-3,-3 1 1,1-2-1,-2-1 4,-2 1-2,-3-1 0,-2 0 7,-2 0 1,1 0 6,-1 0-2,-3 0 3,0 0-17,0 0-28,0 0-45,0 0-62,0 0-125,3-2-156,-3-16-336,0 14 0,0-1 0,0 1 0</inkml:trace>
  <inkml:trace contextRef="#ctx0" brushRef="#br0" timeOffset="121162.0499">2291 10512 2329,'0'0'41,"0"0"-1,0 0 6,0 0 12,0 0 11,0 0 22,0 0 21,0 0 21,1 0 18,4 0-27,-1 1 2,4 2 2,6 1-4,-1 3-10,6 0-13,-2 2-20,-1 3-20,1-2-23,0 1-19,-5 3-13,-1-1-11,-5-1-6,-2 0-1,-4 1-4,0-2 5,0 0 2,0 0-1,-2-1 2,-3 0 3,-5-1 6,-5 3 3,-4 0-8,-2-1-45,1-1-95,4-4-184,-1-28-349,1 27 0,1-4 0</inkml:trace>
  <inkml:trace contextRef="#ctx0" brushRef="#br0" timeOffset="127435.2166">4581 10168 1123,'-3'0'54,"0"0"28,-1 0 18,2 0 13,2 0 12,0 0 26,-3 0 19,3 0 9,0 0 11,-2 0-17,0 0-32,-4 0-26,2 0-9,-7 0 6,-3 0-6,-3 1-23,3 0-16,-3 2-9,0-2-5,2 3 4,-1 0 2,3 2-1,0 0-5,3-1-19,2 0 1,4 1 1,-4-1 1,2 2 5,-3 2 0,0 1-4,0 1 1,-4-1 2,2 4 1,-2-2 2,-1 3-3,2 0-2,-3 2-1,2-2-8,2 0-5,1-1-2,6 1-5,1-5 1,1 4 9,-1-2 3,1 1 2,1-2 2,0 2 2,-2-2 6,0 1 1,2 1 3,-1-2-1,-3 2-3,3-1-10,-3 3-4,2-1-1,-1-1 2,2 2 0,2 2-8,0-3-3,0 1 0,0 1 3,0-1-1,2 1-2,3-3 1,0 2-2,-2 0-2,3 0-3,-2-5 2,2 4 7,-3-4-4,2-2 0,1 2 0,-2 0 0,-1-4-1,1 3 1,-1-1-4,2-1 1,2 0 1,0-2-3,3 2 4,-2-1-4,-1 0 2,3 1 0,1 0 2,-1 0-4,1-1 4,-3-2-4,3 2 0,-5 0 1,2-1-5,-1 1 3,1-3-2,2 0-1,-2 1 0,2 0 1,-3-2-4,3 2 1,2-2-1,-2 1 1,2-1 0,-2 1-3,1-1 2,-3-1 0,1 2-2,-4-2-3,2 2 2,-1-1-1,1-1 1,-3 2 0,0-2 1,0 1 0,0 1-5,-1-2 4,0-1-1,2 2 1,1 0 0,-3 0-3,4 0 0,-3 1-2,1 0 0,1 1 1,-2 0 6,0-1-3,0-1-1,5 1 2,-4-1 0,2 1 2,3 3 1,-3-3-3,1 1 1,-1 1 0,1 0-3,0-2 0,-1 3 0,3-1 1,-1 0 0,3 1 1,-3-1 0,3 0 1,1-1 1,-1 1 1,0-2 0,4 0-1,0 2 1,0-4 0,-1 3 3,0-2-6,3-2 2,-5 0-3,2 0-2,6 0-2,-5 0 1,2 0 2,-1 0-3,4 0-3,-4 0-3,-1 0 3,2 0-2,-1 0 3,1 0-4,0 0-3,1 0-3,-1 0-1,-1 0 1,-2 0 2,2 0-4,-4 0 4,5 0 0,-1 0 0,0 0 4,1 0 2,1 0 2,-2 0 0,1 0 1,0 0 0,-4 0 3,3 0-2,-5-2-1,1-2 4,-2 3-4,-1-4 3,0 2 0,-1-1 0,-4-3 0,4 2 0,-1 0 0,-4-1 2,3 0-1,1-1-3,-1 1 3,-1-4-4,2 4 1,-2-2-3,1 0-2,-3 1-6,2-2 4,-4 0-7,1 1 4,0-3-1,-1 0 1,0-2 6,1 1-1,-1-1 4,-1-1 3,0-2 7,3 1-3,-2 0 7,-1 0 0,3 0 2,-3 0-3,2 1 1,-3-3 4,3-1 0,-3 0 2,0 2 1,0-3-1,0 0 0,0 1 0,0-1-3,0 1 4,-3 1-4,0-3-1,-2-1-2,-2 3 0,0-2-2,0 0 1,0 2-1,0 0-3,-1 2 1,0 1 1,0 2 0,-1 0-3,-1-1 0,-1 1-1,-3-1-2,-1 0 2,1 0-1,-4 0 0,4 1 2,-1 0-2,-1 0-1,0 0 0,-1 0-1,1 2 2,-2 1-2,1-3-2,-4 1 1,-2 0-1,-5 1-2,-7 3 1,-6 0 1,-7 3-2,-6 0 3,0 4-14,-2-2-32,4 2-67,6 1-116,17 1-271,-1 2-432,13-2 0,7 0 0</inkml:trace>
  <inkml:trace contextRef="#ctx0" brushRef="#br0" timeOffset="129018.1596">14145 6094 1465,'0'4'85,"0"-1"29,0 0 18,0-1 24,0-2 23,0 0 20,0 0 20,0 0 16,0 0 18,0 0-47,0 0-19,0 0-29,0 0-16,0 0-20,0 0-23,0 0-17,-4 2-20,0 0-15,-3 1-16,-1 3-10,2 2 0,-5 4 5,0 0 7,1 6 12,-3 3 8,2 3 11,-1 5 10,5 3 3,-1 3 4,1 3 3,7-1-8,0 2 0,9-2-12,-1-1-27,2-5-62,3-3-115,9-7-298,-8-5-442,1-6 0,-2-9 0,2 1 0</inkml:trace>
  <inkml:trace contextRef="#ctx0" brushRef="#br0" timeOffset="129984.7794">14443 6187 987,'0'0'35,"0"0"13,0 0 16,0 0 24,0 0 29,0 3 20,0-1 26,0 2 26,0 1 17,0-3-10,0 2 12,0 0 5,0 0-2,0 0-13,0 1-15,-2 0-8,2 1-8,0 2 4,-2 0-1,1 4-5,-2 3-7,-1 5-10,0 2-10,2 0-9,1 2-8,0-2-11,-2-2-16,3-5-25,0-3-17,0-3-10,0-2-7,0-4-5,0-1-6,0-2-24,0 0-61,0 0-76,0-3-117,4-6-225,-4 2-383,1-2 0,-1-3 0</inkml:trace>
  <inkml:trace contextRef="#ctx0" brushRef="#br0" timeOffset="131052.4689">14830 6229 1088,'0'1'63,"0"-1"25,-1 1 27,1 1 32,0-2 24,0 2 11,-4 2 14,2 0 30,-2-1 21,0 3-14,-3-1-2,-1 2-4,1 2-10,-3 3-16,2 2-18,1 2-4,1 0-13,5 0-29,1-2-21,1 0-14,2-5-11,4-2-15,3-2-13,6-2-14,-2-2-9,3-2-9,-3-1-5,0-1 2,-6-3-3,2-1-24,-3-2-17,-3 0-11,-4-2-7,1 1-1,-1 0 5,-3 1 3,-1 2 5,-3-2-3,-5 2 6,1 0-8,-3-1-37,3 2-49,1 0-106,0-3-168,2-5-393,0 9 0,1 0 0</inkml:trace>
  <inkml:trace contextRef="#ctx0" brushRef="#br0" timeOffset="131794.5926">15123 6092 2076,'4'0'86,"-2"0"20,-2 0 19,5 0 13,-1 0 7,-1 0 11,0 0 21,1 2 18,3 1 10,1 1-42,0 3-12,1 0-7,6 3 5,-5 4 5,1 1 4,1 2-3,0 3-8,-3 1-14,1 1-1,-4 1-15,0 3-8,-4-2-18,-2 2-21,0 0-20,-2-3-6,-5 0-9,-5-3-12,-2-4-3,-11-1-6,0-2-2,-3 0-11,-3-4-11,4 0-34,-5 2-65,6 1-116,10-5-226,-3 3-477,7-4 0,3-2 0,7-4 0</inkml:trace>
  <inkml:trace contextRef="#ctx0" brushRef="#br0" timeOffset="133566.5175">14424 5130 577,'-1'-3'143,"-2"1"61,0-1 62,-1 0 14,-6 3 21,2-1 37,-3 0 29,-6 1 41,-1 0 25,-4 1-77,1 2-37,-8 6-50,4 3-56,1 4-1,5 1-9,5 3-22,9-3-20,4 1-35,3 2-27,5-1-14,7 0-12,2 0-17,8-4-32,1-1-106,4-1-165,-2-17-826,-1 6 0,-4-7 0</inkml:trace>
  <inkml:trace contextRef="#ctx0" brushRef="#br0" timeOffset="133886.9439">14579 5072 2046,'0'1'73,"0"2"42,-1 4 44,1 5 32,0 2 27,-1 4 26,-1 3 14,2 2 12,-3 3 4,2-3-29,1 0-41,-1 0-70,0-2-110,0-3-160,3-11-727,-5 3 0,0-6 0,-4-7 0</inkml:trace>
  <inkml:trace contextRef="#ctx0" brushRef="#br0" timeOffset="134440.6428">14768 5089 2580,'0'3'89,"0"2"41,-3 7 27,-4 4 21,-1 7 7,-6 6 10,-4 1 4,6 2 5,3-4 5,5-2-50,1-7-35,3-3-41,0-6-40,0-1-25,0-4-22,0-5-43,3 0-38,4-3-39,4-7-17,3-3-11,2-3 1,1-4 10,0 2 35,-3 1 33,1 2 41,-8 3 69,0 3 58,-2 3 38,-5 1 29,2 4 25,-2 1 13,-2 6-3,-3 5-13,-1 5-26,-1 4-23,0 6-32,3 2-18,6-4 0,6-1-38,9-3-128,20-5-347,-5-5-531,7-5 0,-2-1 0,-9-8 0</inkml:trace>
  <inkml:trace contextRef="#ctx0" brushRef="#br0" timeOffset="136285.77">14338 6730 1727,'0'3'73,"0"-3"31,0 0 28,0 1 32,0 2 22,0-3 10,1-3 8,1 3 6,-1 0 11,2 0-27,0 0-26,1 0-12,0 0-19,-1 0-17,4 0-8,1 0-6,-1 0 1,7 0-6,0 0-9,2 0-11,2 0-5,2 0-16,2 0-9,0 0-12,2 3-14,2-2-4,0 1-8,-1 1-1,0 0 2,-1 0-4,-6 2 0,0-4-4,-4 2-2,-5-2 0,-2-1-1,-4 0 1,0 2-3,-2-2 1,-1 0-8,0 0-22,0 0-44,0 1-54,1-1-78,-1 1-147,-2-5-480,-4 3 0,-2-2 0,-6 2 0</inkml:trace>
  <inkml:trace contextRef="#ctx0" brushRef="#br0" timeOffset="136648.8033">14320 6839 1975,'1'0'103,"-1"3"47,0-1 43,12 2 30,0-3 34,7-1 32,6 0 13,6 0 9,2 0 8,3 0-74,0 0-24,-4 0-63,-6 0-74,-6 3-94,-5-2-137,-2-1-230,-12-14-482,2 14 0,-3 0 0,-4 0 0</inkml:trace>
  <inkml:trace contextRef="#ctx0" brushRef="#br0" timeOffset="146733.9922">22616 8129 1814,'0'0'142,"2"0"33,2 0 20,-4 0 19,1 0 11,2 0 8,1 0 12,-4 0 15,2-2 15,-1 2-71,-1 0-52,0 0-26,0-1-21,0 1-24,0 0-9,0 0-6,0 0-14,-3 1-4,-4 7-4,0 1-8,-4 5 3,-3 10 0,-1 5 8,4 1 9,-4 1 1,5-1 1,2-7 4,3 0-4,3-7-11,1-5-2,1-5-2,-2-1-5,4-4-10,-4-1-16,4 0-27,-2-1-65,0 0-103,0-3-159,0-11-612,0 6 0,-2-3 0,2 3 0</inkml:trace>
  <inkml:trace contextRef="#ctx0" brushRef="#br0" timeOffset="148024.216">23744 9464 1813,'2'0'144,"0"0"53,2 0 35,0-1 42,-1 0 36,0 0 21,2-1 15,-2-2 11,-2 2-3,1 0-106,-2 0-39,-2 2-49,-2 0-32,-2 4-37,-3 1-35,-7 5-20,2 2-9,1 4-3,2 4 5,7 0 5,2 0 2,4-1-4,2-2 1,3 2-2,10-6-3,5-1 0,5-1-11,3-6-10,-1-4 1,-4 1-5,-3-5-8,-7-2 0,-2-4-7,-9-5-3,-1-7 4,-12-5 2,-2-3 4,-9-2 4,-4 6-12,-5 0-80,2 7-156,-2-4-792,10 9 0,6 1 0</inkml:trace>
  <inkml:trace contextRef="#ctx0" brushRef="#br0" timeOffset="149518.0518">23060 8792 1125,'0'0'92,"0"4"35,0-1 29,0 0 18,0-2 6,4 1 7,-4-1 6,0-1 24,0 3 25,0-3-49,0 0-9,0 0-29,0 0-25,0 0-9,0 0-2,2 0 7,-2 0 3,0 0-15,0 0-23,2 0-21,-2 0-10,0 0-1,6 0-3,-5 0-2,2 0-3,3 1-6,1 2-6,-3 2-3,3 2 7,4 0 2,-1 2 4,0-2-2,2 2-2,0-2-5,-2 3-4,-2-3-9,-1 1-8,-4-1-9,0-1-9,-2 0-3,-1-2-5,0 3-3,0-2-2,0 0-12,0-1-21,0-1-34,0 1-61,0-1-123,6-6-210,-5 6-293,0-3 0,2-3 0,0 3 0</inkml:trace>
  <inkml:trace contextRef="#ctx0" brushRef="#br0" timeOffset="150458.1003">23450 8866 598,'0'0'61,"4"0"17,-4 0 14,0 0 14,0 0 12,0 0 19,0 0 17,0 0 24,0 0 17,2 0-28,-2 0-9,0 0-10,0 0-6,0 0-10,0 0-8,0 0-14,0 0-17,0 0-24,0 0-15,0 0-7,0 0-11,-2 0-4,-4 0-4,2 0 1,-4 0 1,-3 2 2,1 0 9,-1 2 14,-3 1 12,-1 1 2,-2 2 11,-2 0 0,1 2-2,-2-2-2,4-1 2,2 2 1,5-4-4,4 0-13,-2-2-8,4-1-3,-1-2-9,0 1-6,0 0-3,1-2-4,-1 2-12,3-1-26,1 0-39,0-1-82,1 1-170,0-18-452,-1 14 0,0-2 0,3 0 0</inkml:trace>
  <inkml:trace contextRef="#ctx0" brushRef="#br0" timeOffset="154925.0447">14617 5914 1708,'0'-2'56,"0"2"13,0-2 24,0 0 21,0 1 19,0-1 17,0 2 19,0-2 9,0-1 10,0 1-36,0 1-6,0-1-5,-3-1-22,0 3-19,-1-1-18,-3-1-18,-4 2-16,1 0-9,-2 0-10,-3 0-7,-2 0-5,4 0-8,-2 0-1,5 0-4,-2 0 0,2 3 0,-1 1-1,-2 0-1,1 1 0,1 0-1,3 1 0,-4 0 1,2 2 0,1 0 3,-3 1 2,3 0 4,1-1 1,4-3 2,-6 3 4,3-2 6,1-1 5,-6 0 1,7-1 4,-2 0 2,0 0 0,0 0-3,1-1 1,-2 2 6,1-1 0,-1 0-2,1 1-2,0 0 3,-1 1-2,-4-2 3,2 2 1,1-1 4,1 1 1,-2 0-3,2-1-3,0 0-1,-4-1 1,4 0-3,2-1 2,-2 0 1,4-3 3,0 2-2,0-2-5,1 3 0,0-6-1,2 6 0,-1-3-3,2 0 5,-2 0-2,2 0-6,0 0 1,0 0 0,0 0 1,0 0-5,0 0 0,0 0 1,0 0-2,0 0-7,0 0-3,0 0 0,0 0-6,0 0-2,0 0-2,-2 0 1,2 0-1,0 0-6,0 0-2,0 0-1,0 0 0,-4 0-1,1 0-1,0 0 2,-2 1-2,-1 3 1,1 0-1,-1 3 6,2 1 1,0 1 0,-2-1-2,2 0-2,0 0-1,4-2-2,-3 0 2,3-1-1,0-1 0,0-2-2,0 1 1,0-2 3,0-1 2,0 0 1,0 0-3,0 0-27,0 1-62,0-1-69,0 0-92,13-1-279,-6 1-335,4-3 0,0-3 0,8 0 0</inkml:trace>
  <inkml:trace contextRef="#ctx0" brushRef="#br0" timeOffset="155634.8092">15360 6404 844,'0'1'108,"0"2"20,0 0 26,0-2 28,0 2 21,0-2 18,0 1 15,0 0 7,0-2 4,0 1-79,0 2-51,0-3-126,0-6-559,-3 6 0,-2-2 0,-4-3 0</inkml:trace>
  <inkml:trace contextRef="#ctx0" brushRef="#br0" timeOffset="161619.9185">6217 10278 708,'0'0'74,"-2"0"26,2 0 27,0 0 31,0 0 30,0 0 25,0 0 18,0 0 13,0 0 6,-4 0-19,2 0-42,2 0-24,-4 0-20,-3 0-35,1 0-26,-4 0-18,-2 1-14,0 2-7,-3 0 0,-1 3-2,1 1 0,1 0 2,5 2 3,0-2 13,0 1 0,3 0 1,2 0 5,-2 0 8,-1 1 5,-1 0 10,4 1 4,-7 1 2,4 1-4,-3 0-5,2 2-1,2 0-4,-2 0-5,1 0-11,1 0-10,1 1-12,-1 0-4,2-2-1,2 0 3,0 0-2,2 0 2,0-2 1,2 0-5,-2 2 5,0-1-3,0-3-3,1 3-1,0 0-5,2 1-5,0-2-1,1 0-8,-1 2 0,1 0 4,0-1-4,3-1 1,0-3 0,-2 0 1,3 0-2,-3 2 1,2-3-1,-2 1 3,1 0-4,2-3-2,1 3 0,0-4-4,1 3 3,-1-1-4,4-1 1,-3 0-3,1-2-1,3 0 1,0 1 0,0 1-1,1-2 0,2 1 1,-1-1-5,1 0 2,-2-2-1,3-1-1,-1 0 3,-3 0-2,4 0-1,0 0-2,-3 0 2,3 0-1,-3 0 1,2 0-2,1-1 3,0-1-2,0-2-3,3 0 3,0-3 0,-2-1 1,2-2-2,1 1-2,-4-1 0,-1-1-2,1 1-3,-4-1 3,-2-4-2,-2 1-2,-3 2 2,-2-3-2,1-3 1,-2 2 5,0 2-1,-1-5 4,2 5 2,-5-3-1,3 1 3,-3 0 0,0-1-4,3 1-1,-3-2-2,-3-2-8,0 2 1,-6-3-3,-5 0 1,-9 0-3,-4-2 0,-9 3-3,-7-1-7,-7 4-21,-5 3-44,-5 5-77,-5 1-112,6 1-234,0 6-392,6 0 0,10-1 0</inkml:trace>
  <inkml:trace contextRef="#ctx0" brushRef="#br0" timeOffset="167986.8756">8324 10346 2686,'3'0'69,"0"-1"8,1 1 15,-2-3 14,1 1 4,3-1 4,-6 1 8,4-2 4,-1 2 4,-2-2-60,-1 3-4,2-2-4,-2 3-14,0 0-11,0 0-3,3 0 1,-3 0-6,1-2 0,-1 2-3,0-1-3,0-2 2,0 2-6,0-1-4,0 0-5,0 1 2,0-1-4,0 0-5,-1 1-8,-2 0-3,0 1 4,-2 0-4,-3 0 5,2 0 1,-5 0 4,1 0-3,1 1 0,-1 0 6,0 3 3,0 1 4,-1 0-2,-3 1 2,1 4 3,0 0 4,-4-1 1,5 3 4,-2 0 7,1-2 6,5 3 8,-2-3 5,3 1 3,-1-3-1,4 4 0,-3-3-4,1 1 4,1 1 0,-1 0-8,-2 2-5,1-1-8,-1 2-4,0 1-6,0 1 0,1-1-3,3-4-1,0 2-2,2-2-6,0 0 3,2-1-1,0 0 0,0-3-3,0 0 5,0 2 1,0-2 0,0 3 1,0-3 0,0 5 2,0-3-3,0 1 2,0 2-2,0 0 0,2-1 0,-2-4-4,2 4 2,2-3 0,-4 1 0,3 1-2,0-3 2,2 3-3,1-2 4,-2 0-2,3-1 0,0 0 1,-3-1-1,4 0-1,-2 1-1,2-1 1,0 2-2,-2-3 3,2 2-2,1-2 3,1-1 2,0-1-1,3-1 0,2 1 0,-1 1 3,3-2-4,0 2 1,0-2-2,-1-1 2,-1 3-5,-1-4-2,0 0 0,1 1 1,-2-2 1,-1 1-5,1 0 3,-1 0 0,1 0-2,2 0-1,0 0 2,-1-4-1,4 2 1,-4-2-2,1-1-4,0 2 0,-2-1 3,-1 1-1,2-1 1,-4 0-1,2 0-1,-2 0 1,1 1-1,-1-3 0,3 2-1,-1-2 2,0-1-2,-2-2-2,1 0 2,2-2-3,-5 2 1,0-2-1,-1 3-1,-1 1 1,-1 0 4,-3-2-4,3 1-1,-2 0 3,1 0-2,2-2 4,-1-1 1,-1-1 2,-1-2 2,3 2-3,1-2 2,-2 2 1,-1-3-2,2 4-1,-4-1 1,0 1-2,1-1-3,-2-1 4,0 1-1,0 0 1,-1 0 4,1-2 0,0 2 6,-1-2 0,0 1-1,0 0-1,0-1 1,0-2-6,-1 3-2,-1-2 0,-3 1-6,1 3 0,-6 2-3,-1-1 1,1 1-1,-5 2 2,3 0 1,-5-4 3,4 3 3,-1 1 0,4-3 2,0 6 2,0-3 1,2 1-2,2 1 1,1 2 1,-1-2-2,-2 4 0,2-1-2,-2 1 1,-2-1-3,-1 1 0,-3-1-2,1 1 1,-2-1 0,-1 2 1,-5 0 0,3 0-4,-4 0 5,4 0-2,1-1-1,-2 1 0,-1 0 0,5 0-1,-4 0-1,2 0-3,2 0 2,-1 1-2,1 2-3,0 2-2,1 2 0,-1-1-2,2 2-4,4-1 2,3-2 0,1-1 2,2-3-2,6-1 4,-3 0-2,0 0 7,0 0-1,0 0 5,0 0 5,0 0 2,0 0 4,0 0 0,0 0-3,0 0 3,0 0 3,0 0-3,0 0 0,0 0-3,0 0-2,0 0 0,0 0-3,0 0-2,0 0 3,0 0 0,0 0 0,0 0-1,0 0 1,0 0 0,0 0 1,0 0 1,0 0-3,0 0-3,0 0-12,0 0-21,0 0-39,0 0-100,0 0-187,15-5-645,-12 2 0,-3 3 0,-2-2 0</inkml:trace>
  <inkml:trace contextRef="#ctx0" brushRef="#br0" timeOffset="171470.009">2902 10206 378,'0'-2'18,"0"-2"3,-2 1 5,2 0 9,-3 2 17,3 1 16,-2 0 19,-1 0 10,3 0 16,-3 0 6,2 0 11,-2 1 10,0-1 9,-1 0 1,2 2-8,1-1-9,0-1-12,1 0-4,-2 1-7,0-1-14,0 0-10,0 0-11,0-1-11,-2 1-5,1 0-4,-1 0-3,0 0-3,-2 0-2,2 0-8,-2 0 3,0 0-2,-1 0 0,3 0-5,-4 1-2,2 0-2,2-1-1,-2 2 2,-2 1 5,2-1 5,-2 2-2,-1-1-2,0 3 4,0-1 3,1-1 4,0 4 4,1-3 3,-1 0-2,-1 2-4,2 0-4,-2-1 1,0 1 7,2 2-3,-5-2-1,5 1-2,-3 0-5,2 2 1,1-4-1,2 4 3,-2-1-1,1 1 2,3 1-8,-1-3-2,1 3 4,-1-1 1,0-1-1,1 2-2,-1 1-2,0-2-4,2 2 0,-2-2-5,2 2-1,-3-1-1,4 2-2,-5 0 2,1 1-3,1 1 2,-2 1 0,3 1-3,-2-1 1,1 2 4,1-2-1,3-1 3,0-2 1,0 1-4,0-2 2,0 0-2,0 2-2,0 0 1,0-1 1,0 1-3,3-2 1,-3 1-3,2-1-6,-2 2 1,2-2-3,2-2 2,-3 1-3,2-1-6,0-1 0,1-1 0,-1 0-2,2-2-1,2 1 6,2 0 0,-1-2 1,3 2-3,-1-1 5,0-1 6,-1 2-3,1-1 2,3-3 0,-4 2 0,1 0-3,2-2-2,1 1-6,-1-1 1,3-1 3,1 0-1,2-2 2,1 0-2,-1 0 0,-1 0 1,2-2-1,-1 1 2,3-3 7,-3 1-1,2-4-6,-2 3 0,1-5-2,2 2-2,-2-1 2,-1-3-2,-1 1 2,2-1-2,-6-2-7,3 0 4,-3 0-4,-3 4-1,-1-2 0,1-2-1,-6 1 1,3 1 0,1-3-1,-2-1 0,1 0 3,-2-1-1,2-1 0,-4 0 4,3 0 2,-2 2 0,-4-1-2,3 5 3,-2-2-2,2 1-1,-3 0 4,4 1-2,-4 0 1,1-2-4,-1 0 1,0-2 0,0-2 3,0 3-3,0-3 2,0 1 1,0 1-2,0 2 1,0 0 1,0 2-2,0 2 1,-1 2 0,0 0-2,-2-1-1,-1 1-1,1-2 1,-1 1-1,-2-1-3,1 0-1,-2 1 3,1 1-3,-2-2 2,1 2-2,-1-1 0,-2 1 0,3 1-2,-3 3-2,2-1 3,-5 1 1,1 1-1,-2 2 1,3-2 0,-4 1 4,-2-1-1,-1 0-1,-3-2 1,-1-1 1,3 1 2,-2 0-2,3 2 0,4 0 2,-3 1-10,5 1-13,-2 0-29,-1 2-58,2 3-98,1 1-229,-9-6-539,-1 11 0,-5 0 0,1 0 0</inkml:trace>
  <inkml:trace contextRef="#ctx0" brushRef="#br0" timeOffset="176889.5419">10884 10365 1094,'-2'0'70,"0"0"22,1 0 14,-3 0 22,4 0 20,0-2 26,3 2 18,-3-1 20,0 0 10,0-2-33,0 1-30,-3 0-19,-3 1-13,1 0-18,-2-1-15,-2-1-20,0 1-13,3-1-17,-2 1-9,1-2-2,0 3-3,1-3 0,-1 2-3,-2 1-1,0-2-5,-2 2-4,-1-2-8,-1 3 1,-3-2 1,1 2 6,-2 0 12,3 0 7,-1 0 6,-1 0 10,3 0 6,3 0 6,2 0 3,1 0 4,1 0-1,-1 0-5,3 0-7,-3 2-3,0-2-2,-1 7-12,-2-4-3,-2 1-5,-1 1 0,1 0-4,-2 0 6,1 1-2,1-3-3,4 1 3,-1-1 2,5-1 2,-3 1 1,2-3 2,0 3-4,1 1 1,-2-2-6,0 1-1,-1 2-2,0-1-4,-4 2-5,2 1-2,-2 1-1,0 0 2,4 1 0,-1-2 4,4 0-3,-2 0 1,0 0 2,0 2-3,2-2-1,1 2 3,-1-2-4,-2 2-3,4 0 1,1 0-2,0 3 0,-3 1 2,4-1-5,0-1 2,-3 0 1,2 1-3,1 1 1,-2 0-1,2 0-1,-1-2-2,1 2 1,0 0-5,-3 0 1,3-1 0,0 0-1,0 1-1,0-1 2,0 1-3,0-2 0,0 0 1,0-1-1,0 1 2,0-1 2,0-3-4,0 4 1,3-1 4,-3 1-2,3-2 0,-1 2 0,4-4-1,-4 0-2,6 2 0,-1-2 1,0 1 1,-3 0-1,3-3 1,1 1-2,-5 0 1,4-1 0,-2 0 2,1 0 0,-1 1 0,1-1 0,2 1-1,2 0 1,-6 0-2,4-2 0,1 3 2,-2-3-2,4 0 0,0 0 3,0-2-1,-1 2-2,2-1 3,-3 1-4,0-1 0,-2-1 1,-1-1 0,2 1 1,2 0-2,1 1 0,3-1 1,-3 0 2,3 1-2,-2-2 2,3 0 3,1 1-2,3-2-1,-5 0 1,4 0 2,0 0-3,-4 0 0,1 0-1,-2 0 0,-1 0-1,-1 0-1,0 0 1,4 0 1,-2 0-3,5 0 2,-3 0-1,5 0 0,0 0 0,0 0-1,2 0 0,1-2 0,0 1-3,-2 0 0,0 1 3,-5-3-2,-2 2-1,0 0 1,-2-3 1,0 3 2,1-3-2,-2-1 0,5-1 3,-3 0-2,0 0-1,1-2-1,1-1 1,-4 1-1,3-1-2,-3 1-1,0-1-1,0 1 0,-4 0 0,0-1 0,-1 3-1,1-3 0,-3 2 0,2 0 0,-2-1-2,1-2 1,1 0 2,-2-2 0,0-2-3,-2-1-2,-1 0 2,-1 0 2,1-3 2,-1 2 1,0 1 5,0-1-4,0 1 1,0 2 3,0 0 1,0-2 3,0 0 0,0-1-1,-2 1-1,-3-1-1,2 0 1,-4 2 2,1-2-2,0 4 1,-2-1 1,1 2-2,1-1 1,2 5 0,-2-1 0,0-1 1,1 4 1,1-2-2,-4 0 1,2 1-1,-1-1 1,-1 0 0,1-1 0,-1 2 1,1-1-3,0 0 2,-4 1-6,0 1 5,0 1-4,0-2 1,-5 5 0,4-2-3,-3 2 3,-3-3-2,1 4 0,-2-1-1,-4 1 3,-3 0-3,-3 0 3,-6 0-2,1 0 0,-5 0 3,0 1-3,2-1 1,-1 4 4,7-2-3,5 0 1,7-2-2,4 1 1,3-1 0,4 3-3,5-3 1,1 1-2,2-1 3,0 0-6,0 0 3,-2 0 1,2 0 2,0 0 0,0 0-2,0 0 5,0 0 0,-3 0 1,2 0-1,-2 0 3,2 0 1,-1 0 1,1 2-2,1-2 0,0 0 0,0 0 2,0 0-1,0 0-2,0 0 1,0 0-2,0 0-1,0 0 1,0 0 3,0 0 1,0 0 2,0 0-2,0 0 2,0 0 0,0 0 7,0 0 2,0 0 0,0 0 1,-1 0-2,1 0 0,0 0-1,0 0 3,0 0 2,0 0 0,0 0-5,0 0-1,0 0-1,0 0-2,0 0-2,0 0 1,0 0-1,0 0-3,0 0-4,0 0-1,0 0 0,0 0-2,0 0 2,0 0 1,0 0 0,0 0 3,0 0 0,0 0 0,0 0 0,0 0 0,0 0 3,0 0-1,0 0 3,0 0-1,0 0 1,0 0-5,0 0 0,0 0-1,0 0 1,0 0 0,0 0-2,0 0 0,0 0-5,0 0 0,0 0 0,0 0 0,0 0-7,0 0 7,0 0 0,0 0-7,0 0 0,0 0 0,0 0 1,0 0-2,0 0 1,0 0 0,0 0 6,0 0-7,0 0 0,0 0 5,0 0 1,0 0-2,0 0 1,0 0 0,0 0 1,0 0 0,0 0-2,0 0 1,0 0-1,0 0 1,0 0 0,0 0 2,0 0-4,0 0-1,0 0-5,0 0-3,0 0 0,0 0-4,0 0-4,0 0-4,0 0-4,0 0-8,0 0 1,0 0 1,0 0 2,0 0 3,0 0 3,0 0 3,0 0 6,0 0 2,0 0 6,0 0 4,0 0 0,0 0-4,0 0-6,0 0-9,0 0-21,0 0-47,1 0-95,0 0-200,2-6-588,-1 4 0,0 1 0</inkml:trace>
  <inkml:trace contextRef="#ctx0" brushRef="#br0" timeOffset="178565.8269">11477 10729 345,'0'-3'10,"0"-1"0,-2 0 0,1 0-5,1 1-19,1 2-59,-1 1 0,0 0 0,0 0 0</inkml:trace>
  <inkml:trace contextRef="#ctx0" brushRef="#br0" timeOffset="180854.233">1841 11403 290,'0'-2'38,"1"1"13,-1-2 14,0 2 23,0 1 24,0 0 24,0 0 17,0 0 22,0 1 32,0 2 3,0-1 8,0 0 4,0 0 3,0-1 0,0-1-7,0 0-9,0-1-5,0 2-9,0-2-18,0 1-5,0 0-1,0 0-10,0 0-9,0 0-14,0 0-11,0 0-10,0 0-7,0 0-10,3 0-12,-3 0-17,1 0-17,2 0-1,0 0-8,2 0-5,5 0-5,-3 0 0,1 0-4,2 0-4,1 0 2,0 0-3,2 0-7,2 0-5,0 0 2,-2 0-3,1 0-1,2 1-1,-4 0-2,4 0-1,2 0 0,-3-1-4,2 0 5,-2 0 0,3 1-5,-4-1 2,4 0-2,0 0-3,1 0 4,1 0-5,-1 0-2,2 1-5,-6-1-5,-1 0 2,-7 1 1,3-1-1,-5 0 3,1 0-2,2 0-1,-2 0 4,-1 1-1,-2-1 1,1 0-3,-4 2-7,1-1-14,-1 0-35,1 0-58,0 1-74,-1-2-131,6-4-185,-4 4-282,-2-1 0,2-1 0,-4 0 0</inkml:trace>
  <inkml:trace contextRef="#ctx0" brushRef="#br0" timeOffset="191124.9243">2243 11287 1125,'0'1'153,"0"-1"44,0 3 36,1-3 28,-1-2 22,0 4 18,0-2 14,0-2 15,0 2 13,0 0-88,0 0-54,0 0-38,0 0-30,0 0-23,0 0-20,0-1-13,3 1-14,0 0-14,1 0-11,3 0-4,0 0-4,0 0-5,4 1-1,0 2-6,-1-1-1,-1 2-4,1-1 0,0 3-1,1 0-1,0 1 0,0-2-2,0 5 0,0-3-4,2 2-1,-1 1-2,-5 0 1,1-1 1,2 1 0,-3-3 0,0 3-1,1-1-2,1-1-3,-5-2-2,-2 3 1,0-4-1,2-2-3,-4 1-5,0-1-6,0-1-6,0 1 4,1-1-2,-1 0 5,0 0 1,0-2 5,-1 1-1,1-1 4,-4 1 5,2-1 9,0 0 4,-2 1-3,0 1 3,-2 0-2,-1 1 1,0 2-4,-5-1 1,-1 2-1,-1 1 2,-4 1-3,0 0-1,3-1-8,-2 2-25,2-1-54,3 1-89,3-4-180,-2-5-492,1 2 0,2-1 0,0-4 0</inkml:trace>
  <inkml:trace contextRef="#ctx0" brushRef="#br0" timeOffset="191242.6133">3044 11135 720,'0'0'120,"2"0"38,-2-1 47,4-1 38,-4 2 44,0-1 38,1-1 22,-1 0 18,3 2 15,-3-2-49,0 1-41,0-1-25,2-1-42,-2 1-31,0-1-39,0 1-35,0 1-20,0 1-17,0-3-15,0 1-16,0 2-15,0-2-12,0-1-5,0 0-8,0 2-3,0-2-2,-6-1-1,2-1 1,0 0-1,-2-2 6,1 1-4,-1-1 0,1 1 0,2 1-1,-2 1-8,3 1-2,-1 0-5,-1 2-2,-2-1 1,3 1-10,-4-2 5,2 2 0,-2 0 0,1-3 3,-3 3 5,3 0-2,-3-1 6,-1 1-4,-3 1-5,4-1 5,-4 1 1,1 0-1,-6 0 0,6 0-1,-3 0 2,3 0 3,-1 0 0,3 0 5,-3 0 4,3 1-2,2 1-2,-2 1 3,1-1-2,0 2 1,1 0-3,-2-2 5,-1 2-3,-2 1 4,1 0 0,-5 1 3,2-1 1,1 1 0,2-1 1,-1 0-3,3 1 1,3-1-4,2-4-1,0 5-3,3-2 0,-4-1-2,1 1-2,1 2 0,-3 2 3,1-1 5,-1 1 2,0 0 3,-1 1 1,0 0 1,1-3 2,3 2-2,-2 0 2,3-2 0,2 1-3,-3 1 0,2-2-1,2 2 0,-2 0 2,-1 2 4,1-1-1,0 0 6,-3 2-2,4 0 2,-1-2-1,2 3-1,-2-2 2,2 1-5,0 0-2,0-1-6,0-3 2,0 3-2,0-2-1,0-1-3,0 0-1,0 1 1,0-2-4,0 1 3,0 0 1,2-1 1,-1 2-1,1 0 3,4 0 1,0 0 3,-3 0-2,5 1 3,0 2 1,-2-3 0,2 2 1,-1-3-2,0 2 0,2-1-1,-3-2-1,4 3 0,-1-3 0,-1 1-4,0-1 2,1 2 2,-1-2 0,-3 1 1,2-2 1,1 1-1,2 0-3,-3 1-1,5-2 1,-2 1 1,0 0-2,1-3-1,0 3 0,0 0-3,0-2-4,3 1 2,-4 1 2,5-2 0,0 1 1,-2-1-2,5 0-1,-3-3 1,6 3 2,-7-4-1,5 3 2,-1-1 3,0 0-5,0 0 2,-1 0 0,0-2 1,-1 0 0,3 0-3,-5 0-3,4 0 1,2 0-2,-2 0-5,0 0 1,3 0-3,-1-3 1,0 0-2,-1 0 1,-1-1-1,2 1 1,-5-1-1,2 0 1,-2-1 3,-3 1 0,-2 0-1,1-3 1,-1 0-1,-3 0 0,-2-1 1,2 0 3,0-1 0,-1-1 1,1-1 0,0 2 1,1-2 5,-1 1-3,0 0 1,1 0-2,-1 2-2,-4-2-4,1 0-8,-1 3 3,-2-3-1,-1 0-3,2-1 2,-2 0 3,0-3-2,0-2 5,0 2 4,0 1 2,0-2 5,0 0-1,-2 0-4,1 4 0,-3-4-4,-2 3-3,-2 1 5,-2 0-3,-1-2-1,-3 0 0,-2-1 8,-4 0-3,0-2 4,-3 3 2,-2-2-1,-4-1 0,1 2-7,2 5-1,-2-2-2,-1 4 4,0 0-5,0 4 6,3-1 2,6 2-3,2-1 4,6 3 1,2-2 5,4 2 5,4 0-2,0 0-2,2-2-2,0 2-2,0 0 1,0 0 4,0 0 0,0 0 3,0 0-1,0 0-1,0 0-1,0 0 2,0 0-1,0 0-3,0 0-3,0 0-5,0 0-3,0 0-13,0 0-10,0 0-26,0 0-52,0 0-58,0 0-32,0 0-42,0 0-44,0 0-97,0-3-110,20-4-266,-19 4 0,-1 2 0,4-4 0</inkml:trace>
  <inkml:trace contextRef="#ctx0" brushRef="#br0" timeOffset="191326.3639">4534 11045 1842,'0'0'98,"0"0"32,0 0 33,0 0 17,0 0 19,0-1 17,0 0 12,0 0 10,0-2 3,0 2-44,0-1-49,-5-2-29,-1 2-28,2-2-14,-7 2-13,0-2-9,3-1-12,-4-1-8,-3 1-3,1-1 0,3 1 0,-4 1-3,2 1-6,2 0-5,-4 3-6,1 0-6,-1 0-1,-1 0-3,1 0-1,0 0 1,0 4-4,1 0 0,-3 4 3,3 0 1,-1 0 0,0 0 5,1 0-4,0 0 3,-1-1 1,2 1 1,-5 1 6,3-3 3,-2 3 4,2-2 1,0 2-2,1-1-1,1 1 2,5-2 3,0 2 0,1 2 2,0-2-4,0 0 2,1-2-4,1 1 1,-2 0 2,4-1-4,1 1 2,-4-2-4,4 2-1,0-1-1,-3 0-1,0 0-6,1 2-1,-2 0-2,4 0 1,-4 2 0,2-2 1,1 1-3,0-1 0,1-1 0,0-1 1,-2 0 2,3-3-1,1-1 3,0-2-1,0-1 1,0 0 2,0 0 4,0 0-2,0 0 1,-3 0 0,3 0-1,0 0 0,3 0-1,-6 0-4,3 0-9,0 0-23,0 0-45,0 0-102,0 0-169,4-4-582,-8 4 0,0-1 0,-2-3 0</inkml:trace>
  <inkml:trace contextRef="#ctx0" brushRef="#br0" timeOffset="194018.8497">4427 11004 718,'-5'0'41,"3"0"22,0 0 9,-1 0 12,-3 0 18,2 0 22,-3 0 32,0 0 20,-4 0 13,0 0 3,-4 0-9,-3 0-11,-2 0-2,-5 0 0,2 0-12,2 0-18,0 3-24,0 1-14,5 3-12,-1-1-16,4 2-12,1-1-7,2 3-1,-2 0-5,3 0-1,0 2 1,2 2 0,-4-3-4,4 3 2,0 1 0,-2 0-2,0-1-1,2 1-4,1-2 0,1 1 3,2-3 2,-1 0 5,4 0 2,0 2 2,0-2 0,0-1-1,0 4 1,0-1-1,0 0-4,0-1-6,0 0-3,0 1-8,0 0-4,0 1-2,0-3-1,3 3 5,-2-3 3,1 2 7,0 0 4,2-3 0,2 3-8,-5 0 2,3 1 1,2-2-6,-3 0-1,2-3-2,2 4-13,-1-2-8,1 1-3,1-3 0,-1 0 1,1 0 1,-1-2-4,3 0 5,0-1 1,-2 1-2,0-4 8,1 3 1,-1 0 0,-1 1-5,3-3 5,-1 1-7,-2 0 2,3 2 1,1-3-3,-1 1 0,2-1-1,2 1-2,4 0 2,-1-3 0,2 2-1,-2 1-1,1-1-1,-3 0-1,-1 3-3,0-4-1,0 2 2,-3-1 0,4 1-5,-4-2 3,3 0-3,-2 0 2,2-1-2,-1-1 2,2 2 1,1-2-1,2 1-3,-2 2 4,2 0-1,-4-2-1,0 2 1,-3 1 4,0-2 2,-2 0-2,1 1 1,-1-2-4,3 1 5,-1 1-4,3-1 3,-3-1-2,5 0 1,-1-1-3,-3 1 1,1-1-1,-1 1 1,2-1 3,-4 0-2,2 1 1,4 0-2,-1 2 2,-4-3-3,7 3 1,-3-4-2,1 3-1,1-3 3,2 1-2,0 1-2,3 0-2,-1 1 2,7 1-4,-3 0 0,0-1-4,-3 0 2,4-1-3,-2-2-4,0 2 0,1-2 2,0 0-3,-1 0 3,4-2 3,-3-1-5,2-3 2,-4-2-2,-5 1 3,-1-3 1,-1-1 0,-2 0-7,-6 1 3,2-1-5,-3 1 4,-1-2 7,0 1 4,0-4 1,1 1 1,1-1 1,2-3 1,-3 1-5,-1-2-3,-1 2 8,-2-2-4,-3 0-3,0 1-3,0 1-1,0-1-1,0 1 1,-3 1 3,-2 0 12,-1 0 5,-1-1-5,-5-3 1,2 1 3,-1-1 3,-2-1 3,-1 2-3,0-1 5,-5 0-8,-3 3-1,-6 1-3,-7-1 3,-8 1 0,-6 4 4,-10-1 3,-3 1 8,1 4 11,4 1-3,10 3 5,11 2 1,7 1-7,10 0-23,4 1-31,7 1-47,4 2-69,1 1-132,8-3-237,-3 6-350,6-1 0,5-1 0,5-5 0</inkml:trace>
  <inkml:trace contextRef="#ctx0" brushRef="#br0" timeOffset="196243.0761">6288 11111 658,'0'0'79,"0"-3"22,0 1 19,0 2 29,0-2 32,0 2 23,0-2 29,0 1 29,0-3 21,0 1-37,0-1-18,0-1-5,0 0-7,0-1-19,0 1-22,0 0-13,0-2-22,0 1-24,-1-1-13,-2-1-5,-2-2-2,-1 2-12,-1-3-2,-5 3-6,5-2-9,-3 4-6,3-1-7,-3 0-6,1 3-7,-2 1-9,-3 2-5,-2 1-7,-2 0-8,-4 3-5,0 2 2,-3-1-1,3 6 4,-3 1 5,0 2 4,3 2 5,1 1 4,3 0 2,1 3 3,3-1 5,-1 2 1,4 1-4,0 1 1,4 0-5,0 2-4,3 0-5,2 2-3,0 0-1,-1 1 1,3 1-3,0 2-4,0-1 3,0 0-5,3 3 0,-1-1 3,3 0 0,3-1-3,3-1-3,3-2-2,5-2-6,1-4 0,1-2-2,4-3-2,3-3 1,2-1-3,5-5 3,-1-1 1,4-4-3,-1 0 2,2-3 5,0-3-4,-3-2 2,0-1 3,0-4-4,-4-6 2,-2 0-2,-5-2-2,-1-1 1,-6-4-2,0-1 5,-4-2 9,1-1 4,-1-2 3,-3-1 1,2 0 4,-4-3-1,0 1 6,-1 0 1,-4 0 1,-1-1-6,-3 0-5,-11 2-7,-7-1-5,-7 0-5,-10-1-2,-12 3-4,-3-1-1,-4 4-2,4 4-14,10 3-48,7 6-135,12 6-159,10-4-652,6 9 0,8 4 0,8-2 0</inkml:trace>
  <inkml:trace contextRef="#ctx0" brushRef="#br0" timeOffset="197796.1474">8273 11127 1806,'0'0'108,"0"-2"16,0 0 22,0-1 25,0 0 17,0-1 12,0 2 8,0-1 3,0 1 1,-1 0-71,-5 2-30,-5 0-14,-1-2-18,-5 2-18,-4 0-14,4 2 0,-4 0 6,2 0 3,0 6 4,-2 3 4,2 0 2,-2 1-1,2 6 5,2 0-3,0 2 0,3 1-8,0 2-10,2-1-4,1 4-3,2 1-4,0 2-1,0 1-2,4 2-7,1-2-3,1-1-1,3-1-6,0 0-4,3-1-3,1-1-5,3-1-1,4-3-8,1-1-1,5-2 2,1-3-4,3 1-11,1-4 3,7 0-6,2-4 1,-1 0 1,6-3-4,-1-2 7,1-3 1,0 0-1,1-3 7,-2-4 10,-3 1 0,0-5 6,4-1 0,-3-5 4,2 0 0,-2 0-5,2-3 0,-6-2 1,0 2 3,-4-2 2,-4-1 2,-2 1 6,-6 1 8,-1-2-4,-4 1 10,-6-4 2,2 0-1,-5-8-4,-6-1-4,-6-6-4,-7-3 0,-10-1-6,-8 0-9,-5 5-2,-5 6-6,1 7-1,0 5 2,4 10-17,9 4-49,7 4-70,6 5-122,13-1-224,3 6-373,4 1 0,2 1 0,4 1 0</inkml:trace>
  <inkml:trace contextRef="#ctx0" brushRef="#br0" timeOffset="201508.821">10780 11167 489,'1'-3'32,"1"2"22,1-1 42,0 1 26,-2 1 29,2 0 36,0 0 46,-1 0 31,0-2 23,1 0-3,-3 2-7,0-2-17,0 0-36,2 0-21,-4 0-23,4-1-33,-2 1-43,-2-2-30,-1-1-18,0 0-13,-4-1-7,0 0-4,2 0-3,-4-1-4,-2 0-4,3 0 0,-2 0-2,-2 0-1,2 1-3,-1 1 0,0 0 2,0 0 0,0 3-1,-3 0 2,0 0-2,0 2 3,-1-2 3,0 2 1,2 0 2,-1 0 4,0 0-3,1 0 2,-2 2 4,2-2-1,-2 3 4,2 2-2,1-1 1,-2 1-1,0 0 2,2 3-4,-5-2 4,0 3 0,0-1-3,-1 1 5,0 2 0,4-1 1,3-1 1,-1 0 3,1 1 2,3-5 1,0 5 0,2-2-2,0 1 1,0 0 0,1 0-3,-1 0-4,1 3-2,-1 0-4,1 1-2,-4 3-1,3-1-2,-3 2 0,4 0-2,-1-2-1,3-1-3,1-1 1,0-1 0,2 1 0,0-4-3,0 2 1,0 0 0,0 0 0,0-2 0,0 1-4,0-3 3,0 2-4,0 1-2,0-1-2,0-1 1,0 2-3,0-4-2,2 3 1,-2-3-2,1 2 0,0 0-1,5-1 2,-3 0-1,0 0 1,2 0 0,-1 1 2,3-2-1,-4 0-1,1 0-1,-1-1 2,1-1-3,0 1 3,2 0-1,-2-2-1,3 2 1,-3-1-3,3 0 2,0 2-1,1-2-1,-1 0 1,1 0 1,1 0-3,-4 0 1,5-1-1,-3 0 1,3-1 0,-2 0 0,2 1-1,-2-2 4,0 2-4,-1-2 0,1 0 2,1 1 0,-3-2-1,2 0-1,0 1 0,-1-1 0,1 2 1,-2-2-3,1 0 2,1 0-2,-1 0 0,3 0-1,-1 0 0,0 0-1,3 0 1,-2 2-4,1-2-2,2 3 5,-3-2-2,3-1-1,-2 0 1,2 1 2,-1-1-2,-2 2 3,5-2-2,-3 0 3,3 0 1,-5 0-2,3 0 0,1 2 1,1-2 0,-1 0-4,5 1 3,-2 2-2,-3-2-1,1 1-1,0 1-3,-2-1 0,-2 1-2,3-2 0,0 0 0,-2 2 2,3-1-2,-2-1 0,2 2 2,3-1 0,-1-1-1,1 3 1,0-2 1,0 0-1,3 2-2,-2 2-4,1-3-3,1 5-3,1-3-4,-3 2 1,-1-2 2,1 1-2,-6-3 3,1 0 0,-3-2 7,0 1 2,-4-2 4,1 0 2,1 0 5,-1-2 1,0 1-1,1 0 4,-1-4-3,2 1 0,-2-2-2,3 0 2,0-1 0,-1 0 0,4 0-2,-3 0 1,3-1-1,0-1-6,-3 0 0,2-2-2,-3-2 1,1 1-3,-1-2-2,0-2 4,-2 1-1,0-1 2,0 1 3,-2 2 1,1-2 2,-1 2 2,-2 0 0,-1-2 0,-2 1 5,3 1 0,-2-2-1,-1-1 2,0-1-1,-1-1 3,0-4-2,0 0 3,0 1 0,0-3 4,-2 2 0,-3 2 0,0 3-1,-3 0-1,-1 4 0,-5 1-1,2 0-1,-2 5-3,0-2 1,-3 0-2,1 1-1,-2 1-2,-2-1 1,1 0-2,-2 1 2,0 0 0,1 1 2,-1 2 0,4-1-2,-4 1 0,2 1 0,1 0-1,1 1 0,-2 2 0,-1 0-2,1 0 1,-1 0 0,0 0 2,-4 0 0,1 0-1,-1 0 2,-3 0 0,2 0 3,-5 0-1,5 0 5,-4 0-3,3 0 2,0 2 0,2-2 3,-1 0 2,-1 0 0,2 0 2,-2 0 1,5 0 1,-1 0-3,1-2 3,7 2-5,-1 0 0,3 0-2,4 0-4,3 0 2,-1-2-1,6 2 0,-4 0 5,2 0 4,2 0 0,-1 0 2,0-1-2,-1 1 4,0-1-1,2 0-3,0-1 1,0 1-4,0 1-9,-2 0-1,2-1-2,0 1 0,0 0 0,0 0-3,0 0 0,0-1 0,0 1 0,-1-1 0,1-1 3,-1 2 1,-1-1 2,2 1-1,0 0 1,-1-1 1,1 0 0,0 1 0,0-3 1,-3 3-1,3-2 0,0 0-4,-1 0 0,1 1-7,0-2-15,0 2-36,-2 1-93,4 0-226,5-7-724,-13 7 0,-2-3 0,-3 1 0</inkml:trace>
  <inkml:trace contextRef="#ctx0" brushRef="#br0" timeOffset="202504.9643">11607 11204 1622,'0'4'50,"3"-1"40,-3 3 32,3-1 36,-1-3 33,3 1 21,0-1 18,-3-2 12,2 0 13,-3 0-15,2 0-8,4 0-35,1 0-24,-5 0-27,8 0-30,0 0-17,3 0-16,4 0-8,1-2-16,3-2-12,3 0-15,-1-5-8,0-1-4,-5-1-21,2-2-2,-7 0-3,-6 4-4,-1 0-13,-3 4-51,-1 2-76,-3 0-76,0 1-138,0-6-407,-4 6 0,-2-2 0,-3-1 0</inkml:trace>
  <inkml:trace contextRef="#ctx0" brushRef="#br0" timeOffset="202797.6992">11558 11043 1949,'-1'0'84,"0"0"63,-2 0 22,6 0 18,5-1 18,2-5 13,11 2 11,3-4 5,7-2 2,-1 1-31,1-1-94,-3 2-109,-5 2-108,3-3-185,-13-6-424,-1 8 0,-7 1 0,-2 1 0</inkml:trace>
  <inkml:trace contextRef="#ctx0" brushRef="#br0" timeOffset="213376.842">24616 8757 650,'1'0'41,"0"0"35,0 0 24,3 0 20,-2 0 19,-1 0 29,2 0 28,-3 0 38,0 0 31,0 0 14,0 0-5,2 0-18,0 0-15,-2 0-13,2 0-20,-2 0-29,0 0-28,0 0-36,0 0-29,0 0-27,0 0-19,0 2-14,0-1-3,0 2 1,0 4 4,0-1 17,0 4 12,-4 2 3,0 1 8,0 2 4,-1 5 2,2 0-1,-2 4-5,-1 0-5,0 0-1,-1 1-12,-1-2-12,0-2-4,-4 2-7,4-2-4,1-2-3,-1 2 0,4-3-2,-3 0 1,1-3-3,1-1-1,1-3-2,1-1-2,3-2-2,-3 0-3,3-3-11,0-3-15,3 1-15,-6-2-12,3-1-25,0 2-34,0-1-34,0 2-48,0-3-107,0 0-101,0-3-61,0-3-224,-3 4 0,3 0 0,0-1 0</inkml:trace>
  <inkml:trace contextRef="#ctx0" brushRef="#br0" timeOffset="214843.9456">24690 8739 240,'0'0'34,"0"-2"38,0 2 68,0 0 36,0 2 34,1-1 25,2 1 31,-3 2 36,3-3 27,-1-1 6,4 2 0,-5-4-23,3 4-56,1-4-26,-1 2-28,1 0-20,1 0-22,1 0-26,0 0-25,1 0-19,2 0-15,2 0-14,3 0-10,2 2-9,3-1-4,0 0-3,4 2-5,0-1-11,2 1 1,2-2-2,1 1-2,1-1 0,2 2 0,-1-1-1,1 2-2,0-3-5,1 3 0,-1 0 2,-3-1-5,6 3 0,-2-2-1,-4 4-1,1-2 0,-3-1-3,-2 1 3,-6-2 0,-1 0-2,-4-1 1,-3-1 1,0-2-1,0 2 0,-1-2 1,0 0-2,2 0 3,5 0-3,1 0 0,3 0-1,1 1 0,0 0-3,-2 2-4,-3-3 1,-5 2-2,-1-1-4,-4-1-4,-6 0-1,2 0 0,-2-1-2,-1 1-7,2 1 4,-2-1 9,0 0 3,0 0 4,0 1 3,0-1 6,0 1 6,0 1 0,0 2 6,0-1 8,0 2 5,0 2 8,0 5 2,-3 4 4,0 5 4,-5 3 2,-3 5-2,0 3 10,1 1-2,4 3 4,2 0-6,4 0-8,0-2-11,0-2 2,2-4-5,-2-4-4,2-5 0,1-4-12,1-4 2,4-4-4,2-4-4,5-2-4,2 0-6,1-2-6,3 0-5,0 1-4,-1-3-7,3 2-5,4 0-7,0 0-16,5 1-11,4 1-25,1 3-53,-3-1-118,3-2-241,-9 2-356,-10 0 0,-10-3 0</inkml:trace>
  <inkml:trace contextRef="#ctx0" brushRef="#br0" timeOffset="216200.7281">24659 8858 570,'-1'0'32,"1"0"28,0 0 46,0 2 35,-2 0 37,2 0 38,2 2 33,-2-2 26,0 0 25,-2 0-7,0-2 0,0 1-14,-2 0-38,0 0-22,-3 1-20,-1 0-27,-4-1-17,-3 3-9,-4 3-11,-3 1-7,-6 5-5,0 1-9,3 3-3,-1-1-4,4-1-15,8-3-8,0-3-11,7 0-14,3-4-13,2-2 2,0-2-1,2 0-5,2-2-7,0 1-6,4 0-5,4-1-4,3-2-7,2-1-7,-1-1-3,0-2-10,1 0-13,2 1-9,1-3 0,-3-1-1,3-3 1,1 1 0,-3-3 1,-1 3 4,-3 2 2,-2 4 2,-1 0 5,-5 1 9,-2 2 2,0 1-1,-2 1 4,0 1 4,0 3 6,-2 0 2,0 4 4,-2 4 2,-2 4 2,-1 1 8,6 2 5,-2 2 7,3 0-3,6 1-1,3 0-13,1 2-81,15 1-376,-2-4-552,0-4 0,-1 0 0,2-3 0</inkml:trace>
  <inkml:trace contextRef="#ctx0" brushRef="#br0" timeOffset="221188.8355">4277 11885 1480,'-4'0'105,"4"0"30,-5 0 33,2 1 38,-1-2 32,1-1 14,0-2 14,-1-1 30,1-1 18,0-1-57,-1 3-40,0 0-27,-3 2-36,3 0-34,-4 0-30,-3 1-14,1 1-14,-7 0-29,1 1-15,-4 1-4,4 5-3,0-2-2,1 4 8,0 0 2,1 3-1,-1 0 4,0-1 1,2 1 1,2 1 1,0-1 4,-3 2-1,5-1 1,-1 3-4,1-1-3,-1 2 2,4 1-1,-1-1-1,0 2-3,1-2 1,2 2-2,-2-1 4,2 2 2,2-1-2,0 0 1,-2 1-4,4 0-2,0 1 2,0-2 0,0-2 0,0 2-5,0-1-3,0 1-2,0-1 1,4 2-3,-1-3-1,0-1 2,5 1-1,-1-3 0,0 1 2,3 0 1,-2 0 2,0-1-1,-1-2-1,0 0 3,0-1 2,0-1 2,0 1-3,1-2 0,0 2-3,0 0 0,0-1-1,1 1-3,0-1 0,0 1-8,4 0-1,-2 0-3,3-2-3,0 0-2,-2 0 0,6-2 1,-5-1 1,3 3-5,-2-1 3,4-1 3,-2 0-1,3-2-3,2 1 3,-2-1 1,6 0-2,2-1-5,0-1 0,4 0 4,-2-2 0,0-2 0,-4 1 1,0 0 3,-4 0 4,-2 0-1,-1 0-1,-1 0 6,1-1 1,-2 1-2,0-2 0,2 1 2,1-1 1,3 1 0,1-2 1,0 3 4,2-2 1,0-1-2,1 2 4,-2 1 2,-1 0-2,-4 0 1,0 0 5,-5 0-1,-2 1 0,4 2-1,-2-1 1,-2 1 4,6-2-4,-3 1-1,5-1 3,-1-1 4,2 0-6,0 0 3,5 0-3,-4 0 1,3 0-2,0 0-7,2 0 4,-5-1-2,3-1-2,0 1-6,-3-4 4,3-2-1,-3-1-2,1-2 0,0-1-2,-4 0 1,2 1 1,-3-2 0,-3 0-5,0 1 6,-1 0-6,0 1-3,-1 0 4,-3 0-5,-1-1 2,1 0-4,-4-2 1,3 0-1,-2-2 3,3 1-2,-2-2 2,2 1 4,-1-2 0,0 0 0,1 4 3,-1-5 0,0 5-1,-1-2-1,0 2-2,-2 0-1,-2-1 1,1-1-4,2-1 1,0 3 4,-1-4-3,-1 0 2,2 1 0,-1-1-3,-3-1 1,3 2 0,-4 1-1,2-2-1,-4 1-1,0 0-2,0 0-1,-4-1 0,2-1 3,-4 2 3,2 0 3,-5 0 1,1 0-3,-2 2 2,-2 0 2,-1-2 0,-2 1 1,0 2 2,-5-2-3,1-3 0,-2 1-1,2 0 0,-3 2 5,2-3 1,-5 2 0,3 1 3,0 1-4,1 0 3,1 4 0,4 0-2,-2 1 2,3 2-3,-1 1 0,-3 3-2,1 0-4,-2 3 2,1 0 3,0-2-4,1 0 0,2 0 2,1-2-1,0-1 5,-2-1-5,-1 0 4,1-1 0,-2-2-1,-2 2-3,2-2 2,1 3 0,-1-2-2,2 1 2,0 2-2,-1 0 0,3 0-1,5-1-1,-5 1 0,1 3 1,1-1 0,-3 0-1,-2 1 1,-3 2 0,-1-2-4,-6 2 2,-1 0 2,-1 0-1,-2 0-1,1 3 0,-1 1 1,0 1 0,-1 3-1,-2 0-2,-1 2 5,1 1-2,-2-1-3,-3 3 2,1 0 1,1-1 0,1 3-1,3 0 2,2 0-3,1 2 3,4-1-2,0-1 1,5-1-1,1-3-1,2-1-1,2-2-4,-1 0-2,0-3-8,-2-2-8,-3 0-17,4-1-42,-4 2-61,8-1-162,21-6-731,-16 3 0,-1-1 0,5-5 0</inkml:trace>
  <inkml:trace contextRef="#ctx0" brushRef="#br0" timeOffset="232681.1242">6000 11834 675,'0'0'25,"0"0"11,0 0 17,0-2 32,-2 4 20,2 1 23,0 0 20,-1 1 19,0-2 23,-2 1 12,2-1 8,-4 0 15,1 1 4,0-1-23,-2 4-7,0-3-12,-4 2-10,-1 1-12,1 4-13,-4-1-10,3 4-12,-3 1-14,3 2-11,2 1-1,-1 4-9,3 0-4,-1 3-6,3-1-5,-2 1-2,4 1-10,-3 0-6,2-1-10,2 3-7,-3 0-9,2-2-3,-1 4-3,1-5-6,3 3-2,-3-4-4,3 1-9,0-1-2,3-1-3,-3-1-6,4 1 0,3-5 6,1 0-1,2 0 4,3 2-2,2-5 2,-1 3 3,0 0 2,2-2-2,4-2 5,-1 1 3,0 0-8,1-2-1,-1-2-9,2-1-3,-1-2-5,2-2-2,3-1 1,-3-4 3,3 0 0,0 0-1,2-3-1,1-2 2,-1-1 4,0-3 5,2-3 4,-1 3 4,4-4-2,-4 1-4,1-1 2,-4-2 0,-2 0-1,-3-2-2,-2 0 5,-3 0 3,-1-1 1,-4 1 3,1 0 1,-4-1 3,2-1 4,0 0 0,-2-1 3,4-1 3,-4 2 1,1-2-4,2 0-4,-6 2 0,3 0-3,-3 0 5,-1 3-2,-2-1 1,2-1 1,-3 1-1,0 0-2,0-2 2,-3 1 1,3 1-5,-4-3 0,-4 2-6,2 2-4,-1-1-3,-3 0-5,-2 1-2,2 1-5,-6 1-2,0-2 0,-7 3 3,2-1 0,-8 1 0,-4 1 0,-2 0 1,-1 0 4,-3 5-7,-1 5-9,1-3-21,0 5-58,0 2-119,7 2-282,-4 6-462,3 0 0,1 2 0</inkml:trace>
  <inkml:trace contextRef="#ctx0" brushRef="#br0" timeOffset="234933.1497">3069 11768 697,'0'0'111,"0"0"26,0-2 26,0 0 31,0 1 39,0-2 22,0 1 26,0-2 19,0 2 18,0-2-43,0 1-41,0-3-14,0 4-18,0-2-29,-1 1-34,-3-1-20,1 1-22,-4-2-15,-1 2-17,-2-1-11,-1-1 2,-4 0-1,-1-1-1,-1 0 0,-3 1-1,1-3 2,1 4-5,-2-2-4,-2 2 1,1 2-7,-3 1-9,1 1-13,2 0-5,-1 3-5,-2 1-3,2 2-2,0 2 1,0 1-1,1 1 0,2 1 0,-2 1 3,2-1 3,2 3-1,-3-1 3,5 2 1,-3 1 0,1 1 0,1-1-2,0 1-2,-1 0 3,1 4 1,1 0 1,1-2 3,2 3 2,-1-1 0,2 0 0,3 0 2,-1-2 4,1 1 1,4 1-2,-3 0-1,3 1-6,0 0-2,4-1-1,0 0-6,0 0-1,3 0-2,-1-1-1,1 1-2,4-1 2,3 1-7,5 1 2,0-1 1,6 3-3,3-1 2,3 0 2,3-1-2,1 1 7,5-4-1,1-3-4,0-3 2,0-4-2,1-2-3,-1-3 3,-2-4 2,2 0 0,-2-6 0,1-3-6,3-5 2,1-5 7,-3-1 4,4-5 1,0 1 1,-5-3 0,-2-2 0,-5 2 1,-7-3 0,-5 1 3,-5-1-2,-3-1-1,-5-3 0,-4-1 7,0-2 0,-3-3 7,-5 0 3,-2-2 2,-4 0 4,-5 4 0,-4-2-4,-2 7-2,-7 3-1,-5 4-2,0 2-4,-8 6-16,2 2-22,3 3-37,4 5-91,7 6-154,15-6-268,6 8-376,5 0 0,6-2 0</inkml:trace>
  <inkml:trace contextRef="#ctx0" brushRef="#br0" timeOffset="241370.1138">10398 11927 287,'0'-1'37,"0"1"21,0-1 11,0 1 20,0 0 30,0 0 20,0 0 15,0 2 14,0-1 12,0 2-3,0-1-9,0 0-10,0 0 2,0 1-4,-3-2-21,0 1-12,0 0-6,-1-1 5,0 3 8,-4-2 6,1 3-3,0-2-2,0 2-6,0-1-7,0 0-2,3 1-6,-6 4-5,6-1-13,-3 1-16,-4 1-13,4-1 1,-4 0 2,0 2 4,0-1-7,5 1-2,-2 0 2,1 1 0,1-4-2,1 3 0,-1-3 3,1 1-11,2-1-6,-1 0-10,-2 1 2,4-1-4,-4-1-2,2 3-5,1-1-1,-1 0 1,1 0-10,-3 1 2,1 0-2,0-1 2,-1 2-5,-1 1 0,4-2 2,1 0 0,0 0 1,2-3-6,0 2 3,0 0-1,0-2-2,0 0-2,0 1 1,0 4 3,0-5-3,0 6 2,0-2-5,0 0 0,0 0 2,0 2 1,3-2-2,-3 1 0,1-1-4,1 1 1,2-3 1,-2 1-2,4-1 9,1-1 1,-4 1-2,2-1 1,1-1 3,-2-1 1,3 2 2,0-1 2,0 1-5,0 0 2,1-1-5,0 0 1,-2 0 1,0-2-2,1 0 2,1 0 0,1 0 0,1-2-3,3 1 3,-2 3 0,3-2-1,2-1-1,0 1-1,-1 0 1,3-2-3,-2 0 1,1 1-4,0 0 1,1-2-3,4 1-2,0-2 1,-2 0-2,3 0 2,-1-1-2,1 0 0,0 0-4,4 0 6,-2 0-3,4 0 2,-4 0 0,-2 0-4,-1 0 0,-2 0-6,-2-1 1,-3 0-1,3 0 3,-7-4-5,3 1 1,0 0 0,-4-2 1,-1 1 2,3 0-1,-2 1 1,3-3-1,-3 2-2,2 1-4,2 0 1,0-4-4,-3 3-6,-2-1-3,1 1 0,-1-4-1,-2 2 0,-2-1 0,2 0 1,-1-4 3,-2 3 1,0-3 4,3-1 7,1-3 2,0 3-1,-2 0 3,3 0 4,-4 0 1,3 1 1,-5 0 3,3 1-1,-4-1-2,3 1 3,0 0 1,-3 1 1,0-3-1,0 1 1,-1-1 1,2-2 0,4-1-1,-5 0 1,1-2 0,0 2-1,-1-2-1,-2 5 2,0-1-1,0 3 1,0 3 0,0-2 2,0 2-1,0 1 1,-2 1 2,-1-1-2,1 0 0,-1 1-1,-1-3 0,1 2-1,0-1-2,-1-1 1,1 0 0,-1-1-5,0 1 1,0 1-3,1 2 3,-3-1-2,-1 1-3,2 0 2,1-2-2,-5 2-1,4-1 1,1-2 1,-2 3 1,2 0 0,-3-1 0,3 0-2,0 4 3,1-2 2,0 0-2,-4 2 0,2-1-1,1 1 1,-5 0-2,4 1-1,-2 0 0,3 1 2,-5-1 1,1-3-2,-5 2 1,3-1 0,-3-2 2,1 3 0,0-2 0,1 4 4,0-3-3,-1-1 2,-2 0-4,0 1-2,2 2 5,-3-1-4,0 3-1,0 0 5,-3 0-6,-4 0-2,-3 0 5,0 0-3,-2 0 1,1 0-9,-4 0-40,2 0-118,6 3-303,-9-2-514,1 0 0,3 2 0,0-2 0</inkml:trace>
  <inkml:trace contextRef="#ctx0" brushRef="#br0" timeOffset="244269.9408">13237 11351 729,'0'0'89,"0"0"21,0 0 20,0 0 20,0 1 30,0-1 31,0 1 23,1-1 23,-1 3 21,1-5-25,-1 2-15,2 0 8,-2 0 9,0 0 5,4 0-12,-1 0-24,1 0-17,0 0-22,2 0-15,3 0-20,-2 0-17,5 0-25,0 0-26,4 0-26,4 0-15,1 0-8,2 0-5,1 0 1,1 0-4,-4 0-5,-3 0-5,0 0-5,-3 0-2,-4 0-1,-1 0-1,-2 0 0,-6 0-3,-1 0-2,-1 0-4,0 2 0,0-1 0,0-1-5,0 1-2,0-2-12,0 1-21,0 0-41,0 0-68,0 0-84,-3 0-105,-1-4-156,-7-14-305,-3 14 0,0 1 0,-4 0 0</inkml:trace>
  <inkml:trace contextRef="#ctx0" brushRef="#br0" timeOffset="244818.9147">13292 11371 890,'0'0'120,"0"0"49,0 1 36,0-1 21,0 2 22,0-2 25,0 0 18,0 0 14,3 0 12,-3 0-61,0 0-40,5 0-38,-2 0-19,7 0-13,0 0-17,5 0-22,2 0-12,-1 0-10,4 0-6,3 0-9,-4 0-5,2 1-11,-2-1-15,-3 0 0,-4 0 3,-2 0-2,-4 0-1,-2 0 0,-1 0-2,-1 0-3,-2 0-5,0 0 0,0 0-3,0 0-22,0 0-50,0 0-74,0 0-152,25-6-656,-26 5 0,-3-1 0,4-2 0</inkml:trace>
  <inkml:trace contextRef="#ctx0" brushRef="#br0" timeOffset="250168.8497">8401 12486 922,'0'0'85,"0"0"45,0 0 39,3 0 31,-3 0 34,0 0 30,2 0 24,-2 0 20,0 0 18,0 0-6,0 0-44,0-2-33,0 2-29,0-1-28,0 0-27,-2 0-29,-3 1-18,-2-1-21,-3 1-16,-2 0-20,0 1-7,-1 2-5,-5 2-7,7 3 3,-6 1-1,5 3 3,1 1-2,1-1 3,4 1 5,1-2-1,1 3-6,4 1-7,0-3-3,4-1-3,-1-2-7,5-2 0,3-4 1,6-1-2,5-2-6,3-2-1,1-2 1,-1-6 1,-2 1-1,-4-3-3,-5 1-1,-3 1-6,-6 4-12,0-1-5,-4 0 0,-2 1-2,-4 0 2,-2-5-4,-2 2 1,-2-2 0,-6 2-4,4 0-15,1 1-50,4 4-135,3-2-276,3 4-407,-1 2 0,4-1 0,1-2 0</inkml:trace>
  <inkml:trace contextRef="#ctx0" brushRef="#br0" timeOffset="251132.7013">8660 12582 1276,'0'2'50,"0"-1"20,0 1 10,0 2 34,0-2 33,0 1 37,0-1 32,4 1 25,-4-2 13,3 0-22,4 1 2,1-1 3,-1-1 8,6 0-28,-1 0-22,6 0-33,0 0-27,7 1-22,2-1-12,0 1-15,5-1-12,1 3-21,2-2-21,-3 0-5,0 1-10,2 0-4,-3 0-10,-3-2-1,-3 2-7,-2-2 3,-5 0-3,-1 0-4,-2 0 0,-1 0-2,-3 0-2,-1 0-10,-1 0-7,-3 0-18,-4 0-6,0 0-17,-2-4-7,-2 0-11,-4-2-21,-5-3-12,-4-2-9,-3 2 12,-2 0 13,2 0 21,5 3 6,3 2-15,4 0-48,5 1-55,1 2 16,2 0 20,5 1 9,1 0 0,4 0 2,1 1 10,0-1 20,1 3 66,-1 0 88,-4 1 98,1 2 30,-5 2 19,-1 1 18,-2-3 16,2 5 6,-4-1-1,-4 2-10,-3 1-33,-1 0-31,-6 2-35,-4-1-57,1-3-110,1 0-166,1-7-548,5 2 0,3-1 0,6-5 0</inkml:trace>
  <inkml:trace contextRef="#ctx0" brushRef="#br0" timeOffset="252002.9589">9929 12669 2419,'0'0'42,"-5"0"9,-1 0 4,2 0 11,-6 0 11,3 0 9,-1 2 18,-1 2 31,1 0 17,0 4-7,-2-1 17,0 4 12,3 0 5,2 1-3,2 0-6,0 1-11,6-1-15,0 0-21,7-3-12,1-3-23,5 0-20,9-4-18,3-2-17,1-4-12,3-2-9,-7-2 2,0-1-10,-10-4-16,-5 2-12,-7-5-3,-3 3-10,-10-4-5,-4 4 11,-5-2 6,-10 1-16,-9 7-133,30-4-747,-35 4 0,-4 1 0,-5 3 0</inkml:trace>
  <inkml:trace contextRef="#ctx0" brushRef="#br0" timeOffset="253005.2759">8209 12897 1959,'3'0'51,"-2"0"7,2 0 4,-3 0 21,2 0 14,-2 0 21,0 0 24,0 0 18,0 0 11,0 2-33,0 2-1,0 2 10,0 0 9,0 3 1,0 0 12,0 4-3,-2 3-14,-2 5-14,1 1-4,0 4-7,1-2-11,2 0-12,0-5-12,-3-1-21,3-6-25,0-3-15,-3-2-9,3-2-8,3-5-28,-3 1-63,0-1-118,3 0-249,-3-1-413,0 1 0,1-5 0,7-2 0</inkml:trace>
  <inkml:trace contextRef="#ctx0" brushRef="#br0" timeOffset="253862.9998">8729 13029 1644,'0'0'28,"0"1"32,0 2 38,0-3 36,0 3 19,0-3 20,3 2 23,0-2 19,0 0 12,5-2-6,3 2 11,3 0-23,4 0-29,4 0-29,3 0-14,6 0-14,2 0-27,7 0-14,0 0-17,-1-2-23,-3 1-36,-5-3-28,-8 0-14,-7 1-12,-5-1-18,-3 0-20,-8 1-8,3-1-11,-6 0-10,-4-1 2,-3-1 18,0-3 15,-2 2 0,-3-2 9,4 2 12,1 1 12,3 3 1,6 1-9,1 2 4,0-1 8,7 2 5,1-1 6,2 0 9,6 1 5,5 3 11,-3-1 15,-1 4 21,-2 1 29,-1 1 18,-3 2 9,-7-1 9,-2 4 7,-2 0 4,-4 0-1,-5 3-7,-6 0-4,-2-1-27,-5 1-44,3-1-76,2-5-137,27-6-556,-20 1 0,3-6 0</inkml:trace>
  <inkml:trace contextRef="#ctx0" brushRef="#br0" timeOffset="264040.4443">9690 12998 1477,'2'0'103,"-1"1"33,1-1 27,-1 0 26,3-1 25,-4 1 24,3 0 19,-3 0 21,3 0 25,-3 0-45,0 0-26,0 0-26,0 0-12,1 0-11,1 0-15,0 0-20,1 0-16,3 0-14,-4 1-18,1 2-9,0 0-10,1 6-3,-4 0-12,1 1-11,3 3-7,-4 4 3,-4 1 2,8 2-5,-4 3-7,0 2-10,0-2 2,0 1-3,0-1-1,0-4-7,0 1 1,0-7-6,0-1-6,0-4-3,0-2 1,0-3-4,0-1-11,0-1-38,0-1-151,6 0-331,-6-1-505,0-4 0,-4 0 0,-2-4 0</inkml:trace>
  <inkml:trace contextRef="#ctx0" brushRef="#br0" timeOffset="264075.3531">8391 12363 1064,'0'0'69,"0"0"10,0 0 3,0 0 0,0-1 1,0 1 0,0 0 0,0 0 0,0 0-7,0 0-71,0-1-30,0 1-35,0-3-27,0 1-23,1-2-17,-1-1-25,3 3-16,-3-1-44,3 3 0,0 0 0</inkml:trace>
  <inkml:trace contextRef="#ctx0" brushRef="#br0" timeOffset="264105.2719">8333 12359 466,'0'-2'58,"0"-1"31,0 2 32,0-1 26,0 2 16,-3 1 17,0-1 28,-1-1 15,-3 1 8,-1 0-26,-2 0-12,-1 0-17,-4 0-26,1 0-13,-7 1-2,0 1-2,-2 3-20,0 1-7,1 2 4,0 2 3,1 1-8,2-1-7,1 3 4,-1 0-3,4 1-2,0-2-4,0 4 12,1-1-7,-1 1-6,2 2-2,-2 2-4,4 1-2,-3 2-6,3 4-4,3-1-9,-2 2-8,3 0-15,3 0-2,2-1-5,2-1-2,1-1-1,4-1-2,1-1-6,2 0-3,0 1 0,5-2-1,-4 1-3,-1 0 1,0-2 0,-1-2-2,-4-2-3,3 0-1,-3-3-1,3 1 0,-2-1-5,5-1-6,1 3 0,7-2-2,2 2 0,9 0 3,5 2-2,1 0-5,2 2 0,-2 1-4,-6 1 5,-4-3 2,-8 0-4,1-1 4,-6 1-3,-4-3-4,-2 0 4,1-3 4,-2-1-3,6-1 5,2-3-3,6 0 2,6 1 2,8-1-1,4 0 4,3-1 0,4 2-1,-2 0-2,-3 0 5,-6 0-1,-4-2 2,-9-1-3,0 2 2,2-4 0,-3 4-2,3-6 1,7 4-1,1-1 0,6-1 1,7 0-4,6-1 2,3 2 1,6 0 0,0-1-1,4 2 1,-5-1-3,-5-2 2,-2 3 0,-6 0 1,-1-3 0,-7-1 0,1 1 1,-3-3-2,3 0 1,4-3-1,1 1 3,3-3 1,4-5 0,0 1 2,-1-1 2,0-2-2,-4 0-2,0 0 3,-4 1 1,1-1-3,0-3-2,0-1-2,6-1-4,0-4-5,4-1 0,1 0-1,-2-2 4,-4 2-4,-3 0-4,-7 2 4,-7 2-1,-4 0-1,-5 3 0,-6-1 1,-3 2-3,-3-2 2,-1-3-3,-4-6 2,1-4 3,3-2 2,-4-4-1,5 3 5,2 0 4,-5 3-1,1 5 0,-1 1-2,-4 2-1,2 0-2,-4 1-1,-7-2-4,-4 1-2,-6-4-1,-8-2 1,-2 0 1,-4-4 4,2 0 4,0 1 2,3 1 0,0 0-1,3 3 4,0 2 0,-1 1 1,1 3 1,-4 2-1,0 0-3,-3 1-1,-4 1-2,-7-1 1,-4-1 2,-9-2 4,-1-1 3,-2 2 8,2-2 6,-3 5 8,6-1 0,8 6 1,6 1 2,4 4-1,10 4 2,2 0-6,-1 2-2,0 0-9,-1 0-8,-9 0-6,-1 0 1,-8 0-1,-8 2-3,-7-2 0,-9 2 1,-8 1 2,-6 2-1,-4 1-3,-3-1 2,0 1 1,2 1-3,3 2 0,3-1-13,2 3-38,9 0-150,25-4-889,-12 3 0,4-1 0,3-7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A288-C913-478A-974E-1B9D0BF1B851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DAADD-AC7F-4C72-887C-261BBD234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8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75358"/>
            <a:ext cx="8568531" cy="12250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238500"/>
            <a:ext cx="7056438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0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8865"/>
            <a:ext cx="9072563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31" y="1333500"/>
            <a:ext cx="9072563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DAF45-A1ED-443F-B7DC-99AC896968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672420"/>
            <a:ext cx="8568531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422261"/>
            <a:ext cx="8568531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E8333-71C2-4DC6-B430-940BC8F3F7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5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425654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2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PPT value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08193" y="5500688"/>
            <a:ext cx="6552406" cy="120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1" descr="PPT inside"/>
          <p:cNvPicPr>
            <a:picLocks noChangeAspect="1" noChangeArrowheads="1"/>
          </p:cNvPicPr>
          <p:nvPr/>
        </p:nvPicPr>
        <p:blipFill>
          <a:blip r:embed="rId7" cstate="print"/>
          <a:srcRect t="19157" b="25415"/>
          <a:stretch>
            <a:fillRect/>
          </a:stretch>
        </p:blipFill>
        <p:spPr bwMode="auto">
          <a:xfrm>
            <a:off x="0" y="0"/>
            <a:ext cx="10082376" cy="574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1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525771" y="102045"/>
            <a:ext cx="1370106" cy="360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21" name="Text Box 9"/>
          <p:cNvSpPr txBox="1">
            <a:spLocks noChangeArrowheads="1"/>
          </p:cNvSpPr>
          <p:nvPr/>
        </p:nvSpPr>
        <p:spPr bwMode="auto">
          <a:xfrm rot="-5400000">
            <a:off x="-2372018" y="2964511"/>
            <a:ext cx="5150062" cy="369332"/>
          </a:xfrm>
          <a:prstGeom prst="rect">
            <a:avLst/>
          </a:prstGeom>
          <a:solidFill>
            <a:srgbClr val="00428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800" b="0" dirty="0">
                <a:solidFill>
                  <a:schemeClr val="bg1"/>
                </a:solidFill>
                <a:latin typeface="+mn-lt"/>
              </a:rPr>
              <a:t>GMR Institute of Technology</a:t>
            </a:r>
            <a:r>
              <a:rPr lang="en-US" sz="1800" b="0" dirty="0">
                <a:solidFill>
                  <a:schemeClr val="bg1"/>
                </a:solidFill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401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2149" y="127000"/>
            <a:ext cx="5116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System Design using Verilog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19" y="3492503"/>
            <a:ext cx="1869116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924791"/>
            <a:ext cx="6858000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Contents of the </a:t>
            </a:r>
            <a:r>
              <a:rPr lang="en-US" b="1" dirty="0" smtClean="0">
                <a:solidFill>
                  <a:srgbClr val="C00000"/>
                </a:solidFill>
              </a:rPr>
              <a:t>lecture</a:t>
            </a:r>
          </a:p>
          <a:p>
            <a:pPr marL="457200" indent="-457200" algn="just">
              <a:spcBef>
                <a:spcPct val="50000"/>
              </a:spcBef>
            </a:pPr>
            <a:r>
              <a:rPr lang="en-US" b="1" dirty="0" smtClean="0"/>
              <a:t>(1) Level </a:t>
            </a:r>
            <a:r>
              <a:rPr lang="en-US" b="1" dirty="0"/>
              <a:t>Sensitive D Latch</a:t>
            </a:r>
            <a:endParaRPr lang="en-US" b="1" dirty="0"/>
          </a:p>
          <a:p>
            <a:r>
              <a:rPr lang="en-IN" sz="1600" b="1" dirty="0" smtClean="0"/>
              <a:t>(2) UDP </a:t>
            </a:r>
            <a:r>
              <a:rPr lang="en-IN" sz="1600" b="1" dirty="0"/>
              <a:t>for D flip flop</a:t>
            </a:r>
          </a:p>
        </p:txBody>
      </p:sp>
    </p:spTree>
    <p:extLst>
      <p:ext uri="{BB962C8B-B14F-4D97-AF65-F5344CB8AC3E}">
        <p14:creationId xmlns:p14="http://schemas.microsoft.com/office/powerpoint/2010/main" val="375915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4512" y="1714500"/>
            <a:ext cx="5334000" cy="3416320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</a:t>
            </a:r>
            <a:r>
              <a:rPr lang="en-IN" dirty="0" err="1"/>
              <a:t>d_latch</a:t>
            </a:r>
            <a:r>
              <a:rPr lang="en-IN" dirty="0"/>
              <a:t> (</a:t>
            </a:r>
            <a:r>
              <a:rPr lang="en-IN" dirty="0" err="1"/>
              <a:t>q,d,clk,rst</a:t>
            </a:r>
            <a:r>
              <a:rPr lang="en-IN" dirty="0"/>
              <a:t>);</a:t>
            </a:r>
          </a:p>
          <a:p>
            <a:r>
              <a:rPr lang="en-IN" dirty="0"/>
              <a:t>input d, </a:t>
            </a:r>
            <a:r>
              <a:rPr lang="en-IN" dirty="0" err="1"/>
              <a:t>clk</a:t>
            </a:r>
            <a:r>
              <a:rPr lang="en-IN" dirty="0"/>
              <a:t>, </a:t>
            </a:r>
            <a:r>
              <a:rPr lang="en-IN" dirty="0" err="1"/>
              <a:t>rst</a:t>
            </a:r>
            <a:r>
              <a:rPr lang="en-IN" dirty="0"/>
              <a:t>;</a:t>
            </a:r>
          </a:p>
          <a:p>
            <a:r>
              <a:rPr lang="en-IN" dirty="0"/>
              <a:t>output q;</a:t>
            </a:r>
          </a:p>
          <a:p>
            <a:r>
              <a:rPr lang="en-IN" dirty="0" err="1"/>
              <a:t>reg</a:t>
            </a:r>
            <a:r>
              <a:rPr lang="en-IN" dirty="0"/>
              <a:t> q;</a:t>
            </a:r>
          </a:p>
          <a:p>
            <a:r>
              <a:rPr lang="en-IN" dirty="0"/>
              <a:t>table</a:t>
            </a:r>
          </a:p>
          <a:p>
            <a:r>
              <a:rPr lang="en-IN" i="1" dirty="0">
                <a:solidFill>
                  <a:srgbClr val="FF0000"/>
                </a:solidFill>
              </a:rPr>
              <a:t>//  d   </a:t>
            </a:r>
            <a:r>
              <a:rPr lang="en-IN" i="1" dirty="0" err="1">
                <a:solidFill>
                  <a:srgbClr val="FF0000"/>
                </a:solidFill>
              </a:rPr>
              <a:t>clk</a:t>
            </a:r>
            <a:r>
              <a:rPr lang="en-IN" i="1" dirty="0">
                <a:solidFill>
                  <a:srgbClr val="FF0000"/>
                </a:solidFill>
              </a:rPr>
              <a:t>  </a:t>
            </a:r>
            <a:r>
              <a:rPr lang="en-IN" i="1" dirty="0" err="1">
                <a:solidFill>
                  <a:srgbClr val="FF0000"/>
                </a:solidFill>
              </a:rPr>
              <a:t>rst</a:t>
            </a:r>
            <a:r>
              <a:rPr lang="en-IN" i="1" dirty="0">
                <a:solidFill>
                  <a:srgbClr val="FF0000"/>
                </a:solidFill>
              </a:rPr>
              <a:t>   :    q    :   </a:t>
            </a:r>
            <a:r>
              <a:rPr lang="en-IN" i="1" dirty="0" err="1">
                <a:solidFill>
                  <a:srgbClr val="FF0000"/>
                </a:solidFill>
              </a:rPr>
              <a:t>q_new</a:t>
            </a:r>
            <a:endParaRPr lang="en-IN" i="1" dirty="0">
              <a:solidFill>
                <a:srgbClr val="FF0000"/>
              </a:solidFill>
            </a:endParaRPr>
          </a:p>
          <a:p>
            <a:r>
              <a:rPr lang="en-IN" dirty="0"/>
              <a:t>    ?    ?   0     :    ?    :      0;</a:t>
            </a:r>
          </a:p>
          <a:p>
            <a:r>
              <a:rPr lang="en-IN" dirty="0"/>
              <a:t>    0    1   1     :    ?    :      0;</a:t>
            </a:r>
          </a:p>
          <a:p>
            <a:r>
              <a:rPr lang="en-IN" dirty="0"/>
              <a:t>    1    1   1     :    ?    :      1;</a:t>
            </a:r>
          </a:p>
          <a:p>
            <a:r>
              <a:rPr lang="en-IN" dirty="0"/>
              <a:t>    ?    0   1     :    ?    :      -; //retains previous state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3309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Level Sensitive D Latch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712" y="658064"/>
            <a:ext cx="879439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/>
              <a:t>(2)  For sequential circuits the state table entries are specified as:</a:t>
            </a:r>
          </a:p>
          <a:p>
            <a:pPr marL="342900" indent="-342900">
              <a:buAutoNum type="arabicParenBoth"/>
            </a:pPr>
            <a:endParaRPr lang="en-IN" sz="1600" b="1" dirty="0"/>
          </a:p>
          <a:p>
            <a:r>
              <a:rPr lang="en-IN" sz="1600" b="1" dirty="0" smtClean="0"/>
              <a:t>&lt;input </a:t>
            </a:r>
            <a:r>
              <a:rPr lang="en-IN" sz="1600" b="1" dirty="0"/>
              <a:t>1&gt; </a:t>
            </a:r>
            <a:r>
              <a:rPr lang="en-IN" sz="1600" b="1" dirty="0" smtClean="0"/>
              <a:t>    &lt;</a:t>
            </a:r>
            <a:r>
              <a:rPr lang="en-IN" sz="1600" b="1" dirty="0"/>
              <a:t>input </a:t>
            </a:r>
            <a:r>
              <a:rPr lang="en-IN" sz="1600" b="1" dirty="0" smtClean="0"/>
              <a:t>2&gt;     &lt;</a:t>
            </a:r>
            <a:r>
              <a:rPr lang="en-IN" sz="1600" b="1" dirty="0"/>
              <a:t>input </a:t>
            </a:r>
            <a:r>
              <a:rPr lang="en-IN" sz="1600" b="1" dirty="0" smtClean="0"/>
              <a:t>3&gt; ……… </a:t>
            </a:r>
            <a:r>
              <a:rPr lang="en-IN" sz="1600" b="1" dirty="0"/>
              <a:t>&lt;input </a:t>
            </a:r>
            <a:r>
              <a:rPr lang="en-IN" sz="1600" b="1" dirty="0" smtClean="0"/>
              <a:t>n&gt;  : &lt;present state&gt;  :  &lt;next </a:t>
            </a:r>
            <a:r>
              <a:rPr lang="en-IN" sz="1600" b="1" dirty="0"/>
              <a:t>state&gt;;</a:t>
            </a:r>
          </a:p>
          <a:p>
            <a:endParaRPr lang="en-IN" sz="1600" b="1" dirty="0" smtClean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55840" y="1189440"/>
              <a:ext cx="9099720" cy="38710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560" y="1185120"/>
                <a:ext cx="9117360" cy="388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043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4512" y="1714500"/>
            <a:ext cx="6096000" cy="3416320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</a:t>
            </a:r>
            <a:r>
              <a:rPr lang="en-IN" dirty="0" err="1"/>
              <a:t>dflipflop</a:t>
            </a:r>
            <a:r>
              <a:rPr lang="en-IN" dirty="0"/>
              <a:t> (</a:t>
            </a:r>
            <a:r>
              <a:rPr lang="en-IN" dirty="0" err="1"/>
              <a:t>q,d,clk,rst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d,clk</a:t>
            </a:r>
            <a:r>
              <a:rPr lang="en-IN" dirty="0"/>
              <a:t>, </a:t>
            </a:r>
            <a:r>
              <a:rPr lang="en-IN" dirty="0" err="1"/>
              <a:t>rst</a:t>
            </a:r>
            <a:r>
              <a:rPr lang="en-IN" dirty="0"/>
              <a:t>;</a:t>
            </a:r>
          </a:p>
          <a:p>
            <a:r>
              <a:rPr lang="en-IN" dirty="0"/>
              <a:t>output q;</a:t>
            </a:r>
          </a:p>
          <a:p>
            <a:r>
              <a:rPr lang="en-IN" dirty="0" err="1"/>
              <a:t>reg</a:t>
            </a:r>
            <a:r>
              <a:rPr lang="en-IN" dirty="0"/>
              <a:t> q;</a:t>
            </a:r>
          </a:p>
          <a:p>
            <a:r>
              <a:rPr lang="en-IN" dirty="0"/>
              <a:t>table</a:t>
            </a:r>
          </a:p>
          <a:p>
            <a:r>
              <a:rPr lang="en-IN" i="1" dirty="0">
                <a:solidFill>
                  <a:srgbClr val="FF0000"/>
                </a:solidFill>
              </a:rPr>
              <a:t>//   d       </a:t>
            </a:r>
            <a:r>
              <a:rPr lang="en-IN" i="1" dirty="0" err="1">
                <a:solidFill>
                  <a:srgbClr val="FF0000"/>
                </a:solidFill>
              </a:rPr>
              <a:t>clk</a:t>
            </a:r>
            <a:r>
              <a:rPr lang="en-IN" i="1" dirty="0">
                <a:solidFill>
                  <a:srgbClr val="FF0000"/>
                </a:solidFill>
              </a:rPr>
              <a:t>     </a:t>
            </a:r>
            <a:r>
              <a:rPr lang="en-IN" i="1" dirty="0" err="1">
                <a:solidFill>
                  <a:srgbClr val="FF0000"/>
                </a:solidFill>
              </a:rPr>
              <a:t>rst</a:t>
            </a:r>
            <a:r>
              <a:rPr lang="en-IN" i="1" dirty="0">
                <a:solidFill>
                  <a:srgbClr val="FF0000"/>
                </a:solidFill>
              </a:rPr>
              <a:t>   :    q    :   </a:t>
            </a:r>
            <a:r>
              <a:rPr lang="en-IN" i="1" dirty="0" err="1">
                <a:solidFill>
                  <a:srgbClr val="FF0000"/>
                </a:solidFill>
              </a:rPr>
              <a:t>q_new</a:t>
            </a:r>
            <a:endParaRPr lang="en-IN" i="1" dirty="0">
              <a:solidFill>
                <a:srgbClr val="FF0000"/>
              </a:solidFill>
            </a:endParaRPr>
          </a:p>
          <a:p>
            <a:r>
              <a:rPr lang="en-IN" dirty="0"/>
              <a:t>     ?        ?        0    :    ?    :      0;</a:t>
            </a:r>
          </a:p>
          <a:p>
            <a:r>
              <a:rPr lang="en-IN" dirty="0" smtClean="0"/>
              <a:t>     1       </a:t>
            </a:r>
            <a:r>
              <a:rPr lang="en-IN" dirty="0"/>
              <a:t>(10)    1     :    ?    :      1;</a:t>
            </a:r>
          </a:p>
          <a:p>
            <a:r>
              <a:rPr lang="en-IN" dirty="0"/>
              <a:t>     0       (10)    1     :    ?    :      0;</a:t>
            </a:r>
          </a:p>
          <a:p>
            <a:r>
              <a:rPr lang="en-IN" dirty="0"/>
              <a:t>     ?       (01)    1     :    ?    :      -;   //retains </a:t>
            </a:r>
            <a:r>
              <a:rPr lang="en-IN" dirty="0"/>
              <a:t>previous state</a:t>
            </a:r>
          </a:p>
          <a:p>
            <a:r>
              <a:rPr lang="en-IN" dirty="0" err="1" smtClean="0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3897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UDP – Edge Triggered D Flip Flop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712" y="658064"/>
            <a:ext cx="879439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/>
              <a:t>(2)  For sequential circuits the state table entries are specified as:</a:t>
            </a:r>
          </a:p>
          <a:p>
            <a:pPr marL="342900" indent="-342900">
              <a:buAutoNum type="arabicParenBoth"/>
            </a:pPr>
            <a:endParaRPr lang="en-IN" sz="1600" b="1" dirty="0"/>
          </a:p>
          <a:p>
            <a:r>
              <a:rPr lang="en-IN" sz="1600" b="1" dirty="0" smtClean="0"/>
              <a:t>&lt;input </a:t>
            </a:r>
            <a:r>
              <a:rPr lang="en-IN" sz="1600" b="1" dirty="0"/>
              <a:t>1&gt; </a:t>
            </a:r>
            <a:r>
              <a:rPr lang="en-IN" sz="1600" b="1" dirty="0" smtClean="0"/>
              <a:t>    &lt;</a:t>
            </a:r>
            <a:r>
              <a:rPr lang="en-IN" sz="1600" b="1" dirty="0"/>
              <a:t>input </a:t>
            </a:r>
            <a:r>
              <a:rPr lang="en-IN" sz="1600" b="1" dirty="0" smtClean="0"/>
              <a:t>2&gt;     &lt;</a:t>
            </a:r>
            <a:r>
              <a:rPr lang="en-IN" sz="1600" b="1" dirty="0"/>
              <a:t>input </a:t>
            </a:r>
            <a:r>
              <a:rPr lang="en-IN" sz="1600" b="1" dirty="0" smtClean="0"/>
              <a:t>3&gt; ……… </a:t>
            </a:r>
            <a:r>
              <a:rPr lang="en-IN" sz="1600" b="1" dirty="0"/>
              <a:t>&lt;input </a:t>
            </a:r>
            <a:r>
              <a:rPr lang="en-IN" sz="1600" b="1" dirty="0" smtClean="0"/>
              <a:t>n&gt;  : &lt;present state&gt;  :  &lt;next </a:t>
            </a:r>
            <a:r>
              <a:rPr lang="en-IN" sz="1600" b="1" dirty="0"/>
              <a:t>state&gt;;</a:t>
            </a:r>
          </a:p>
          <a:p>
            <a:endParaRPr lang="en-IN" sz="1600" b="1" dirty="0" smtClean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94720" y="975600"/>
              <a:ext cx="8908560" cy="3915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160" y="969480"/>
                <a:ext cx="8927280" cy="393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592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theme/theme1.xml><?xml version="1.0" encoding="utf-8"?>
<a:theme xmlns:a="http://schemas.openxmlformats.org/drawingml/2006/main" name="MIS Template">
  <a:themeElements>
    <a:clrScheme name="MIS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IS Templat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IS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4147</TotalTime>
  <Words>260</Words>
  <Application>Microsoft Office PowerPoint</Application>
  <PresentationFormat>Custom</PresentationFormat>
  <Paragraphs>38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MIS Template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Publication Reward</dc:title>
  <dc:creator>Admin</dc:creator>
  <cp:lastModifiedBy>mylaptop</cp:lastModifiedBy>
  <cp:revision>445</cp:revision>
  <dcterms:created xsi:type="dcterms:W3CDTF">2017-10-27T12:24:27Z</dcterms:created>
  <dcterms:modified xsi:type="dcterms:W3CDTF">2023-12-11T16:10:20Z</dcterms:modified>
</cp:coreProperties>
</file>