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5"/>
  </p:notesMasterIdLst>
  <p:sldIdLst>
    <p:sldId id="394" r:id="rId2"/>
    <p:sldId id="429" r:id="rId3"/>
    <p:sldId id="430" r:id="rId4"/>
  </p:sldIdLst>
  <p:sldSz cx="10080625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CC00"/>
    <a:srgbClr val="CC00CC"/>
    <a:srgbClr val="9966FF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73" d="100"/>
          <a:sy n="73" d="100"/>
        </p:scale>
        <p:origin x="-1498" y="-595"/>
      </p:cViewPr>
      <p:guideLst>
        <p:guide orient="horz" pos="180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1T16:51:50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24548 1953 336,'0'0'98,"0"0"51,0 0 35,0 0 41,0 0 27,0 0 31,0 1 30,0 0 25,3-1 30,-3 0-18,0 0-22,0 0-35,0 0-20,0 0-24,3 0-16,-3 0-15,1 0-20,-1-1-17,0 1-24,0-1-27,0 1-26,0 0-12,0 0-15,0 0-16,0 0-13,0 0-15,0 0-10,0 0-8,0 0-6,0 0-8,3 0 0,-3 0-3,0 0-1,0 0-2,0 0-1,0 0 0,0 0 0,0 0 0,0 0-1,0 0 1,0 2 3,0 1 1,0-1 0,3 0 3,-3 1 2,0-1-1,0 0 1,0 0 0,0 1 1,0-1 1,0 1-5,0 0 0,0 1 0,0 0 1,0 1 0,0-3 0,0 3 2,0 0 0,0-1 0,0-2-4,0 3 3,0 0-1,0-1 0,0 0-3,0 1 1,0-2-1,0 0 1,0 0-3,0 0 3,0 1 2,0-1 4,0 2-1,0-2 1,0 2-1,0 0 2,0-2 0,0 3-2,0-1 4,-3 0-2,3 2 1,0 0-2,0-1-1,0 2 0,-3-2 5,3 1-2,-1-1 1,-2 1 0,3 0 1,0-2 0,0 0 0,0 0 3,0-1 0,-3 1 0,3 0-4,0 0-1,0 0 3,0-1-3,-3 1-1,3 2 2,-2-2 0,2 3-3,-3 2 1,3-1 0,-1 0 1,1-1 2,-2 0-1,2 1 3,0 0-4,0-1-2,-1-2 4,1 3-1,1-5 0,-2 3 1,1-1 2,0 2-1,0-2-2,0 3-2,0 0 5,0 0 1,0 0-5,0 3-1,0-3 7,-3 3-1,3 0-1,-3-1 1,3-1 0,0 2 3,0-1 0,0 2-1,0-2 11,0 0-6,0 0 4,0 1-8,-1-2 8,1 1-3,-2 1-1,2-1-2,-1 0 8,1 1-2,-1 0-6,-1 1 5,1-2 1,-1 2 4,2 0-7,-2-1 0,2 1 10,0-1-1,0 1-17,0-2 5,-2 0-3,1-1 5,-2-1-9,2 3 0,-2-1 5,0 0 1,2-1-4,-2 3-8,1-1 13,2-1 0,-1 1 6,0 0-8,1 1 4,0 0-2,0 1-1,0 1-4,0 0-2,0 4 10,-4-2-9,4 0-1,-2 2 1,0-1 7,-1 1-2,0 0 7,3 0-8,-4 0 4,1-2 2,1 2 1,0 1 12,-2-4 6,2 2-8,1-2 1,0-1-4,1 0 5,-2 0 2,-2 0 0,4 0-4,-3-2 3,2 5-9,1 0-3,0 0-1,0 1-5,-3 2 5,2-1 2,2 0-8,-2 1 6,1-2 2,0 1-3,1-1-1,-1 2 4,0-2 8,0-3-9,0 0-8,0-6-15,0-1-10,0-3-42,0 0-62,-2-5-159,26-3-1159,-29-9 0,-1-10 0,-2-14 0</inkml:trace>
  <inkml:trace contextRef="#ctx0" brushRef="#br0" timeOffset="1466.2742">24573 1987 1160,'0'1'171,"0"2"62,0-2 43,2-1 25,-2 3 33,0-3 24,0-3 19,0 3 19,0 0 14,1 0-92,-1 0-48,0-1-49,3 0-37,-3-1-21,1 1-32,2-1-23,0 2-19,3-2-17,2 1-12,0 1-12,2 0-17,3 0-12,1-1-5,3 1-4,-3 0-1,4 0 2,0 0-1,0 0-2,4 0-3,-3 0 3,1 0-2,2 0-1,0 0-2,3 0 1,0 0-3,0 0-2,3 0 2,-3 0-1,1 0 0,2 0 0,-3 0-4,0 0 2,-3 0-1,-2 0-1,-1 1 2,-1 0 1,-1-1-2,2 0 1,-1 2 3,1-2-5,-2 1 3,4 0-1,-3-1 4,0 1-1,-4-1-3,0-1-2,0 2 1,-5-1-3,2 0-5,-1 0 2,0 2-3,-1-2 0,4 0-2,4 0-1,-2 0 5,0 0 0,2 0-1,2 1 2,0-1 4,-2 0-4,1 0-1,2 0 1,2 1-4,0-1 1,3 3-4,3-3-1,-3 0-1,-2 1-1,1 0-3,-2-1 2,-1 1 4,-3-2-2,0 1-1,-4 0-7,-3 0-13,-1 0-29,-6 0-42,1 0-60,-5 0-90,6 0-186,-6-9-420,0 7 0,0-1 0</inkml:trace>
  <inkml:trace contextRef="#ctx0" brushRef="#br0" timeOffset="2350.5186">25853 1981 1702,'0'1'168,"0"2"37,3-2 24,-3 1 6,0-2 3,3 2-1,-3-2 3,0 0 9,0 1 20,0 0-105,0 3-34,0 2-29,0 3-12,0 1-2,0 1 6,0 4 10,0 1 6,0 4 10,0-2-12,0 6-12,0-1-8,0 4-4,0-2-5,0 1-1,0 1-4,0-2-5,0-1-9,0 0-18,0 2 0,0-2-5,0 1-5,0 0-3,-3 0-2,0 0-2,2 0-1,-3 1 1,1 0 0,-1-2 1,1-1-3,-1 4-1,-2-2 5,2-3 6,2 4-3,0-1-3,-4-1-2,1 4-1,1-2-3,-4 3 0,2-1-4,2 3 1,-1-1-6,0 2-3,-2-2 2,3 0 8,1-3-8,-1 1 3,1-5 4,2 1 2,1-3-5,-1-1 2,1 1 1,0-2-1,-2 1 9,-1-1-13,-1 1 11,1-1-3,2 1-4,-5 0-11,4 2 11,-4-2-4,1 2-4,-1 2 6,-2 0-15,2-2 9,1 4-11,-1-3 3,1 0-4,3 1 16,-2-3-11,0 0-1,4-2 12,-4-4-4,4-2-16,0-1-24,0-2-29,-2-2-84,1 1-231,8-7-788,-17 3 0,3-3 0,-4-2 0</inkml:trace>
  <inkml:trace contextRef="#ctx0" brushRef="#br0" timeOffset="3640.2951">24465 3631 2413,'0'0'145,"1"0"46,1 0 26,3 0 8,1 0 6,-2 0 7,4 0 13,-1 0 10,0 0 13,0-3-99,1 3-24,2 0-39,0-1-21,1 1-4,1 0-3,4-1-5,-1 1-12,3 0-8,-1 0-12,2 0-11,2 0-8,0 0-9,-1 0-4,1 0-3,2 0-5,-3 0-3,3 0 0,0 0-5,1 0 0,-1 0-4,2 0-1,-1 1-1,1-1-4,-1 1-7,0-1 2,-3 3-5,0-1-3,-3-2 0,3 2 2,-3-1 1,3 0-1,-2-1 2,4 1 2,-3 0 5,2 2 1,-1-1 3,-2 1 5,4-2-1,-4 1-2,2 0-3,-5-1-2,1 1 0,-2 0 1,3 0-1,-2-2 0,3 2 1,-2 0 0,1-2 2,-1 0 1,0 0 4,-3 2 2,3-2 1,-6 0 0,3 1 1,-4 1 1,-1-1 1,1-1-2,-1 2 0,-1-1 0,3-1 1,-4 0 1,4 0-1,2 0 2,-1 0-2,3 0 2,1 0-1,0 0 0,-5 0 1,3 0-2,-6 2-8,-2-2-64,-4 1-141,0-7-758,-6 6 0,-3-4 0,-8-3 0</inkml:trace>
  <inkml:trace contextRef="#ctx0" brushRef="#br0" timeOffset="5259.5909">23945 2189 1293,'0'0'91,"1"0"63,-1 0 50,0 0 36,0 0 30,0 0 38,0 0 45,0 0 33,0 0 19,0 0-43,0 0-37,0 0-56,3 0-48,3 0-33,-2 0-28,7 0-38,-1 0-45,2 0-29,3 0-20,2 0-8,-2 0-2,2 0-6,1 0-2,-3 0-6,-3 0-2,1 0 1,-1 0 0,-2 2-1,3-1-3,1 1-2,-2 0 2,3-2 0,-2 2-1,4-2 3,-5 2 2,3-1-4,-1 1 2,0-2-3,-3 2 1,3 1-1,-4-3-2,1 0 1,-2 2-4,0-2-2,-1 2 1,1-1 3,-3 0-4,0 2 2,1-3 1,3 0 0,-2 0-1,3 2 3,-1-2 0,0 1 1,0 0 0,4 0-2,0 2 0,-2-2-2,0 2 0,0-1 3,-2 1-6,0-1-3,-3-1 2,-2 2 1,-2-2 0,0 0-1,-3 0-6,0-1-1,0 0-3,0 0-2,0 0 1,0 0-2,1 0-3,1 2 0,-1-2-12,-1 1-54,3-1-68,2 1-158,15-5-601,-13 3 0,-3 0 0</inkml:trace>
  <inkml:trace contextRef="#ctx0" brushRef="#br0" timeOffset="7630.002">24740 2133 1745,'0'0'135,"0"0"45,0 0 34,1 0 33,-1 0 41,0 0 33,0-1 29,0-1 18,0 2 15,0 0-70,0-2-44,0 1-38,0 0-28,0 0-30,0 0-41,0 1-33,0 0-32,0 0-20,0 0-18,0 0-11,0 0-11,0 3-6,0 2-5,-1 2-4,-2 5 5,-1 0 0,0 4 5,-1-1 6,3 1 2,-1 0 4,0 3 4,-1-2 0,1 0 1,2 0 4,-1-1-6,1-2 5,1 0-5,0 0-3,0-4-1,0-1-5,0-1-1,0-1-1,3-1 1,4-2-8,0 1-17,2-2-50,4 2-142,5-3-338,-10-1-488,-4-1 0,1-5 0</inkml:trace>
  <inkml:trace contextRef="#ctx0" brushRef="#br0" timeOffset="8070.4863">24716 2280 1740,'0'0'117,"0"0"62,0 0 43,0 0 51,0 0 47,0 0 34,0 0 31,0 0 20,0 0 13,0 0-59,3 0-49,1-1-61,2 0-42,5 0-46,1-2-48,2 1-35,-1 1-37,-3 0-39,-1 1-63,2 0-126,-4 0-278,0-12-579,-2 11 0,2-3 0</inkml:trace>
  <inkml:trace contextRef="#ctx0" brushRef="#br0" timeOffset="9459.0928">25881 2295 1170,'0'0'109,"0"1"32,0 1 17,0 1 10,0 0 16,0-1 27,0-2 23,0 0 21,0 0 21,0 1-53,0-2-10,0 1-13,0 0-7,0 0-4,0 0 0,3 0-14,2 0-14,-1 0-12,5 0-19,-1 0-16,0 0-21,2 0-17,3 0-10,-2 0-2,1 0-13,1 0-13,1 0-5,3 0-8,3 0 3,4 0-5,-1 0-2,5 0-1,1 0 2,0 3-6,2-2 0,0 3 0,-3-2-1,2 1-4,-3 4-2,2-3-2,-1-1 5,0 2 0,1 0-2,0-2-1,-3 2 2,2 0-1,-1 0 3,-3 0 0,-4-1-3,-2-1 3,-8 0-6,-3-1-2,-2 1 2,-2-2 1,-3-1 3,0 0 3,0 0-1,3-1 1,-3 1-6,0 0-33,0 0-67,0 1-201,19-5-763,-26 4 0,0-2 0,-9-1 0</inkml:trace>
  <inkml:trace contextRef="#ctx0" brushRef="#br0" timeOffset="11242.3405">25598 2198 920,'0'0'83,"0"0"26,0 0 20,0 0 28,0 0 25,0 0 30,0 0 34,0 0 16,-1 0 17,-1 0-40,1 0-20,-5 0-21,4 0-16,-1-2-24,-4 2-24,0 0-23,-2-4-33,0 4-10,-2-3-10,3 1 0,-2 0-6,2 1 3,-1-2 6,1 1-2,-3 2-2,1 0-3,0 0 1,-1 0-3,-1 0-5,1 2-5,-3 1-7,5 2-4,-1 2-8,2 0-1,4 0-3,1 2-6,1-2-8,2-1-8,0 2-4,2-3 0,-2 0 5,3-2 6,3 1-5,5-3-11,1 2-33,4-3-42,-1 0-29,-1-3-37,-1 2-24,-1-5-6,-1 2-8,-3-1-3,-2-1 20,1 1 30,-3 0 57,-3 1 65,6-1 51,-5 3 54,-2 0 35,1-1 21,2 1 12,-1 2-3,1-4-12,0 3-11,-2-1-16,1 1-14,-2 1-16,0 0-7,0-2-5,0 2-15,0 0-8,0 0 0,0 0-1,0 2-2,0 1 3,0 4 5,-3 2 6,0 3 3,-4 6 2,3 0 6,-4 1 2,-3 2-1,5 0 2,0 1-4,-2 0-2,3-2-7,-1 2-5,2-4-6,0-2-6,0 1-5,4-5-7,0 1-1,-2-6-4,2 1 1,0-2-8,0-2-2,0 1-3,0-3 2,0 0 1,0-2 5,0 0 4,0 0 8,0 0 10,0 0 10,2 0 0,-1 0 5,6-2 11,0-2-7,3-1-1,2-3-19,1-2-20,1-3-15,2-3-16,-3-2-14,5-1 0,-6 0-4,1 1-8,-1 2 3,-3 5-1,-4 2 12,0 0 14,-4 6-2,-1 2-17,1-1-51,-2 2-70,1 0-104,1 0-196,-3-10-567,-3 8 0,-3-1 0,-2 3 0</inkml:trace>
  <inkml:trace contextRef="#ctx0" brushRef="#br0" timeOffset="12518.9709">24594 2685 1121,'0'0'89,"0"0"43,0 0 36,0 0 27,0 0 14,0 0 11,0 0 18,0 0 28,-1 0 22,-1 0-44,-3 0-15,-1 0-16,2 0-21,-3 0-21,-1 0-7,1 0-5,-2 1-8,1 0-16,1 2-17,-3 2-5,4 0-10,0 2-20,-1 1-15,3-2-3,-2 5-3,6 1-6,-2-2-2,2-1-11,0 2-7,0-1-4,2-1-7,-2-2-1,2 3 1,3-3-7,2-1 1,0-2 4,4-2-2,-1-1 2,0 1-2,2-2-5,1-3-5,-1-1-7,2 0-3,0-2-2,-4-1-5,-1-2-7,-3 1-10,-2 1-3,2 1 1,-6-2 4,0 0 6,0 2 3,0-3 2,0 2 5,0-1 2,-2 1-4,-6 1 2,-2 1-2,-3 0-12,-2 1-25,0 3-59,2 0-102,1 1-185,2-9-551,2 8 0,1-2 0,6 0 0</inkml:trace>
  <inkml:trace contextRef="#ctx0" brushRef="#br0" timeOffset="13393.7437">24592 2554 1092,'0'0'134,"0"0"54,1 0 36,-1 0 22,0 0 12,0 0 16,0 0 25,0 0 35,0 0 30,0 0-69,0 0-33,0 0-43,0 0-30,0 0-27,0 0-12,0 0-17,1 0-17,0 2-27,4-1-28,-1 4-13,7 2-14,0 1-6,0 1-6,6 0 9,-1 2 1,1-1 0,2 2-8,-1 3-8,-2-1-3,0-2-7,0 3-2,-4-2-3,1 0-2,-1-3-2,-5 1 0,3-2-4,-2-3 1,-4 0-1,-1 0-2,0-3 1,-3 0-2,2 0-6,-2-1-6,0 1-11,0-2-12,0 1-10,0 0-5,0-1-2,0 0 2,0 1 4,0-2 3,0 2 9,-2-1 9,-4 2 14,-1 0 14,-3 3 15,-2 1 8,-8 1 3,0 4 3,-8 0 0,-1 2-2,0 2-1,0-3-2,1 1-12,4-3-80,8-1-296,-2-3-520,1-5 0,5 0 0,0-2 0</inkml:trace>
  <inkml:trace contextRef="#ctx0" brushRef="#br0" timeOffset="14536.242">23931 2708 1798,'0'0'73,"0"0"13,1 0 12,1 0 13,3 0 15,1 0 14,4 0 10,0 0 7,2 0 4,1 0-51,2 0-17,1 0-8,2 0-10,2 0-10,2 0-13,0 0-14,3 1-10,-2 1-6,2 0-2,0 1-4,-4 0 0,2-2-4,0 3-2,-4-3-4,1 2 1,-1 0-1,2-3 1,0 2-2,0 2 0,2-4-3,-3 3 2,-3-3 0,-1 1-1,-5-1 2,2 0 1,-4 0 9,-2 0 8,0 0 7,1 0 3,-3 0 4,3 0-1,-1 0 0,1 0 2,-1 0 0,1 0-1,2 0-12,-4 0-8,-2 0-12,-1 1-25,1-1-61,-3 0-141,1-2-137,-4 2-299,-3-3 0,-2 3 0</inkml:trace>
  <inkml:trace contextRef="#ctx0" brushRef="#br0" timeOffset="15833.9588">23275 2550 1390,'0'0'46,"-4"0"11,3 0 22,-5 0 27,-1 0 38,-3 0 36,0 0 27,-2 0 22,1 3 23,0-2-19,-3 1 20,4 4 15,-2 0 4,1 0 1,4 3-8,1 2-15,4-1-12,0 5-13,5-3-21,4 0-18,0 0-29,3-1-33,6-2-52,2 0-118,2-1-314,-1-19-700,-1 12 0,-5-3 0,-1 0 0</inkml:trace>
  <inkml:trace contextRef="#ctx0" brushRef="#br0" timeOffset="16331.6998">23479 2482 1834,'0'0'144,"1"0"42,-1 0 26,0 2 15,3-4 12,-3 2 15,0 0 10,0 0 24,0 0 36,0 0-64,0 2-22,0 4-22,0 2-14,0 7-5,0 3-8,0 4-14,0 1-8,0 1-22,0-4-31,0 0-35,0-2-23,0-4-18,0-5-14,0 0-14,0-2-22,0-1-34,0-1-73,0 0-142,0-3-215,0-8-557,0 6 0,0-2 0,0-1 0</inkml:trace>
  <inkml:trace contextRef="#ctx0" brushRef="#br0" timeOffset="16850.873">23669 2497 1350,'0'0'90,"0"0"66,0 1 51,0 2 36,0-1 32,3 1 40,-3 3 35,0 0 25,0 3 14,0 0-36,0 5-27,-3 1-55,3 3-46,-2 1-31,-3 1-29,2 0-37,0-3-32,1 2-24,2-5-14,-3-2-30,3-1-52,-1-5-129,1 2-256,-2-8-607,-2 2 0,1-1 0</inkml:trace>
  <inkml:trace contextRef="#ctx0" brushRef="#br0" timeOffset="17257.9106">23716 2665 948,'6'-2'151,"0"-2"38,6-1 21,2-5 18,2-1 15,0-1 20,-1 1 13,-3-3 5,2 3 4,-3 0-90,-1 2-60,1 1-35,-5 4-25,-4-1-35,1 1-61,-1 4-62,-2 0-41,0-1-65,0 1-41,0 0-40,0-2-49,0 0-157,-5 1 0,-3 4 0,-2 0 0</inkml:trace>
  <inkml:trace contextRef="#ctx0" brushRef="#br0" timeOffset="17492.8636">23752 2606 522,'-4'4'93,"2"2"33,2 2 37,-2 3 59,2-2 44,0-1 36,0-1 36,2 0 39,0-1 34,6 1-31,2 0-11,3 1-27,6 0-33,-1 0-63,0 1-82,1 1-146,0-2-254,-7-8-646,-4 8 0,-2-5 0,-6-2 0</inkml:trace>
  <inkml:trace contextRef="#ctx0" brushRef="#br0" timeOffset="28185.9228">25114 3626 983,'0'0'75,"0"1"37,3-1 40,-6 1 35,3-2 32,0 2 35,0-1 30,0 0 23,0 0 31,0 0-15,0 0-13,0 0-27,0 0-32,0 0-28,0 0-27,0 0-30,0 0-25,0 0-23,0 0-30,0 0-24,0 0-20,-3 0-9,1 0-8,-4 0-2,-1 0-5,0 0-5,0 0-3,1 0 2,0 0-3,0 0 0,-1 0-1,2 0-2,-1 0-1,2 0-3,-6 0 0,3 0-2,2 0 2,-2 3-2,0-1 2,1 1 1,2 1-1,0 0 0,0 1 1,-2 0-2,1 0 2,1 2 0,1-1 2,-2 0-3,3 0 0,-1 0-1,2-1 3,0 0 3,1 2 1,0-1 2,1-3 3,-1 2 7,0 2 5,4-4 2,-1 3 5,4-3 3,2 1 1,1-2 1,-2 1 0,3-1 3,-2-2-5,0 1-5,1-1-7,0 0 3,1 0-5,0 0-1,0 0-1,-1 0-5,0-1-1,-1 1-1,-2-2 1,1-1-1,0-1-2,0-1-2,-4 1 0,3-1 0,-3 1-3,-1-2 1,0 2 0,-1-1-5,-2 0-2,2 0-1,-2 1-3,0 1-3,0-2-4,0 2-4,0-1-5,0 2-11,-4-2-5,-2 1-6,0 0-10,-1 0-14,-3 1-18,2 2-34,-1 0-89,3 0-184,4 0-176,-7 2-321,1 1 0,1 0 0,-1 0 0</inkml:trace>
  <inkml:trace contextRef="#ctx0" brushRef="#br0" timeOffset="29027.6511">25045 3796 1118,'0'0'76,"0"0"32,0 0 35,0 0 32,0 0 33,0 0 29,0 0 27,1 0 21,-1 0 15,0 0-44,0 0-14,0 0-21,0 0-27,0 0-26,0 0-30,0 0-31,0 0-25,0 0-18,0 0-9,0 1-10,0 1-5,0 0 0,0 5-7,-1-3 4,-2 2 13,-1 1 5,0 1 8,-1 1 4,1-1 7,2 4 5,-1 1 0,0-1-4,-1 0 3,-1 3-8,2 0-12,0-2 5,-1 2-4,-2-1-7,-2 4-5,6 1-2,-7 0 1,2-3-4,1 3-5,1-1-2,-1-2-1,0 1-4,1 0-7,0-3-1,3 0-2,-4 0-3,4-2-6,0-1 2,1-2 3,-2-2-2,2-3 0,0 3-7,-1-1 6,-1 0-3,3 0-6,-1 0 0,1-2 1,0-1-3,-3-1-1,3-2 1,0 0 0,0 0 0,0 0-7,0 2-22,0-2-123,9 0-422,-8-2-492,1-3 0,0-10 0,1-6 0</inkml:trace>
  <inkml:trace contextRef="#ctx0" brushRef="#br0" timeOffset="30318.2046">24913 3357 994,'0'0'108,"3"0"41,1 0 40,1 0 33,1 0 30,1 0 28,3-1 30,-2 1 29,1 0 24,-1-1-57,1 1-22,-2 0-32,2 1-32,-5 3-22,0 2-22,-2 1-20,0 5-28,-2 0-28,1 1-25,-2 1-10,2 0-20,-2-4-21,-1-1-10,1-1-8,-1-3-9,-1-2 1,3-1 4,-2-2-4,2 0-8,0-2-4,0-6-9,0-3 11,2-3-6,4-2-11,3-2-9,1 4-12,5-2-9,0 5 4,-2 1 4,-4 0-5,1 3-19,-3 4-42,-1-1-50,-4 3-117,5-3-149,-4 3-318,-6 1 0,3 0 0,0-3 0</inkml:trace>
  <inkml:trace contextRef="#ctx0" brushRef="#br0" timeOffset="30893.6599">25268 3345 2199,'2'0'136,"0"0"41,-1-1 23,4 1 25,-5-1 11,1-1-13,-1 1-14,0 1 8,-4 0 7,0 0-81,-3 0-46,-1 1-37,-1 2-23,2 0-24,3 2-10,0 2 23,0 0 20,1-1 1,3-2 6,0 2 11,0 0 6,3 0-1,1 1 5,0 1 6,2 1-3,2-2-5,-2 2-1,1-2-10,-5 2-12,1-2-17,-3 1-11,0-2-10,0 2-9,-5-2-12,-2 0-47,-3-2-81,-3 2-153,8-4-218,-10 1-354,5-3 0,6-3 0,1-3 0</inkml:trace>
  <inkml:trace contextRef="#ctx0" brushRef="#br0" timeOffset="31503.0357">25432 3237 2006,'0'0'98,"0"0"24,0 0 14,0 0 3,2 0 4,-2 0 15,0 0 35,0 0 23,0 1 23,0 1-48,0 1-5,0 2-10,0 2-2,0 1 11,-2 2 6,-1 3-2,0 1-23,-4 0-16,2 2-16,-2 1-21,-3 1-8,3-2-7,-1 2-4,4-2-10,1 0-10,0-5-9,3 2-11,0-3-6,0 0-4,0-3-7,0 2-8,2-5-6,2-1-7,0 2-9,7-2-34,-1-2-109,1 0-244,-3-30-728,-1 23 0,-4-2 0</inkml:trace>
  <inkml:trace contextRef="#ctx0" brushRef="#br0" timeOffset="31732.4166">25387 3434 2715,'0'0'125,"0"0"70,3 0 18,0-2 15,4 2 5,4-3 1,4 1-31,2 1-136,14-5-909,-19 4 0,1-3 0,-7 0 0</inkml:trace>
  <inkml:trace contextRef="#ctx0" brushRef="#br0" timeOffset="37959.2042">19923 4350 917,'0'0'37,"0"0"21,0 0 14,0 0 26,0 0 36,0 0 40,0 0 34,0 0 30,0 0 23,0 0-5,0 0 3,0 0-12,0 0-8,0 0-19,0 0-34,0 0-34,0 0-30,0 0-28,0-1-20,0 1-19,0-2-12,0 2-10,0-3-8,0 0-8,0 1-6,0 1-9,0-1 0,-6 0 0,1 2 0,-4-2 4,-2 2-4,-1-1 15,-2 4 9,1 0 17,-4 4 17,4 4 14,-1 6 12,3 1 6,7 5 8,3-1 9,2-1 7,6 0-17,3-4 1,2-3-22,9-2-78,1-3-258,-2-21-739,-1 10 0,-1-1 0,-7-6 0</inkml:trace>
  <inkml:trace contextRef="#ctx0" brushRef="#br0" timeOffset="38616.9098">20128 4293 1046,'0'0'107,"0"0"46,0 0 44,0 0 26,0 0 15,0 0 7,0 0 8,0 0 32,0 0 48,0 1-35,0 4 6,0 2-20,0 3-17,-1 8-11,-1 3-1,2 2 3,-1 1-4,1 1-27,0-4-42,1 0-45,-1-4-30,0-3-26,0-1-18,0-5-20,0-2-27,0-1-29,0-3-52,0-1-141,6 0-354,-3-1-503,-3 0 0,2-3 0,1-2 0</inkml:trace>
  <inkml:trace contextRef="#ctx0" brushRef="#br0" timeOffset="39122.2694">20282 4293 1661,'0'0'89,"3"0"47,-3 0 54,0 2 40,4 3 42,-4 2 30,0 2 34,0 3 28,0 1 14,0 3-38,0 3-24,0-2-42,0 3-50,0-1-34,0-3-40,0 1-28,0-2-32,0-1-26,0-5-16,0 0-29,0-2-50,0 0-60,0-1-127,0-2-158,2-4-639,-8 4 0,3-3 0,2-2 0</inkml:trace>
  <inkml:trace contextRef="#ctx0" brushRef="#br0" timeOffset="39585.7766">20303 4497 1362,'7'-3'77,"-3"-4"41,9-1 20,3-5 14,-1 1 13,2-1 17,7 1 14,-6 1 4,0-2 2,-3 5-51,-7-1-24,-2 3-66,-2 2-80,-4 2-36,1-1-16,-3 3-12,-2 0-13,-3 0-4,-3 3-3,-1 2-3,-3 0 1,1 2 24,4 1 63,-4-1 28,-1 3 25,9-2 14,-4 1 24,4 1 36,2 1 21,3-3 33,0 2 38,0-2 31,3 0 28,1-1 13,3 2-17,1-2-17,7 1-55,-1 1-162,6-3-240,-6-25-644,2 20 0,-3-2 0,2-4 0</inkml:trace>
  <inkml:trace contextRef="#ctx0" brushRef="#br0" timeOffset="41463.8498">21124 4355 1615,'0'0'141,"0"2"37,3-2 35,-3 2 31,0-2 33,3 0 38,1-2 24,4 1 21,-1 0 22,5 1-84,-2-2-30,4 1-32,2 1-29,-3 0-29,-1 1-27,-2 5-36,-1 3-23,-1 1-19,-4 6-18,-2 0-17,-2-2-11,0-3-6,0-1-7,0-2-6,0-2-7,0-2-3,0-3 5,-2 0-4,-2-1-6,4-1-6,-2-3-8,1-2-9,2-4-11,1-5-5,2 0-12,4-2-4,3 1-11,6 3-14,-3 1 2,0 3-14,-3 5-86,0 1-66,-4 1-184,21-5-435,-24 7 0,2-1 0,-4-1 0</inkml:trace>
  <inkml:trace contextRef="#ctx0" brushRef="#br0" timeOffset="41895.936">21516 4362 2361,'2'0'123,"2"0"43,-2 0 32,0 0 9,-2 0-26,0 0-1,0 0 13,-4 0 6,-2 0 4,-3 2-84,-1 0-37,0 2-46,4 2-32,0 0-3,3 2 40,3 1 22,3 0 8,4 1 3,0-2 5,3 1 2,5 0 3,-5 0 8,0 0 2,-4 1-7,0-2-17,-5-2-25,-1 2-19,-4-5-20,-2 3-52,-5-3-92,-1 1-196,-5-11-595,-1 7 0,3-3 0,4-3 0</inkml:trace>
  <inkml:trace contextRef="#ctx0" brushRef="#br0" timeOffset="42356.0381">21679 4246 2044,'0'0'74,"0"2"62,0 1 24,0 6 32,0-2 16,0 4 37,-3 1 24,0 4 17,3 0 20,-3 0-19,3 1-23,-2 1-46,2-1-11,0 1-27,0-1-8,0-1-34,0-1-24,0-2-14,0 0-20,0-4-15,0 0-22,0-3-38,0-2-54,0-1-75,2 1-212,-2-15-720,0 11 0,0-3 0,3-3 0</inkml:trace>
  <inkml:trace contextRef="#ctx0" brushRef="#br0" timeOffset="42543.9232">21637 4444 2358,'2'0'187,"2"0"49,3-3 35,4 3 17,-2-3 2,7 3-14,2 0-70,1 0-204,-5-12-824,-3 9 0,1-1 0,-4-2 0</inkml:trace>
  <inkml:trace contextRef="#ctx0" brushRef="#br0" timeOffset="43816.0596">22428 4239 1726,'0'0'148,"1"0"39,-1 0 29,0-2 22,0 0 26,0 1 30,1-3 30,1 2 24,-2 0 21,0-1-84,4 1-42,-4 1-29,0 1-27,0-1-20,1-1-19,-1 2-20,3 2-26,0 4-18,0 1-15,-1 4-7,0 6-6,-1-1 5,-1 4 15,2 1 7,-4 2 4,2 1 3,2-2 6,-2-2 4,0 1-3,0-3-6,0-2 1,0 0-8,0-6-18,0 0-9,1-4-10,0 2-5,1-4-11,3 1-39,2-1-53,-1-2-49,3 0-103,10-2-462,-10 0-523,-2-4 0,0-2 0,-1-5 0</inkml:trace>
  <inkml:trace contextRef="#ctx0" brushRef="#br0" timeOffset="44062.8562">22432 4390 2931,'3'0'157,"2"0"75,3 0 52,9-1 22,0 0 9,8-2 4,0 0-9,4 2-51,-1-2-168,15-2-1131,-18 4 0,-3-3 0,-4-3 0</inkml:trace>
  <inkml:trace contextRef="#ctx0" brushRef="#br0" timeOffset="45820.1466">23500 4248 1063,'0'0'81,"0"0"33,0 0 29,0 0 33,0 0 28,0-2 21,0 2 17,0-3 18,0-1 24,-3-3-41,-1 3-26,-2-2-28,-1 0-29,-1 3-31,-2 1-23,-4-2-19,2 2-8,-3 1-4,1-2-15,0 3 4,0 0 5,2 0 3,-1 4 13,2-1-2,3 3 3,4 2-2,-2 2-10,6 1-16,0-4-10,0 3-3,4-3 1,3-1-15,5 0-23,4-2-27,3-2-56,1-1-42,-2 1-38,-2-4-14,-3 1-12,-1-3-8,-5-1-15,-1-2 15,-2-1 22,-3-2 48,2 2 72,-3 2 51,0 1 49,0 2 18,0 1 16,0 0-1,0 0-1,0 2-5,0-1-10,0 1-19,0 0-14,0 1 4,0 2 10,-4-1 13,0 2 11,0 5 30,-2 0 19,3 4 17,-1 2 13,0 5 15,-2 2 2,4 3-8,-3 3-16,0 3-12,0 0-13,-1-1-25,-1 0-19,0-2-14,1-5-18,-2 1-17,2-6-6,3 0-7,1-5-2,-2-7-2,1 0 2,3-2 3,0-3 7,0-1-2,0-1-10,0-3-2,0-3-6,2-2-5,3-2-5,-1-4-14,6 2-13,5-1-25,2 2-34,5 0-42,2 1-96,-2 2-206,-1-15-587,-5 14 0,-3-1 0,-2-2 0</inkml:trace>
  <inkml:trace contextRef="#ctx0" brushRef="#br0" timeOffset="46827.1444">23651 4381 1406,'0'0'90,"3"0"50,-3 0 24,2 0 10,1 0 10,-3 0 18,6 0 32,-4 0 35,4 0 14,-4 4-40,3 1-23,-4 4-35,-1 3-14,0 2-7,0 0-3,-1 1-15,-1 1-30,-1-1-32,0-3-14,0-2-12,1-2-10,0-2-12,2-1-9,0-3 2,0-1 1,-3-1-1,3 0 4,0 0-1,0-2-2,0-1-8,3-2-4,-1-3-14,0-3-6,4 2-21,0-2-16,0-1-27,5 3-24,0-1-10,-1 2-6,0 2 4,1-2-4,-3 4 10,-2-1 3,2 2 20,1 1 16,-1-2 40,0 3 29,0-2 18,-2 2 16,-2 0 20,1 1 16,-2 0 8,-3 1 11,3 1 0,-3 5-4,0-1-14,0 4-3,0-1-8,0 1-8,-3 0-14,3-2-12,0 3-4,-3-4-10,3 0-26,-1 0-48,-3 1-76,4-3-144,0-3-247,-4-1-330,1 0 0,3-3 0,0-3 0</inkml:trace>
  <inkml:trace contextRef="#ctx0" brushRef="#br0" timeOffset="47265.7697">24027 4397 2940,'0'0'63,"0"0"31,0 0 19,0-3 8,0 3 27,0 0 43,0 0 25,0 0 33,0 3 13,0-1-33,0 3-1,-3 4-25,0 2-14,2 0-5,-2 6-25,0-3-42,3 2-23,-3-1-33,1-4-15,0-1-28,1-2-49,-2-1-87,2-2-144,1-3-270,-3-1-464,-1-1 0,-2-1 0,1-4 0</inkml:trace>
  <inkml:trace contextRef="#ctx0" brushRef="#br0" timeOffset="47557.8356">23923 4498 2193,'0'0'178,"0"0"60,1-1 37,0 1 24,1-3 28,3 0 23,4-1 14,2 2 11,2-1 4,2 1-108,1 1-64,2-1-60,-2 2-50,-1-2-55,0 2-94,-1-1-162,1 0-251,-5-24-537,0 21 0,-3-2 0,2-1 0</inkml:trace>
  <inkml:trace contextRef="#ctx0" brushRef="#br0" timeOffset="47967.0482">24226 4397 2310,'0'0'162,"2"0"48,-2 0 30,0 0 7,0 0 2,1 0 11,-1 0 20,0 0 34,0 0 19,0 5-109,-1 2-23,-1 3-28,-2 3-19,3 4-3,-5 3 5,4 1 0,-1 1-21,0 0-36,2-2-35,-2 0-61,3-3-181,0-9-1010,0 0 0,0-3 0,-4-5 0</inkml:trace>
  <inkml:trace contextRef="#ctx0" brushRef="#br0" timeOffset="50913.0006">22941 4027 1069,'0'1'102,"0"4"53,0-1 51,3 3 45,-2-1 33,-1-2 22,2 0 31,0-1 25,-2 1 14,4-1-48,-4 2-32,0 0-46,0 0-41,0 3-35,0 1-25,0 1-19,0 1-28,0 1-18,2-1-12,-2 3-8,0-1-6,0 2-1,0-1-4,0 0-6,0 2-2,0 0 6,1 1 2,2-1-3,-3 0 0,1-1-3,1 1 0,2-4-7,-1 2-4,-1 0-1,1-2-6,0 2-6,-2-2-4,2-1-3,-3 3-2,4-4 4,-1 3-4,-2-1 4,1 1 8,2 0 9,-3-2 14,-1 2-2,6 0 4,-5-1 8,2-2 3,0 1 1,0 0 10,1 1-3,-2-1-12,1 1-16,-1 1-9,0 1 2,0-1-4,2 0-13,0-1 0,0 0-8,-1 2-6,1 0-2,-1 2 8,0-1 5,1 2 8,0 0-3,0-3 3,-2 1 6,3 0 2,-2-1 12,0-2-8,1 3 7,0-1-2,0-1 1,0 2-17,2 2-2,-3-1 5,2 3-9,-2-1-3,1 2-9,-4 1 2,3-2-4,-2 0-2,1 1-4,-2-3 9,0 1 4,0-2-11,0 0 6,0 1 2,0-1-4,0 2-2,0-1 5,0 2 2,0 0 8,0 2-8,3 0-4,-3 2 11,1-2 6,-1 1-4,0-2 6,0 1 6,1 0-7,-1-1 1,2 1-11,-2 0 3,0-1 7,0-2-9,0 3-2,0-1-1,0 0-4,0 2-2,0-1-7,0-4 3,0 1 1,-2-1-2,1 2-2,-3-2 4,4 0 3,-4-2-3,4 0 0,-2 0 5,-2-1 6,2-1 0,-3 1-15,4-1 12,-2 2 2,3-1-8,-6 2-3,5 0-4,-2 1 6,-1-1-6,2 4 13,0-1-9,2-2 19,-3 2-9,2-1 3,1-2 4,0 0-6,-2 1 7,4-3 2,-5 0-4,3 1-10,-6-2 3,4 3-3,0-2 3,-2 1 2,3 0-12,0 0 3,-1-4 1,-2 5-10,4-5 6,0 1-3,-2-2 0,0-1-15,0-2-11,-1 0-18,-1 0 15,3-1-20,-1-1 0,2-2-1,-1 1 1,0 0 3,-2 0-6,-1 0 9,1-2 5,0 2 9,2 0-2,1-2 19,0-2 4,-2 1 0,0-1 8,2 0 1,0 0 11,0 0 14,0 0 12,0 0 0,0 0 14,0 0 0,0 0-3,0 0 0,0 0-9,0 0 0,0 0-11,0 0-3,0 0-23,0 3 6,0-3-9,0 2 3,0 2-3,0 1 0,0 1 1,0 0 4,0 0 7,0 4-6,0-1 19,0-1-13,0 3-1,0 1 3,0 2 2,0-1 4,0 2-4,0 0-12,0 2 12,0 0-1,0 2-8,0 2 12,0 1-8,0-1-3,0 3 4,2-3 0,1 5-3,0-2 10,-2-1-21,1 2 13,-1-1 2,2 1-3,-3 0 3,2-1-3,-1 2-1,0 0-3,0 1 3,2 0-7,-3 0 12,3 1-5,-2 1-11,2 0-2,-1 2-1,-1-3-3,-1 3-2,1-1-3,-1-2 10,0 3 6,2-1-6,-1 0-2,2-1 1,1 0 9,0 1 0,0-4 3,-1 2 0,3-1-1,-5 1 0,2 0-12,-1-3 5,0 2-1,1 0 3,-2 3-4,-1-1 0,2 2-1,-2 1-7,0 1 9,0-2-3,0-1 3,0 2 1,0-4-3,0 3 4,0-3 3,-2 1 1,-2-1-3,0 2 7,0-4-2,1 1-8,-3 0 10,4-3-8,0 1-20,-2-2-32,2-2-62,0-1-84,-2-4-126,4-2-327,-6-13-654,1 0 0,0-4 0</inkml:trace>
  <inkml:trace contextRef="#ctx0" brushRef="#br0" timeOffset="53087.4069">19707 4778 1476,'0'1'105,"1"-1"48,0 0 40,4 1 29,0-2 18,6 1 14,2 0 24,1 0 17,2 0 21,6 0-47,2 1-24,4 3-37,3-1-31,6 2-27,0-1-16,1 3-10,4 0-24,3-1-14,2 0-20,2 0-20,4 0-12,6 0-10,1 0-1,6 0 0,2-2 2,-1 1 1,-2-1 1,-1 0-3,-4 0 1,-3 1-2,-3-1 0,-2 1-1,-2 0-2,0 0-6,-2-1-1,1-2-3,1 0-4,0 1 1,2-1 1,1-2-1,-1 4-1,1-3 0,-1 1-4,-2 1 1,2-1-3,0 0 1,-2 0 2,1 1-1,-1-3-2,0 0 2,-3 1-1,-3-2 1,1 1-1,2 0 0,0 0 1,3 0-2,3 0 0,-3 1-1,5-1 0,-2 1-2,-2 1-2,-1 0-6,-4-1-3,-3 0-3,-2-1-2,-3 0 1,-2-1-3,1 1 2,-2 0 1,4 0 1,1 0 2,2 0 4,2-1 6,0 1 3,-2-2 0,1 0 2,-1 1 0,0 0 0,-5-2 1,3 1-2,-5 0 1,1-1 0,0-1 0,1-1 4,3 3 0,-1-3 1,3 1 4,-2 2-1,0-1 2,-5 0 5,2 0 3,-3 2 3,3-2 0,-1 0 2,2 1 5,-1 0 2,5 0 1,-5-1 8,7 2 6,-1 0 2,3-1 2,4 1 2,3-1 5,1 1 4,6 1 12,2 0 1,2 0 6,1 0 5,-3 0-8,-6 0-2,-10 0-8,-9 0-36,-12 0-52,-7 0-112,3 0-482,-14 0-526,-4-3 0,1-6 0</inkml:trace>
  <inkml:trace contextRef="#ctx0" brushRef="#br0" timeOffset="54855.062">19486 1761 2046,'0'0'136,"0"0"34,0 0 25,0 0 42,0-3 31,0 3 29,0 0 20,0-4 19,0 2 9,0-2-89,0 1-43,0 0-32,0 1-32,0 2-39,-3-5-33,1 2-40,-4 0-10,-4-1-17,-2-1-13,3 1 0,-3 1-3,-1-1 3,1 2 5,-1 0-2,1 4 1,-1 0 11,4 4-7,-1 0-2,3 5 4,2 2-10,2 3-4,3-2-11,3-2-5,-1 0-7,7-1-5,2-6-15,4-1-27,2 0-49,4-4-64,-2-2-33,-1 1-25,0-5-11,-7-2 2,-1-2 7,-3-2 27,-3 2 41,0 0 49,-3 2 73,-1 3 90,1-1 48,-2 1 33,2 2 12,-1 3 6,0 0 1,0 0-15,-2 4-18,-2 2-7,0 5-7,-6 8-10,2 2-4,-5 6 8,1 3 9,1 3 5,-3 0-1,4 1-4,-1-2-6,6-4-17,-1-9-14,4-2-10,2-8 6,0-3 12,2-4 13,5-2-1,5-1-10,5-3-23,4-2-44,7-1-95,4-3-226,-7-12-613,2 13 0,-5-2 0,-4 1 0</inkml:trace>
  <inkml:trace contextRef="#ctx0" brushRef="#br0" timeOffset="55405.864">19709 1895 2205,'2'2'71,"2"0"33,-2 2 28,-1 2 39,0 5 17,-1 3 4,0 1 6,0 1 0,0-1 5,0 0-38,0-3-28,0-4-27,0-2-22,0-4-27,0-1-26,0-1-19,0-1-23,4-1-13,-1-4-17,1-1-9,4-5-17,2-2-8,5 1-6,1 2-4,2 0 34,-3 1 36,3 6 34,-1-1 22,-6 3 27,-3 0 21,-5 4 13,-2 2 9,1 2 3,-2 3-1,0 4-23,0 0-19,0-1-13,0 1-31,-2-5-81,2 0-95,13-7-299,-12-1-381,1-1 0,3-3 0,-4-3 0</inkml:trace>
  <inkml:trace contextRef="#ctx0" brushRef="#br0" timeOffset="55755.2045">20047 1891 2708,'0'0'56,"0"0"36,0 1 34,0 5 34,0 1 31,0 6 14,0 4 13,0 3 12,0 0 13,0 1-29,0 0-15,0-5-32,0 1-34,0-3-46,0-2-61,0-3-93,0-2-122,0-4-248,-2-2-435,-2-1 0,-3-4 0,0-3 0</inkml:trace>
  <inkml:trace contextRef="#ctx0" brushRef="#br0" timeOffset="56036.816">19966 2021 2197,'0'0'169,"0"0"42,0 0 28,1 0 27,-1-4 25,3 4 20,0-4 23,1 3 8,3-3 11,5 0-102,1 1-57,5-1-41,0 2-31,3-1-51,1 1-71,-2 0-147,0 2-298,0-5-537,-7 3 0,1-1 0,-1-1 0</inkml:trace>
  <inkml:trace contextRef="#ctx0" brushRef="#br0" timeOffset="56483.2533">20303 1899 1869,'0'0'93,"0"0"25,0 0 48,0 0 48,1 0 48,-1 3 38,0 0 40,0 4 29,0 2 20,0 6-67,0 3-11,0 2-22,0 2-46,0 0-46,0-1-43,0-2-39,0-1-39,0-5-41,0-1-68,0-1-144,6-3-323,-6-6-530,0 0 0,0-6 0,3-5 0</inkml:trace>
  <inkml:trace contextRef="#ctx0" brushRef="#br0" timeOffset="57056.0251">20506 1908 1812,'0'0'124,"0"0"62,0 0 34,1 0 30,-1 0 32,0 0 36,0 0 36,0 0 32,0 0 10,0 0-68,4 0-32,1-2-54,4 2-30,3 0-24,6 0-30,6 0-38,1 0-24,4 0-32,0 0-9,2 0-23,-5 0-16,-3 0-21,-4 0-30,-5 2-42,-5 2-65,-3-1-76,-4 1-134,12-4-709,-11 1 0,0-2 0,-3-2 0</inkml:trace>
  <inkml:trace contextRef="#ctx0" brushRef="#br0" timeOffset="57436.275">20781 1827 1940,'0'0'109,"0"0"15,0 0 45,0 0 36,0 0 18,6 0 17,-3 0 21,1 2 29,6 2 13,-2 1-99,2 3 9,-2 0-11,0 5-41,-2 2-32,-2 1-17,-1-1-12,-2 4-21,0-1-29,-2-1-12,-3 1-10,0-2-9,-2-2-8,-4-2-7,-3-3-22,-4-1-104,-2-1-208,1-14-618,-1 7 0,4-4 0,7-2 0</inkml:trace>
  <inkml:trace contextRef="#ctx0" brushRef="#br0" timeOffset="58141.8623">21184 1811 1560,'0'1'148,"0"-1"36,0 0 20,0 1 16,0-2 10,0 1 14,0 0 15,0 0 22,0 0 26,0 0-82,0 0-40,0 0-28,0 0-17,0 0-14,0 0-7,0 0-6,0 0-1,0 5 11,-1 1-9,0 5-9,-4 4-7,-1 5-4,-1-1-4,4 1 7,-1-5-7,1-1-4,3-2-13,0-6-36,0 1-20,0-5-9,0-1-52,0-1-95,0 0-156,3-5-227,-1-19-447,0 12 0,1-3 0,3-2 0</inkml:trace>
  <inkml:trace contextRef="#ctx0" brushRef="#br0" timeOffset="58388.2092">21201 1849 1967,'2'0'159,"4"-3"46,-1 3 43,2 0 43,-2 0 31,3 3 22,-3 3 20,1 1 18,2 7 9,0 2-114,2 0-35,1 2-44,0-2-40,2-3-44,-4-1-30,4-1-32,-4-4-48,-1-2-102,0-3-204,9-3-268,-12-3-396,0-2 0,1-6 0,-2 1 0</inkml:trace>
  <inkml:trace contextRef="#ctx0" brushRef="#br0" timeOffset="58703.3654">21425 1779 1982,'0'0'194,"1"-4"48,1 2 20,-1-1 4,-1 1 0,0 2 6,0 0 42,0 1 31,0 3 28,0 4-120,0 6-43,0 6-41,0 5-17,0 0-3,0-1 2,0 0-3,0-4-46,-1-5-53,-2-1-91,3-5-191,-3-2-233,-1-4-565,-3-2 0,1-4 0,1-5 0</inkml:trace>
  <inkml:trace contextRef="#ctx0" brushRef="#br0" timeOffset="59573.5575">21665 1774 950,'0'0'138,"1"1"56,1-1 40,-2 2 30,0-5 22,2 3 17,-2 0 19,0 0 23,0 0 6,0-1-100,0 0-24,-4 1-52,-1-2-36,-1 2-26,-4 0-20,1 0-15,-3 3-15,4 1-24,0 0-6,-1 2 1,3 0-12,4 0-3,2 3-4,-2-3-5,4 4 4,-2-4 1,0 3-2,5-2 6,0 2 5,5-2 5,2 4 3,1-1 2,-1 0 3,1 0 3,-1 0-5,-2-2-2,0 0-1,-1 0-4,-6 0-7,4 0-2,-4-1-8,-2 0-4,-1 0-5,1 0-2,-1 0-3,0 1 3,-2-1 6,-3-1 2,-3-2 6,-4 0 4,-8-3 6,-2 2-9,-4-3-41,0 0-115,4-4-265,2-2-524,0-2 0,4 0 0,4-1 0</inkml:trace>
  <inkml:trace contextRef="#ctx0" brushRef="#br0" timeOffset="61255.8381">19612 2454 1152,'0'0'113,"0"1"42,0-1 29,0 1 27,0-3 25,0 2 23,0 0 25,0-3 24,0 0 31,0-3-79,0-1-11,0 3-33,-1-4-15,-3 0-20,-3 2-20,0 0-21,-4-3-20,3 4-22,-4 1-28,1 0-10,0 3-8,1-1-9,-2 5-14,-2-1-6,-1 5-3,1 1 4,2 4-4,2-1-4,6 3-5,1-5-7,1 3-8,2-3 1,2-3 7,1 0 5,4-2-12,2-3-9,7-1-24,3 0-47,2 0-71,-2 0-35,3-4-12,-6 1-8,-4-6-11,-2 2-6,-5-4 17,-1 2 15,-1 2 41,3 1 71,-5 1 96,2 2 57,-3 0 20,0 2 7,0 1 5,0 0 2,0 0 0,0 0-3,0 1-1,0 4-14,0 4-8,0 2-3,0 6 4,0 4 6,-4 4 8,1 1-3,-3 1 0,2 0-5,2-4-15,-4-1-7,6-1-12,-4-4-9,1-3-5,0 0-5,-2-4-5,5-1 2,-2-3-4,2-4-2,0 2 5,0-4 14,0 0 1,0 0-3,2 0 1,2-4-10,3-1-3,3-2-8,5-2-15,6-3-19,-1 2-22,1-2-58,0 3-83,-6 1-103,9-2-258,-17 4-342,0-1 0,-4 1 0,-1 1 0</inkml:trace>
  <inkml:trace contextRef="#ctx0" brushRef="#br0" timeOffset="61929.3772">19862 2600 2550,'0'0'71,"0"0"12,0 0 9,1 0 27,-1 2 16,3 0 17,-3 4 20,3-1 12,-3 6 16,3 0-46,-1 4-8,-2-1-9,2 2-6,-1-1-23,-1-1-14,0-4-18,0 0-18,0-4-15,0-2-17,0-1-16,0-3-28,0 0-32,0-2-46,0 0-36,0-6-33,1 0-31,4-3-40,-2-5-35,3 1-22,5 2-4,2 1 18,-1 2 33,5 0 48,-4 4 41,2 1 39,0 0 43,-4 4 54,-1 0 75,-4 1 49,0 0 34,-3 2 24,0 0 9,-3 3 9,0 4-1,0 2-1,0 0-7,0 4-14,0-2-33,0 0-28,0 0-52,0-5-144,18-4-606,-16-1 0,4-3 0,-3-3 0</inkml:trace>
  <inkml:trace contextRef="#ctx0" brushRef="#br0" timeOffset="63223.8332">20516 2649 2028,'0'0'115,"0"0"52,0 0 41,0 0 31,0 0 26,0 0 25,0 0 18,0 0 16,0-1 13,2 0-70,2-1-25,-1 1-40,5 0-40,2 0-26,3 1-20,2 0-19,1 0-16,2 0-17,0 0-10,2 0-10,-1 0-10,5 0-11,-1 0-1,3 0-5,1 0-9,3 0-2,-3 0-4,0 0-3,-2 0-4,2 0-2,-5 0-1,-1 0 3,-2 0-8,5 0 2,-6 0 3,0 0-4,2 0 2,-5 0 2,-3 0 0,-2 0 2,-3 0-1,-3 0-7,-2 0 3,-2 0-8,0 0-15,0 0-8,2 0-2,-2 0-1,0 0 3,0 0-4,0 0-13,0 0-25,0-2-28,0 2-35,3 0-25,-6-2-25,-1 0-2,-2-3-12,-5 0 0,-1-2 5,-2 0 20,0-3 41,-1 1 41,4 2 47,1-1 45,3 1 48,3 2 19,2-1 18,0 3 3,0 2 0,1-1-3,0 1-10,1 1-9,0-3-6,0 1-13,0 2-15,0 0 1,1-1 16,2 2 10,1-1 5,7 2 2,0 4 0,3 0-6,5 1-4,-3 4-1,0-1 2,1 0-18,-3 0-25,-3 0-19,0 1-18,-7-4-12,0 3-1,-2-3 4,-2 3 14,0-1 16,0-1 12,-4 2 20,-2-2 15,-4 1 9,1 1 9,-6-4 11,2 1-32,0-2-99,2 0-164,-3-12-593,6 5 0,0 1 0</inkml:trace>
  <inkml:trace contextRef="#ctx0" brushRef="#br0" timeOffset="64043.8465">21411 2518 1720,'0'4'141,"0"1"53,-4 3 41,2 1 47,1 4 22,0 4 26,-2-1 12,3 1 10,0 2 10,0-1-73,0-3-62,0 0-52,0-3-38,0-2-48,0-2-26,0-2-28,0-2-15,0-3-13,0 0-20,0-1-17,0-1-21,0 1-17,0-2-11,0-2-1,0-3-1,0-1 4,0-2 2,0-2 3,0-1 10,0 2 20,0-4 20,0 1 17,0 1 16,0-3 4,1 3 6,-1-2 3,2 0-1,0 1 2,4-1 1,-3 0-2,5-1 1,-1 5-6,1 0-7,-1 3-2,0 1 2,2-1-1,0 4 5,1 1-2,0-1 1,1 2 6,0 2-11,-4 0 9,1 0 0,0 3-2,-1 3-6,-5 3-2,1 3-3,-3 1-1,0 1-1,0 1-8,-3-3 0,-3-1-11,-2 0-20,-5-2-50,-4 1-111,1-4-172,-5-16-484,2 10 0,1-2 0,4-2 0</inkml:trace>
  <inkml:trace contextRef="#ctx0" brushRef="#br0" timeOffset="64905.8364">21760 2501 1407,'0'0'125,"2"0"43,2 0 19,-4 0 16,2 0 19,0 0 21,-2 0 18,0-4 11,0 2 18,3 1-45,-3-3-50,0 0-41,0 3-35,0-2-5,-3 3-12,-1 0-20,-4 0-14,-5-1-7,-3 1-18,3 1-12,-1 1-17,-1 1-3,4 4 11,0 0-11,4 2-8,1 0 2,4-1-9,2 1-6,0 2 0,4-2 7,0-2 2,4 4 6,2-2 7,4-1 4,-3 1 5,3 1-3,-3-1 7,-2-2-1,4 2-1,-5-1-8,-2 1-10,2 2-3,-5-2-8,0-1-3,-2 2 0,-1 0-4,0-2-1,0 0 2,0 0 5,0-3 2,-1 3 1,-2-5 2,-4 1 12,-3-1 5,-4-1 1,-5-2 6,0 2-1,-6-2-12,1 0-15,5-2-39,-1 1-66,9-1-145,5-4-622,-2 3 0,3-3 0</inkml:trace>
  <inkml:trace contextRef="#ctx0" brushRef="#br0" timeOffset="69883.129">21468 5198 984,'0'0'153,"0"3"55,0-3 38,0 0 27,0-3 21,0 3 18,0 0 22,0 0 23,0-1 19,0-1-83,0-1-41,0 2-50,0-1-38,0 0-26,0 1-25,0 1-18,-4 0-18,2 0-19,0 0-18,-4 0-14,-1 0-12,-1 0-6,4 0 3,-3 0 1,-2 0 2,1 0 1,1 0-2,-1 0-6,1 0-2,4 3-2,-5-1 3,2 0 0,2 2-3,-2 0 1,1 0-3,0 1 2,0 0-3,1 2 5,-2-1-1,1 0 1,1 1-4,2 0 0,0-3 0,-1 1 0,0 1 3,3-2-2,-3 1 2,1 1-2,1 0 1,-1 0 0,2 0 0,0 2 1,0-2 1,0 0 0,0 0 1,0 0 1,0 3-4,0-2 0,0-2 0,0 1 4,0 0 5,0-1 4,0 1 7,2 0 0,-1-3 5,1 1 6,1-1 7,3-1 6,-2 1 2,3 0-1,-3 0-2,3-1-4,-1 0-7,-1 0 2,2 2-7,-1-2-2,2-2-3,0 1-3,-1 1 1,0-2-4,0 0-1,3 1 0,-2-1 2,-1 0-2,0 0 3,1 0-3,-2 0 1,1 0 3,-3 0-4,4-1 2,-1 1 2,0-2 1,0 1 4,-1-1-11,1-2-4,-1 1 0,0 1-4,0-4-5,-1 3 0,0 1 1,1 1 2,-3-2-5,3 0-5,-1 0 9,-2 2 5,2-4 0,-2 2 0,0-1 9,1 1-1,-1-3-3,-2 2-7,3-2-1,-1 2-4,0-1 1,-3 0-6,5 0-2,-5 3-6,0-4-9,0 0-2,2-1 2,-4 1 4,4-1-4,-2 0 4,0 3 0,0-3 4,-2 2 1,-3 0 3,-1-1 1,-1 2 3,-7-2-5,1 1 1,-4 0-2,-1 0-16,0 0-34,0 2-69,3 2-165,23-6-818,-25 5 0,3 0 0,3-1 0</inkml:trace>
  <inkml:trace contextRef="#ctx0" brushRef="#br0" timeOffset="72191.8634">19988 5144 1073,'0'0'125,"0"0"37,0 0 32,0 0 20,0 0 16,0 0 16,0 0 22,0 0 20,0 0 19,0 0-82,0 0-16,0 0-22,0 0-23,0-2-10,0 2-7,0 0-10,2-1-14,0 1-18,2-2-17,2 1-4,-2 1-12,4-1-4,-1 0-7,2 1-5,0-2-5,1 2-7,1 0-3,0 0-4,-2 0-2,-1 0-4,-1 0-6,-3 0-7,0 0-5,-1 0-5,-1 2-1,0-1-2,1 1 3,-2 1-1,-1 3 0,2-3 0,-2 2-1,0 1 0,0-1-1,2 0 2,-2 2-1,0-2-1,0 2 0,0 0 2,0-2 0,-2 4-1,-1-3-1,-2 0 3,-1 2-1,-3 0 0,1-2 2,0 3 0,0-4-1,-2 2-2,0-1 0,0 0 2,1 0 0,-1-3-1,-1 1 2,4-1-1,-5 0 2,4-1 0,3 0-3,-2 0 1,3-1-1,0 1 2,1-2 0,3 0-2,0 0 2,0 0-1,0 0-7,0 0-1,0 0-2,3 0 1,-1 0 5,1 0-2,4 0 4,-1 0 0,2 0-2,0 0 3,-5 0 3,1 0-1,0 0 5,-2 3 4,-2 1-2,0 2 1,0 2 3,0 3 1,0 2 8,0-4 1,0 3-1,-2 0 9,1-3-6,-2-1-2,2 0-2,-2-2-4,2-1-4,0 0-1,0 1-14,1-1-27,-4 2-27,2-2-72,2 2-189,0-5-792,0 5 0,0 0 0,0-2 0</inkml:trace>
  <inkml:trace contextRef="#ctx0" brushRef="#br0" timeOffset="73241.8149">20027 5604 884,'0'0'107,"0"2"34,0-2 31,0 0 28,0-2 14,0 2 7,0 0 6,0 0 1,0 0 7,-4 0-68,2 0-26,0 0-27,-3 0-22,-2 0-23,2 2-9,0-1 2,-2 1 0,5 1 8,-4 0 0,1 1 1,2-2 3,-1 2 4,1 0 1,2 1 5,-1-2 7,2 2 6,0-2 3,0 2-2,0 0-1,2 0-4,2 1-8,3-1-9,-2-1-11,3 1-4,0 0-8,0-2-14,1-1-11,-1 0-5,3 1-5,0-2-4,-1-1-2,1 0-1,0 0 0,-4-1-5,2 1-4,-3-3-1,-2 1-1,2-3-3,-3 0-9,-1 0-9,0 1-13,-2-1-12,0-1-11,0 0-12,0 0-3,0 0-1,-4 0 0,-2 0-4,-1 1-7,-4 2-16,0 0-38,4-1-109,3-2-165,-3 5-285,1-1 0,2 0 0</inkml:trace>
  <inkml:trace contextRef="#ctx0" brushRef="#br0" timeOffset="75558.7896">22370 5148 1102,'0'0'105,"0"0"61,0 0 47,0 0 34,0 0 30,0 0 22,0 0 28,0 0 28,0 0 20,0-2-41,0 2-27,0 0-56,0-2-33,0 0-28,0 2-28,1-3-20,0 2-28,2-1-28,2 0-21,3 0-13,-2 1-18,5 1-3,-3 0-13,2 0-6,2 0-2,-4 0 0,-1 0 0,0 0 1,-2 1-6,-2 3-3,1-1-4,-1 2-9,-3 0 0,3 2-6,-3 0 2,-3 1 1,3 0 0,0-1 1,-3 2 6,-1-3 1,0 1 4,-3 3 5,0-2 4,3-2 2,-4 3-2,-4-2-1,2 0 4,1 1-4,-6-2 1,4 2 0,-2 1-1,2-2 4,-3 0-2,6 0 0,-3 0 2,4-1-4,0 0-1,1-1-1,1 1-1,1-1-4,0 0-1,1 0-4,3 1 1,0 0 0,0 0 7,0-1 5,1 1 3,6-2 4,0 1 0,6-1-10,-1 2-56,8-1-152,6-2-346,-11 3-403,-11-2 0,4-1 0,-6 3 0</inkml:trace>
  <inkml:trace contextRef="#ctx0" brushRef="#br0" timeOffset="76083.796">22343 5588 813,'0'1'102,"0"2"48,2 0 57,-2 2 38,-2-1 26,1 1 37,-2 1 39,0-2 28,0 1 23,-2 2-62,1-1-8,-2 1-31,2 0-42,1 0-24,3 0-18,0-1-26,0-2-32,3 1-19,2-2-16,8 1-6,4-3-15,4-1-18,2 0-14,-3 0-15,-1-3-11,-5 0-17,-9 0-20,-1-2-16,-5-2-12,-6-2-17,-4 0-9,-4-2-9,-3 2-33,-5 2-69,4 4-118,12-1-251,0 2-411,6 1 0,5-3 0,4-1 0</inkml:trace>
  <inkml:trace contextRef="#ctx0" brushRef="#br0" timeOffset="78709.9483">23728 5243 1013,'0'0'83,"-1"0"27,1 2 25,-1-2 27,-2 0 19,3 0 19,-1 0 16,-2 0 11,0 0 9,-2 0-43,0 0-21,0 1-17,-2 1-11,0-2-11,4 4-7,-5 0-9,4 0 1,-3-1-1,1 1-4,-2 1-2,5 2-4,-4-1-2,-1-1-9,4 4-8,-2-2-2,0-1 1,0 2-9,3 0 1,-3 1 1,4 1-3,0-3 1,2 2 1,0-2-1,0-2-3,0 1-4,0-2-10,0 2-5,2 0-9,-2 0-6,0 0-2,5 0-5,-2-2-5,1 2-5,3-2-5,-1 2 3,1-1-1,-3-1-3,2-1 2,0-1 0,2 2 0,-2-1 1,-1-1-3,1-2 1,-4 3 2,3-3-2,-1 0 0,2 1 0,2-1-2,0 0 2,1 0-3,-1 0-1,-1 0 0,0 0 4,0 0-4,-3 0-5,2 0-1,-1-1-5,-1 0 4,3-3-6,-1 1 2,-2-2 0,2 2-1,0-2-3,-2 0 0,1 2 0,-3 0-3,4-2 4,-2 0-4,-1 0 2,1-1-6,-1 0 3,1 0-1,-1 0 0,-3 1-1,4-1-1,-3 0 3,-1 1-1,3-4-1,0 3 0,-3 0 3,0-2-1,0 2-1,1 1-2,1-1-7,-2 0 0,0 2 1,1-2 1,-1 0 0,0 0 0,0 2-2,0-2 1,-1 1-4,-2 2 1,-3-1 7,-1-1 2,-4 2-3,3-1-2,-7 1-6,-1-3-4,4 3-8,-6 3-35,1-2-49,2 2-124,3 0-224,-5-24-515,2 20 0,-1 0 0,7 0 0</inkml:trace>
  <inkml:trace contextRef="#ctx0" brushRef="#br0" timeOffset="83521.0382">21362 6136 1596,'0'0'70,"0"0"50,0 0 40,0 0 28,0 0 31,0 0 23,0 0 33,0 0 30,0-1 26,0 1-20,0 0-18,0-1-41,0 1-40,0-2-24,0 1-30,0 1-25,0 0-32,0 0-29,0 0-28,0 0-14,0 3-11,0 2-1,0 2 6,-1 4 1,1 3 5,-4 2 6,4 0 3,-3 0 5,1 1 3,-1 1 1,0-2-2,0 1-1,-1 1-8,2-3-1,0 0-6,-1-2-4,3-1-3,0-2-6,0-1-2,-1 0-3,2-4 0,-1 2-4,0-4 1,0-1-1,0 1 2,0-2 0,0 1 4,0-2-1,0 0 2,0 0-1,0 0-16,0 0-28,0 0-72,0 0-172,11-3-310,-8 0-423,-2 1 0,1-1 0,-2-1 0</inkml:trace>
  <inkml:trace contextRef="#ctx0" brushRef="#br0" timeOffset="84182.1672">21221 6458 730,'0'0'115,"0"3"37,3-3 40,-3 2 37,0 0 31,0 0 31,0-1 32,0 0 25,0-1 24,0 0-66,0 0-18,0 0-25,2 0-29,0 0-23,4 0-21,1 0-19,2 0-22,0 0-22,6 0-15,-1 0-11,5 0-10,0 0-10,5 0-9,-4 0-15,4 0-12,-6 0-16,-1 0-22,-7 0-30,1 0-49,-7 3-87,0-2-112,0 0-133,15-7-519,-17 5 0,1-2 0,-2 1 0</inkml:trace>
  <inkml:trace contextRef="#ctx0" brushRef="#br0" timeOffset="85102.8034">21386 6139 467,'2'0'59,"-2"-1"29,2-1 26,2 1 24,-3 2 19,0-1 25,-1 0 23,1-1 14,-1 1 17,0 0-23,0 0-1,0 0-10,0 0-8,0 0-9,0 0-13,0 0-17,0 0-15,0 0-11,0 0-12,0 0-16,0 0-17,0 0-19,0 0-15,0 0-16,0 0-1,-2 0 8,-3 3 3,1 1 8,-4 2 14,-2 1 10,-1 4 6,0 4 4,1-1-3,0-2 6,-1 3-11,6-2-58,-2-2-117,5-1-263,-2-3-482,0-3 0,-1-1 0,-1-3 0</inkml:trace>
  <inkml:trace contextRef="#ctx0" brushRef="#br0" timeOffset="89551.0894">19999 6070 925,'0'0'92,"3"1"21,-3-1 19,0 0 24,0-3 26,0 3 28,0 0 32,0-2 30,0 1 20,0 0-50,0-2-16,0 1-5,0 0-8,-3 1-15,3 1-19,-1-4-20,1 3-24,-1 0-23,1 0-10,0-1-10,1 2-5,-1 0-10,0-1-9,0 1-9,0 0-9,0 0-3,0 0-2,0 0-7,0 0-5,0 0-1,0 0-1,0 3 7,0 1 3,0 2 5,-1 1 7,1 0 7,0 3 3,-1-1 1,1 0 1,0 0 5,0 0 0,0 1-12,0-1-5,0 1 2,0-2-4,0 2-3,0 1-14,0 1 2,0 0-4,0-2-7,0 3-6,0-1 4,0 1-1,0-2-6,0 2 0,0 0-4,-4 0 8,4-1-4,0-1-1,-2 2 2,2-1 1,0-1 1,0 0 5,0-1 0,0 1-1,0-1 6,0 1-5,0-1 5,0 0 3,0-4-11,0 4 0,0-3 1,0 1-5,0-1 1,0 1-5,0-3-5,0 0 0,0-2-5,0 1 2,0-1 7,0-3-4,0 3-5,0-3-1,0 0 5,0 0-6,0 3 6,0-3 0,0 0 0,0 0 3,0 1-9,0-2 13,0 1-9,0 0 9,0 0-6,0 0 6,0 0-6,0 0 0,0 0 1,0 0-9,0 0 8,0 0-8,0 0 9,0 0-9,0 0-6,0 0 1,0 0-5,0 0-8,0-3-1,0 2-7,-2-1-9,-2-4-21,0 0-9,-4-4-4,-5-2 0,2-2-3,-2 0 6,0-2 7,0 2 1,2 3 7,4 1 9,1 4 22,1 0 8,2 2 0,3 1 5,0 1 2,-1 0 1,1 2 0,1-1-1,-1 1 1,0 0-1,0 0-2,0-1-2,0 1 3,0 0 0,0 0 0,0 0 0,0 0 1,0 0-1,0 0-3,0 0 0,0 0 5,0 0 1,0 2 1,0 2 2,0 0-2,1 2-1,1 3-1,1 0 3,-1 0 3,0 1 0,3 2-4,-2-1 1,5-1 1,-2 1-4,0-3 3,-4 1 1,3-1-1,-1-4-2,-2 1 1,0-4-1,2 2 3,-4-1-2,3-1 1,-1 1 1,0-1 0,-1 2 0,2-3 0,-1 1 0,-1 1 0,0-2 0,2 2 4,-3-1 1,2-1-3,-2 0 0,1 0 3,-1 0 0,3 0 0,-3 0-3,1 0 0,-1 0 2,3 0-4,-1 2-2,0-1 3,-2 0 2,1 1-3,2-2-1,-1 0 0,-1 2 4,0-1-2,2 0-2,-3 1 1,0 0 5,3-1-3,-1 0 0,-2-1 0,2 0 3,2 0 1,-2 0-2,-2 0 1,2 0 1,2 0 0,-2 0-2,2 0 4,-1 0-1,1 0 1,0-2-2,-2-1 1,4-2 1,0 1 0,1-3 3,-2 0-2,3 0 0,0-1-3,1-1 3,-2 0-3,2 1 0,2-1-1,0-1 0,-5 4 0,2-1-4,0-1 4,-4 3 1,-1-1 1,-3 3-4,3 1 0,-3-1-6,0 3-2,0 0 3,0 0 1,0 0-1,0 0-3,0 0 1,0 0-2,0 0-4,0 0-15,0 0-39,-3 0-107,3 0-267,-3-22-624,2 19 0,-5-1 0</inkml:trace>
  <inkml:trace contextRef="#ctx0" brushRef="#br0" timeOffset="98643.6691">22350 6168 599,'0'0'31,"0"0"19,0 0 26,0 0 24,0 0 28,0 0 26,0 1 28,0 0 16,0 1 8,0-2-9,0 2-10,0-2-15,0 0-22,0 0-22,0 1-23,-1-1-23,-2 1-26,0-1-13,-1 0-4,1 0-7,0 0-4,-2 1-1,1-1 1,-2 1-2,-1 1 2,-1-1-1,1 2 6,0-2 7,0 1 4,0 2 2,1 0 4,-2-2 2,4 2 0,-1-4 0,2 2 2,-2 2-3,1-3-6,2 3-3,0-1-1,-2 1 0,1 1-3,1 0 0,-1 1 1,0-1 8,1 1 11,1 2 8,0-2 1,-2 0 5,2 1-1,1 0 2,-3 0 0,3 0 5,0-1 2,0 1-9,0-2-14,0-1-7,0 2-2,3-2-4,-3 1-6,1 1-4,4 0-2,2 0-9,-1-1-5,-2 1-4,4 0 0,0-2 1,-1 1-3,-3-1-5,4 1 0,-2-4-5,-1 4-3,1-4 2,2 1 3,-1 0 7,1-1 2,2-2-3,1 1 4,-5 0 0,5 0 4,-4 0 4,5 0 1,-1 0 0,-2 0-4,1 0-4,-2-1-1,-1 1 1,-2-1-3,0-2 1,1 1-1,2-2 0,-1-1 1,-1 0-3,1 0 1,1 0-3,-4-1-1,-1 1 0,3 1 2,-2 0-3,-2 1 1,1-2-3,3 0 1,-5 1-1,4-2 0,-1 0-1,-2 1-1,4-1-2,-6-1 0,1 0 0,1 1-2,-2 0 5,0 0 0,1 0 0,0 2-3,-1-2 4,0 0-1,2 1 2,-2-1-2,0 2-4,0-1-3,0 1-7,0-1 4,0-2-2,0 2 1,0 2-4,0-3 2,0 2 3,-2-1 0,1-1 3,-2 1 2,2 2 1,-3 1-4,2 0 1,2-1 2,-2 2-2,-2 0-2,-1-2-4,4 3-4,-5-1 3,3-2-2,-3 1 4,3 2 0,-3 0 2,2-1 0,0 1 1,0 0 1,-2 0-1,2 0 0,0 0 2,-3 0 1,1 0 0,-1 0 0,2 0 0,-2 0-1,1 0 1,-1 0-2,-1 0 3,0 0 2,1 0-1,0 1-4,-3-1-2,2 3 1,-3 0-5,-3 2 0,4 0-1,0 0 1,-2 0-4,2 1 1,2-1-1,-4-1 1,6 2 0,1-2-3,2 0-1,0 0-6,0 1-8,2-3-3,1 0-5,-2-1-3,0 0-4,4-1-8,-2 1-11,0-1-9,0 0-4,0 0 3,0 0 2,0 0 0,0 0 0,0 0-2,0 0-3,0 0-4,0 0 3,0 0 1,0 0 4,0 0 5,0 0 1,0 0 4,0 0-3,0 0 3,0 0-5,0 0-23,0 0-33,0 0-15,0 0-17,0 0-35,0-1-42,0-1-60,0-4-119,0 6 0,0-3 0,0 2 0</inkml:trace>
  <inkml:trace contextRef="#ctx0" brushRef="#br0" timeOffset="101174.7323">23698 6139 943,'0'0'68,"0"0"34,0 0 37,0 0 35,0 0 38,0 0 32,0 0 31,0 0 28,0-1 20,0-2-32,0 0-7,0 0-26,0-2-31,0 1-31,0 2-36,-1-3-28,-2 0-29,-1 1-26,-2-1-20,2 3-15,-3-3-8,1 5-8,-2-3-3,0 1-3,-3 1-1,0 1-5,-1 0-1,0 0 0,1 0 0,-1 1 0,3 4-2,-2 0 0,6 1-4,-1 2 2,3 1-7,2-2 0,-1 0-8,4 0 0,-2 0-1,3-1 5,2-3-3,5 2-1,1-1 2,3-1-25,4-2-35,-3-1-36,0 0-21,1 0-34,-1 0-22,-3-1-9,1 0-1,-3-1 0,-1-2-1,0-1 22,-3-1 42,0 0 37,0 0 32,-2 1 42,0-2 36,0 3 19,-2-1 13,0 2 10,-2 1 12,0-1 14,3 1 10,-3-1 11,0 2 2,0 0-7,2 0-13,-2 0-14,0 1-14,0-2-8,0 2-11,0 0-8,0 0-9,0 0-9,0 0 4,0 0 8,-2 0 4,-1 3 11,1 0 15,-4 3 8,2 2 11,-2 4 6,-1 2 10,2 3 2,-5 2-2,5 1-5,-5 3-4,3 2-8,3-2-9,-5 3-10,1-2-11,2-1-9,-2 1-13,3-3-4,2 0-2,-1-3-10,-2-3-1,1-1-2,5-3-2,-3-3 0,3-1 1,0-3 4,0 2 3,0-4 7,0-2-2,0 0 5,0-2-2,0-1 3,1 0-4,3-4 2,0 0-2,2-2-5,2 0-8,5 0-4,-1-3-1,5 1-11,1-2-11,0-1-21,0 2-24,1 2-43,-4 1-89,0 3-120,7-5-702,-15 6 0,-3 0 0,0 1 0</inkml:trace>
  <inkml:trace contextRef="#ctx0" brushRef="#br0" timeOffset="102471.3589">23934 6305 1105,'3'0'132,"-1"1"47,0-1 20,2 0 18,-3-1 11,2 1 10,0 0 10,-3 0 2,3 0 5,-3 0-76,2 0-39,-2 1-28,2 0-6,2 3 8,-2 1 5,-1 1 4,3 3-1,-3-1 7,-1 2 0,0 4 0,0-2-8,0 3-14,0-2-12,0 0-26,0 2-14,0-2-11,-1-1-9,-2-1-9,1-3-9,0-1-6,-2-1-4,4-4-3,-2-1-2,2-1 4,0 3 4,0-6 1,0 3 6,0 0-1,0 0 3,0-3 4,0-1-1,0-2-4,2-2-3,2-1-9,0-1-10,6 0-9,-3-2-8,4 1 1,-3 1 1,3 1-10,-4 0 2,3 1 1,1 4 2,-4-2-2,4 0-3,-1 1 7,2 2 2,-1-2 3,-1 1 1,3 3 7,-3-2 1,-2 1 4,1 1 4,-1-2 8,-2 2 13,0 1-3,-1-1 0,-2 1-3,-2 0-4,-1 0-2,0-1-2,0 1-7,0 0 0,0 0-2,0 0-4,0 1 2,0 1 3,0 2 7,0 2 5,-1 0 6,0 3 4,-1 1 10,-3 0-2,1 2 0,1 3 1,-3-2-1,-1 0 0,3-2-8,-1 2 1,2-2-5,-2-1-1,4-4-6,0 2-1,1-4-9,-2-1-18,2-2-34,-2 1-110,2-2-188,-2-15-592,1 14 0,1-2 0,-3-1 0</inkml:trace>
  <inkml:trace contextRef="#ctx0" brushRef="#br0" timeOffset="117239.8519">19958 7053 1275,'0'0'69,"0"0"27,1 1 27,-1-1 24,0-1 33,0 1 36,0 0 32,0-1 31,0-1 29,0-1-21,0-1-1,0 0-11,3 1-15,-3-1-19,0 2-25,0-2-35,0 4-28,0 0-31,0-1-27,0 1-24,0 0-25,0 0-16,0 0-12,0 0-5,0 0-4,0 0-2,0 1-3,0 2 1,0-2-1,0 5 1,0-1 2,0 1 2,0 3 3,0-1 2,0-1-1,0-2 2,0 5 1,0-2 2,0 1-2,0 1 1,0-2-1,0 5 0,0-5 1,0 4-4,0-1 2,0 1 0,0-2-2,0 0-1,0 0 1,0-2 1,0 1 0,0 0 3,0 1-3,0-1 1,0 2-1,0-2-2,0 2 2,0-1 1,0 2 3,0-1-3,0 1-1,-3-1-3,3 2-2,-1 0 2,1-3-2,-3 1 3,3-1-3,-1 1-1,1-2-4,-2-1 3,-1 0 1,2 0 1,0-1 1,-1-1-2,2-1-1,-3 1-1,2-1-1,1 0 0,0-1 0,0 1 1,0 0-3,0 0 1,0-2 1,0 1-1,0-1 1,0 0-1,0-1 2,0 2 0,0-3 0,0 1 0,0-2 1,0 0-2,0 0 2,0 0 0,0 0 0,0 2 0,0-2-1,0 0 0,0 0-1,0 0 0,0 0-1,0 0 0,0-2 1,0 2-1,0-2-2,0 0-2,0-1 0,0-1 0,0-1 0,-4 0-2,1-4-1,-3-1 2,0-1-6,-1-1 2,-5-3 0,1 3 2,3-2 0,-4 0 0,2 3 0,0-1-1,2 2 3,2 1-2,2 3 5,-1 1-2,4 1 1,0 3 0,1-1-2,0 1 0,0 1-1,0-1-1,0 1-2,0 0 1,0 0-6,0 0 0,0 0 0,0 0 1,0 0 4,0 0 1,0 1-1,0 1 3,0 2-1,0-1 0,1 1 1,-1 0 1,0 1 4,0 1-1,0 0-4,1 3 1,0 0-1,3-1 0,0 3 1,2-2 0,-3 2 2,2-1 2,-2-2-2,1 1-3,-2-1 5,3 0-5,-2-2 5,-2 1 0,1-2-3,3 0 0,-4-2-6,1 0-4,-2-2-1,3 2 2,-2-2-7,1 1 8,-1-2-3,3 2 1,-3-2 3,2 0 2,-3 0 6,3 0 2,0 0 4,-1 0 0,0 0 4,2 0-4,-1 0 1,0 0-1,-2 0 0,0 0-3,2 0 0,0-2 0,0 2 0,-1-2 1,-2 1-1,2-2 0,2 3 1,-1-1-1,1-2 1,0 3 2,-1-2 3,3 1 1,-2-3-1,0-1-1,4-1 4,-1 0-1,0-3 2,5 2-3,-3-2 0,1 2-3,2-2-2,0 0-2,2 0-1,-3 0 2,-1 1-4,0 2 1,-5 1 0,-1 1 3,-1 2 5,0 1 1,-3 1 0,0 0 1,0 0 0,0 0-2,0 0 0,0 0 0,0 0-4,0 0 1,0 0-7,0 0 4,0 0-1,0 0-3,0 0 3,0 0 0,0-3-1,0 3 1,0 0-2,0 0-1,0 0-4,0 0-20,0 0-15,0-1-38,0 1-95,0 0-144,3 0-197,-3-21-487,0 17 0,1-1 0,-1-1 0</inkml:trace>
  <inkml:trace contextRef="#ctx0" brushRef="#br0" timeOffset="119189.4629">21365 7043 1008,'3'0'141,"-3"0"41,0 0 32,2 1 32,-2-2 27,0 1 22,2 0 24,-2-2 34,3 2 28,-3-2-82,0 0-19,0 1-32,0 1-31,0-3-27,3 3-20,-3-1-14,0 1-18,0 1-31,0 2-25,0 1-17,0 3-9,0 2 1,0 5 4,-3-1 3,0 1 0,3 4-4,-2 2-2,2-1 5,0 2 8,0 0 16,0-3-10,0 3 1,0 0 2,0-3 2,0-1-9,0-1-5,0-3 1,0-2 1,0-2-12,0-1-20,0-3 2,0 0-4,0-4-9,0-1-2,0 1 1,0-1 6,0-1-5,0 1-20,0 0-34,0 0-46,0 0-43,0 0-134,5 0-290,-5-1-642,3-4 0,-1-1 0,6-5 0</inkml:trace>
  <inkml:trace contextRef="#ctx0" brushRef="#br0" timeOffset="121259.6858">22343 7064 1212,'0'0'107,"0"0"42,0 0 36,0 0 30,0 0 30,0 0 26,0 0 17,0 0 23,0 0 24,0 0-47,2 0-29,-2 0-32,1 0-26,-1 0-29,0-2-25,0 2-25,0 0-14,0 0-20,0 0-15,0 0-9,0 4-6,0 3-7,-1 2 4,-1 3 3,-1 7 4,1-2-1,-3 0 3,4-1 0,-3 1-7,4-1-4,-3-2-4,6 0 0,-3-2-11,0 0 1,0-3-9,0 1 1,0-2-5,0 2-3,0-2 0,-3 1-4,3-4-2,-1 4-3,1-3-3,0-2-4,0 1 0,0 0-2,0-2-1,0 1 0,0 0 2,0-2 0,0 1-1,0-2 0,0 0-3,0-1-2,0 1-5,0-1-12,0 0-39,0 0-92,0 2-202,12-7-748,-10 5 0,-2-1 0,-2-1 0</inkml:trace>
  <inkml:trace contextRef="#ctx0" brushRef="#br0" timeOffset="121788.9483">22210 7392 1274,'0'2'136,"0"-1"47,0 0 37,3 2 25,-6-3 25,6 0 23,-2 0 29,2 0 18,1 0 17,-1 0-67,1 0-34,0 0-30,0 0-26,2 0-16,2-2-20,1 2-9,3-1-16,3-1-13,2 0-10,4 0-15,-3 0-15,-2 2-17,-2 0-17,-3-2-19,-5 2-22,-2 0-54,-1 0-88,-2 0-81,0 2-94,-1-2-103,0-3-540,0 0 0,-2 2 0,0-1 0</inkml:trace>
  <inkml:trace contextRef="#ctx0" brushRef="#br0" timeOffset="122633.4106">22363 6985 652,'0'0'60,"0"0"36,0 0 28,-2 0 19,2 3 24,-3-3 20,3 2 16,0 0 10,0-1 17,-4-1-10,4 2-7,-4 0-26,3 1-13,-5 1-9,1-2-13,0 3-7,-4 1-7,-1 1-7,-1 2-9,1 4-12,-1-2-16,4 3-8,-1 0-13,2-2-8,-2-1-10,5-1-13,-3 1-15,4-5-30,-2 0-41,4-2-89,-2-4-121,16-4-514,-18 2 0,2 2 0</inkml:trace>
  <inkml:trace contextRef="#ctx0" brushRef="#br0" timeOffset="125382.4685">23895 7115 858,'3'0'102,"-3"0"30,2 0 28,-2 0 28,3 0 24,-3 0 22,0 0 18,0-2 11,2 2 14,-2-4-55,0 0-23,0 1-18,0-1-20,0 0-24,0 2-20,0-2-14,0 1-12,-2-2-10,-1 1-13,1 4-11,-6-5-5,2 2-5,-4 2-1,1-1-1,1-2-1,-1 3-3,-1 0 0,2-1 2,-1 2 4,-2-1-4,2 1 1,-1 0-5,-3 0-7,2 1-2,-2 3-3,3 2-3,4 0-8,-1 3-2,2 1-2,1-1-3,1 1-2,0 0-5,3 4-3,0-4-4,0 1 1,0-1-1,0 1 0,3-2-3,1 0-21,3-3-12,3 3-14,2-5-6,-1-1-19,4-2-23,-2 0-54,1-2-47,2 0-36,-2-3-29,2-2 15,-4 0 14,-1-5 9,-1 3 13,-2 0 33,-2 0 48,1 2 71,-3 0 64,-4 0 58,5 0 47,-2 3 26,0-1 25,-3 0 24,3 2 15,-3-2 7,0 2-5,0-1-3,0 1 2,0 2-4,0-3-5,0 3-12,0-2-18,0 2-20,0-3-14,0 3-13,0 0-15,0-1-15,0 0-16,0 1-17,0 0-12,0-2-10,0 2-5,0 0-5,0 2-3,0 0 2,0 3 0,0 1 11,-2 7 8,1 0 10,-3 3 9,0 6 6,-5 3 5,1 3 3,2 0 0,-1 1-1,2-1-5,1-2-7,1-1-11,3-4-9,-3-3-8,3-2-5,0-8-4,0 2-4,0-5 0,0-3 4,3-1 0,-3-1-1,6-2-1,2-4-1,6-4-6,1-2-11,2-6-7,2-3-8,-1-1-8,3 1-12,-4 1-6,-2 4-7,-4 4-7,-3 3-14,-2 4-31,-6 2-82,1 2-132,-1-1-135,3-13-469,-3 12 0,0-2 0,0 1 0</inkml:trace>
  <inkml:trace contextRef="#ctx0" brushRef="#br0" timeOffset="126759.1448">24181 7300 1051,'0'0'92,"0"0"27,0 2 29,0-2 24,0-2 21,0 2 31,0 0 31,0 0 22,0 0 14,0 0-55,0 0-16,0 0-9,0 0-13,1 0-13,-1 0-11,0 0-23,2 0-26,-1-1-20,2 1-10,2 0-8,1-1-12,-4-1-17,4 2-14,-1 0-8,-2-1-6,0 1-10,1 0-2,0 0 2,1 0 0,-1 1 3,-1 1 2,-1 4 2,1 0 1,-1 4-3,0 0-4,-2 3 3,0 1-1,0-1-4,0 2 0,0-4-3,0 2 0,0-2-2,-2-1-2,2-3 1,-2 0 2,-1-2-3,3-1 0,-1-1 0,1-1-2,0-2 1,0 0-5,0 0-6,0-2-13,0 0-3,4-1-14,-2-4-11,0-3-4,6-1-5,0-1-16,0-2-12,1 3-15,5 0-3,-3 4 5,2-2 0,-1 1 15,2 1 12,3 2 7,-2 1 17,0-1 26,3 2 31,-6 2 17,-4-3 11,0 4 7,-2 0 4,-3 0 8,-2 1 14,-1 3 2,-1 4-6,-2 1-12,-1 4-11,-1 1 0,0 1 0,1-2 1,2-1-11,1 0-51,0-2-136,21-6-854,-18-4 0,-2 3 0,0-6 0</inkml:trace>
  <inkml:trace contextRef="#ctx0" brushRef="#br0" timeOffset="128211.0655">23575 6895 742,'0'0'90,"0"1"29,0 0 20,0 1 25,1-1 16,0 3 20,2-3 20,-1-1 12,2 2 12,-3-2-46,4 0-28,-3 1-14,4-1-4,-4 0-10,1 0 1,0 0-7,-2 0-5,2 0-4,4 0-6,1 0 3,1 0 8,5 0-8,1 0-4,0 0-13,2 0-7,2 0-8,-1 0-3,2 0 1,-1 0 4,3 0-5,-1 0-11,1 0-5,-1 0-8,-2 0-2,1 0-9,-2 0-3,0 0-8,3 0-11,-2 0-8,3-1 2,-1 1-5,1 0 2,-3-2-2,-1 2 0,1 0-1,-5-1 0,-1 1-2,-1-2 1,-4 2-2,-1-1-3,-3 1 0,0-1-6,-2 1 4,-2 0 2,1 0 2,-1 0-3,0 0 4,0 0 1,0-1-2,0 1-3,0 0-4,0-1 0,0 1-6,0 0-6,0 0-6,0 0-3,0 0-5,0 0-7,0 0-9,0 0-16,0 0-16,0 0-8,0 0-15,-3 0-27,-1 0-64,-2 0-109,-2 0-117,0-7-489,-6 6 0,-2-2 0,-2 2 0</inkml:trace>
  <inkml:trace contextRef="#ctx0" brushRef="#br0" timeOffset="129102.7284">23490 6881 588,'0'0'54,"0"0"14,0 0 11,0 0 10,3 0 13,-2 0 8,3 3 4,-2-2 5,3 0 11,-2 1-25,1 1 3,3-1 3,1 0 7,1-1 3,3 0-5,2-1 0,4 0 4,2 0 6,3 0-8,-2 0-13,0 0-19,-5 1-32,-5-1-41,-2 1-38,-4 0-29,-2-1-35,0 0-44,1 0-58,3 0-78,-1-5-152,-1 6 0,1 1 0,-2-1 0</inkml:trace>
  <inkml:trace contextRef="#ctx0" brushRef="#br0" timeOffset="141525.8536">2012 4569 1216,'0'0'34,"2"-2"3,-1 2 6,2-1 5,0 0 8,1-2 16,-2 3 12,-1 0 14,3-2 19,-3 2-18,2 0 5,-3 0 2,0 0-4,3 0-5,-3 0-11,0 0-14,0 0-11,3 0-12,-1 0-15,4 0-11,-2 0-9,3 0-2,-3 0 1,2 0 1,2 0 4,1 0 1,-1 0 4,3-3-2,0 2 3,1 1 1,1 0 2,1-2 1,0 2 0,1-1-2,-4 1 0,3 0-1,-4 0-4,3 0-2,-3 0-2,0-3-3,-2 3-2,-1 0 5,4 0 10,-5 0 4,7 0 3,-1 0 1,3 0 5,1 0 1,3-1 2,-4 1-2,0-3 2,-2 3-5,-1 0-10,-2 0-3,-2 0-4,-1-1 3,-3 1-2,2 0 1,-1 0 3,5 0 9,2-1 5,3 1-2,2-2 2,1 0-1,2 0 1,-2 0-6,-1 1-3,-1 0-2,-3 0-6,-3 1-11,-2 0-6,-1 0 0,-3 0-2,4 0 1,-1 0 1,1 0 2,2 0 0,3 0 3,-1 0 0,3-1 2,-1 1 0,4-2-1,-4 2 0,0-1-1,-2 0-3,1 1-1,-4 0-2,0 0-1,1 0 2,-2 0-1,2 0-2,1 0 1,0 0 3,0 0-2,3 0-1,1 0 2,0 0 3,1 0-4,0 0 0,2 0-2,3 0 4,-6 0-2,2 0-3,2 0 0,-6 0 3,1 0-2,2 0-3,1 0 2,-3 0 0,1 0-1,-1 0 2,0 0 2,3 0-1,-2 0 3,3 0-2,-2 0 2,3 0 1,0 0 0,2 0-2,1 0 1,0 0-3,2 0-2,-1 0 2,2 0 1,2 0-2,-2 0-2,-1 0-1,-4 0 1,3 0 0,-2 0 1,0 0 1,-4 0 0,4 0-1,-3 0-3,1 0 3,-5 0 1,4 0 3,1 0-3,-2 0 5,4 0-1,1 0-2,-1-1 2,2 0 0,-5-1 0,5 2 1,-6-1-2,0-2-1,-7 2 0,0 0 0,-5 0 1,-2 1 1,-2-2 1,1 1 0,-1 1 0,-1-1 2,0 1-8,3 0-3,-3 0-5,0 0-2,0 0-4,0 0 1,0 0-7,0 0-2,0 0-3,0 0-8,0 0 3,0 0 4,0 0 0,0 0-3,0 0 4,-3 0 3,2 0 4,1 0 5,-2 0 2,1 0 9,1 0 3,1 0 5,-2 0 2,1 0 3,0 0-3,0 0-2,0 0-2,0 0-3,0 0-3,-2 0-3,4 0-3,-2 0-6,-2 0-5,1 0-36,0 0-48,-3 0-62,4 0-102,8-5-450,-11 5 0,2-1 0,-3 0 0</inkml:trace>
  <inkml:trace contextRef="#ctx0" brushRef="#br0" timeOffset="146941.8264">4375 4545 367,'0'-1'37,"0"1"5,0-3 5,0 2 9,0 0 12,0 1 13,0 0 12,0 0 9,0 0 8,0 0-23,0 0-1,0 0 5,0 0 2,0 0 1,0 0-1,0 0-4,0 0-1,0 1 4,0 0 0,0 0-1,0-1-4,0 2-7,0-2-8,0 0-9,0 0-6,0 0-6,0 0-5,0 0-10,0 0-7,2 0-4,-2 0 0,3 0 0,2 0 1,1 0 1,1 0-3,0 0-1,0 0-3,-1 0-4,3 0 2,1 0 0,-3 0-1,5 0 2,-2 0 2,1 0-3,-1 0 3,0 0-4,1 0 1,-3 0-1,3 0-2,-3 0-1,2 0 0,-2 0-2,1 0-3,0 0 1,1 0-3,-3-2 1,3 2-2,-2 0 2,2 0-2,-1 0 0,0 0 0,0 0-2,1 0 1,0 0-2,0 0 1,-1 0 0,1 0 1,-2 0-2,0 0 2,0 0 6,-1 0 9,0 0 11,-2 0 11,1 0 8,2 0 4,0 0 5,5-1 8,-1 0 0,1 1 1,-1 0-5,2-1-10,-1 1-9,-2 0-9,1 0-8,0 0-2,1 0-5,-5 0 0,3 0 2,-4 0 2,2 0 15,-2-1 7,1-1 11,2 1 13,3-1-1,0-1 2,2 2-1,2-1-2,1 1-7,-3-1-2,2 2-14,2 0-9,-4 0-15,1 0-11,-1 0-1,-4 0-1,0 0 0,1 0-5,0 0 5,-1 0-1,1 0-1,1 0-1,1 0 2,0-1-1,1 1 1,0 0-4,-1-2 3,-1 2 0,-1 0-4,-1 0 2,2-1 0,-3 1 0,3-1 0,1 1 1,0-1-1,2 1 1,-2 0-4,3 0 1,0-1 2,-2 1-2,1 0 1,-3 0-1,1 0 2,-3 0-4,-1 0 1,0 0 1,2 0-1,1 0 0,2 0 0,0 0 1,4 0-1,3 0 2,1 0-3,0 0 2,-1 0 0,0 0 0,-4 0 0,-1 0 1,0 0 2,-2 0-4,-1 0 1,-1 0-1,-1 0 1,1 0 2,-1 0-2,1 0-1,2 0 3,0 0-3,0 0 0,5 0 2,-2 0-1,1 0 0,0 0 0,2-2-2,-2 2 0,0-1 0,-4 1 0,-1 0 3,-3 0 1,-1 0-1,-2 0-1,-2 0 3,-4 0-1,4-1 0,-2 1 0,0-1 0,0 0-1,5 0-1,-4-1 0,2 1-4,0 0 2,1 1-2,-2 0 1,-3 0 1,1 0-1,-2 0 1,0 0-2,1 0 0,1 0-1,-1 0 3,0 0-1,1-3-1,0 3 1,-2 0 0,1 0 1,3 0-2,0 0 2,-2 0 1,2 0 0,0 0-1,-2 0 2,1 0 0,-3 0 0,4 0 2,1 0-3,0 0 1,1 0 2,-1 0-2,0 0 2,-2 0 0,4 0-3,-2 0 2,2-2 0,-2 1-3,3 1 3,-3-3 1,3 3-1,-3-2-1,1 1-2,0-2 2,2 3 0,-3-4 2,1 1-1,-1-1 4,-1 1-1,-1-2 2,2-1 0,-3 2 4,2 0 1,-1-1-1,-3-1 3,2 3 1,-1-2-2,1 1 0,0 1-2,-1-2-2,0 1-2,-1-1-4,0 0-2,-2 0 2,4-1-6,-4 1-4,1-2-2,2 2-1,-3-2 0,0-1 0,0 2 4,0-3 1,0-2 6,0 1-4,0-1 4,0 2 1,0-3 5,0 3-3,0-4 1,0 2-9,-4 2-7,2-3-7,0 1-3,-2 0 2,-5-1 3,4 2 6,-3-3-1,2-1 4,-1 1 2,0 0 7,1-1 6,-1 2 7,2-2 2,-5 0-2,2 3-4,-2-3-7,0 0-6,1 0 1,-1 3-1,-1-1 5,0 1 1,0 1-2,0-1 2,-2 2 1,5 0 2,-4 2 4,2 1 4,-2-2 2,2 1 1,0-1-6,0-1-1,-3 1 2,3-2-4,-2 1 0,3 1-2,-5-1-1,4-1-3,0 2-3,-1 0-1,-1 1 0,-2-2 0,-2 2-5,3-1 2,-2 1-1,0-1 0,-3 1-3,2 1 1,-2 2 2,-1-2-3,-2 2 1,1 0-2,-5 2 7,-1-1-2,-4-1-1,-1 2 2,2 0 2,-4-2 0,5 0 0,0 0 1,0 1 0,1 0 2,-2 1-4,1 2-6,-2-2 8,-2 0-10,1 1 2,-1 0-1,-3 0 0,3 1 2,-2-2 0,3 2 0,2 0 4,4 0 3,1 0-4,5 0 8,1 0-1,2 0 1,-1 0 1,-1 0-2,-2 0-2,-2 0 0,0 0-2,-6 0 5,2 0-2,-3 0-1,2 0-1,0 0 0,6 0 0,-3 0-2,5 0-2,1 0 2,-2 3 2,1-3-2,-2 1 1,2 2 0,-3-2 0,0 0-1,-2 1 1,2 1 3,-3-1 1,-2-1-2,1 2-1,0-2-4,-2 2 2,2-2-4,1 1-1,2 0 0,0 0 2,5 0-2,0 1-2,0 1 2,0-2-3,1 2 1,0 1-1,0 1-1,2-1 3,3-1-3,1 2-3,1-2-3,2 0 2,1-1-1,3 1-3,-2 0-6,2 1 2,-1 0 1,-1 0 0,2 1 3,1 0 5,-1 1-3,0 0-3,0 0 0,1 0 3,3-1 7,-1 2-1,-1-2 1,4-1-1,-4 2 1,1 0 4,-2 1-1,3 0 9,0 1-2,0-1 1,0-1-4,0 2-2,0 1 0,0-2-2,0 3-8,0-2-8,3-1 4,-3 3-4,5-2 7,1 1 4,-2 1 4,0-2 5,3 2 3,-4 0 5,0 1 6,2-2 4,1 4 0,1-2 2,-2-1-3,1-1-6,1 3 3,1-3 0,-2 1-6,-4 1 0,4-2 3,-3 1-1,1-1 3,0-1-2,2 2 1,-1-2 3,-2 1-1,4 2-3,-3 1 3,3-2 0,1 2-3,2 0 2,-6 0-1,3-2-1,0 1 0,-3-2 1,-1 2 0,3 0 1,-2 1 0,1 0-3,-1-1 0,2 0-2,-6 1-4,3 0-9,-2-1-2,-1 0 1,0 2-4,0 2 1,0-2 1,0 1 1,-1-1 4,1-2 0,-3-1 5,3-4 9,-3-1 1,3-1-5,0-2-8,0-1 1,0 1 0,0-2 4,0 0 4,0-1 20,6 0 14,1 0 8,5 0 0,3 0 8,7-1 9,-2 0-13,-2-2-23,1 2-44,0-2-102,3 1-149,0-5-191,0-14-409,-7 13 0,3-1 0,-7 0 0</inkml:trace>
  <inkml:trace contextRef="#ctx0" brushRef="#br0" timeOffset="151395.2611">6926 4667 340,'0'-3'32,"0"1"23,0-2 17,0 0 26,0 3 26,0 1 25,0 0 33,0 0 31,0 0 20,0 0 1,0 0 5,0 0-9,0 0 3,0 0-3,0 0-11,0 0-11,0-1-21,0 1-23,0 0-3,0-1-6,0 1-13,0 0-17,0-1-34,0 1-44,0 0-30,-1 0-18,1 1-14,-4 2-3,1 3-14,-8 5-10,4 3-6,-4 2 4,2 1 16,1-2 23,4-1 14,-2-2 6,4-4 6,-1-2-2,1-3 6,0-1 13,2-2 4,0 0 4,2 0-9,-2 0-10,0 0-30,0-4-13,0 0-7,0-2-18,2-1-18,-2-3-33,5 2-19,1 0-12,0 1 4,5-1 8,-3 1 30,0 1 10,-2 0 5,0 1 16,-5 1 10,0 1 18,-1 1 12,0 0 0,0 1 6,3 1 3,0 0 8,1 3 11,-4 1 9,5 3 13,1 2 8,-2 4 9,6-1 4,-3 0 9,0 0 2,1-1 0,-1-1-2,-1-4-17,-2 2-31,0-5-69,0-1-135,0-7-530,-2 7 0,-2-1 0,-3-2 0</inkml:trace>
  <inkml:trace contextRef="#ctx0" brushRef="#br0" timeOffset="152246.6981">6939 4739 252,'0'-2'39,"0"2"14,0-3 20,0 2 30,0 1 31,0 0 22,0 0 21,0 0 24,0 0 25,0 0-12,0 1-3,0 2-11,0-3-14,0 0-29,0 0-31,0 0-18,0 2-13,0-2-15,0 3-10,0 0-1,0 3 1,0 1 4,0 3 11,0 1 6,0 2 12,0 3 7,0 2 5,0 4 1,0 1-12,0 3-9,0-1-4,0 0 0,0 1-8,0-5-5,0-1-5,1-4-5,-1 1-5,4-5-9,-4-3 5,2-3 8,2-4 12,-4 0 14,0 0 1,0-4 0,1 2-3,2 0-9,0 0-23,-3 0-45,3 0-120,0 0-204,-2-7-652,1 4 0,-4 1 0</inkml:trace>
  <inkml:trace contextRef="#ctx0" brushRef="#br0" timeOffset="153005.8297">6832 5400 1407,'0'-4'109,"0"1"32,0-2 38,0 2 36,0-1 28,0 2 21,0 1 18,0-4 23,0 5 16,-1-3-59,-2 1-44,-1 0-38,-5 2-37,1-1-32,-2 4-26,1 1-10,-1 3-8,1 2-20,1 5-3,4-1 0,3 1-1,-2 1 6,3-1 10,0-4 2,4 1 8,3-2-4,0-3-4,3-1 4,4-4-9,1 2-4,1-6 4,-2 2 4,3-4-9,-4-1-9,-3-3-8,-3-3-16,-1 1-12,-6-1-12,0 0-8,-4 0-13,2 2-8,-5 1-11,-2 1-3,-2 3-2,1 2-16,-1 3-36,4-3-51,1 3-40,1 3-87,2-3-103,3-6-135,-3 8-212,6-4 0,-3 2 0,0-1 0</inkml:trace>
  <inkml:trace contextRef="#ctx0" brushRef="#br0" timeOffset="153423.0382">7005 5243 1418,'3'0'138,"0"0"36,0 0 32,-3 0 12,0-2 9,2 2-5,-4 0 5,2 0 32,2 0 45,-2 4-74,0 1-2,0 5-15,0 9-15,0 7 2,2 1-1,-1 5 14,6-2-1,0 1-30,1-4-42,0-4-21,0-1-34,-3-5-19,-2-3-15,0-2-16,-3-3-25,0-4-43,0 1-101,0-4-121,3 1-218,-3-3-502,2 0 0,-2-5 0,0-5 0</inkml:trace>
  <inkml:trace contextRef="#ctx0" brushRef="#br0" timeOffset="154021.9671">7200 5359 1222,'1'4'71,"-1"1"30,0 6 35,3 4 20,-3 3 25,4 1 23,-2-1 17,0 1 10,2-2 16,-1-3-30,1-3-24,-4-2-27,3-2-29,-2-3-14,-1 0-12,0-3 8,0 0-5,0-1-8,0-1-15,0-1-5,0-5-6,0-2-5,0-5-9,0-6-13,0-2-16,0-2-32,0-2-10,0 0-1,0 4-4,0-1-2,0 9-2,2 0-1,-2 4 4,6 2 9,1 2 2,1 2 2,4 0 0,1 2 0,-1 2-3,2 1-2,-3 3-4,-3 1-10,-1 3-3,-4 3-7,-2 2-8,-1-2-4,-1-2 2,-5 3 13,0-4-48,-6 0-68,1-3-154,-7-21-458,-1 14 0,-2-1 0,7-6 0</inkml:trace>
  <inkml:trace contextRef="#ctx0" brushRef="#br0" timeOffset="155722.6942">7340 4619 932,'0'0'103,"0"0"31,0 0 25,1 0 23,-1 0 19,0 0 17,0 0 7,0 0 3,0 0 4,0 1-74,0-1-33,0 1-25,0 1-21,0 2-13,0 0-14,0 2-9,0-1 2,0-2 7,0 2 16,0-4 32,1-1 32,3 1 23,-3-2 14,4 1-1,-2 0-3,2 0-5,1 0-9,-2 0-10,3-1-20,3 0-23,-1 0-34,4-2-28,0 1-18,3-1-7,1 1 0,3 0-3,-1-1-1,-1 1 1,1 0-1,-2 1-1,-2-2-2,2 1 1,1 1 1,2 0 1,4 0 0,4 1 3,1-1-2,4 1-1,-2 0 3,6 0 0,-1 0 1,-1 0-3,1 0-1,-5 0 2,-1 0-2,-4-3-5,-1 2 4,-1 1-1,1-3 1,-2 3-5,0-3 4,1 0-2,1 1 2,2 1-2,1-2-1,1 1 0,1 1 0,1-1-2,-4 1-4,0 1 0,-1-1-2,-5 1 0,1 0-2,-1 0-2,-2 0 5,6 0-3,-5-2 2,5 2 2,-2 0 2,2 0-2,0-2-1,0 2-1,2-1-1,-1 0 0,-1 1-6,0-1-2,-3 1-3,-5 0-1,2 0 0,-2 0 5,-1 0-1,-1 0 5,4 0-1,0 0 2,3-3 3,2 3 4,2-2 0,3-1 0,-2 2 3,-1-2 0,1 1 0,-2 0-2,-6-1 1,2 1 0,-6-1-1,-3 1 2,-4-1 1,-3 2-3,-4 1-7,2 0-12,-3 0-10,-3 0-5,6 0-17,-3 0-62,0 0-32,0 0-51,0 0-75,0-2-167,-3 2-308,-4 0 0,-5 0 0,-6-1 0</inkml:trace>
  <inkml:trace contextRef="#ctx0" brushRef="#br0" timeOffset="156769.936">7312 4545 432,'0'-1'80,"0"1"28,0-2 23,0 1 18,0 1 22,0 0 28,0 0 20,0 0 7,0 0 0,0 0-44,0 1-8,0 2 5,3 2 3,0 5-4,3 4-15,3 3-20,-1 4-17,0 0-21,2 1-55,0-3-166,-6-30-545,0 19 0,-1-5 0,0-3 0</inkml:trace>
  <inkml:trace contextRef="#ctx0" brushRef="#br0" timeOffset="157901.8469">9148 4415 334,'0'-1'35,"0"0"28,2-1 22,-1 2 24,2-1 24,-3 1 18,4 0 17,-3 0 23,-1 0 23,1 0-4,-1 0 7,0 0-9,2 0 2,-2 0 8,0 0 1,0 0 1,0 0-3,3 0-11,-3 0-20,0 0-15,1 0-25,-1 0-22,0 0-31,0 0-37,0 1-20,0 3-16,0-1-11,0 4-6,-1 3 4,-2-1 1,3 3 6,-4 4 9,0-2 11,1 1 8,0 3-5,2-2-44,-2-1-98,3 0-154,-4-10-550,-2 6 0,-1-3 0,3-4 0</inkml:trace>
  <inkml:trace contextRef="#ctx0" brushRef="#br0" timeOffset="159229.917">8238 4914 1267,'3'0'127,"0"0"26,1 0 33,-1 0 26,-3 0 13,0 0-3,4 0 0,-8 0 28,8 3 30,-8 4-82,4 4-16,-3 5-16,0 6-25,1-1-22,0-1-6,2-1 5,0-6-5,0-3-72,0-4-92,0-3-168,0-12-594,0 5 0,0-4 0</inkml:trace>
  <inkml:trace contextRef="#ctx0" brushRef="#br0" timeOffset="159571.0005">8261 4829 2259,'0'-4'138,"1"-1"31,0-7 23,2 0 18,-3-1 11,2-2 4,-2 1 3,1 3 0,0 2-26,1 6-178,-2 0-70,1 3-115,3 0-151,-3-3-403,1 6 0,5 2 0,1 4 0</inkml:trace>
  <inkml:trace contextRef="#ctx0" brushRef="#br0" timeOffset="160693.8165">8431 4947 311,'0'-2'35,"0"-2"14,-3 1 19,3 1 24,0 2 32,0 0 21,0 0 16,0 0 21,0 0 31,0 0 2,0-1 6,0 1-5,0-1-2,0 1-14,3-1-24,-3-1-17,3 0-10,2-3-16,-3 2-28,2 1-25,-3 0-17,1 0-11,-2 2-17,1 0-13,-1 0-9,3 0-4,-3 0-4,1 0-1,2 0-2,0 0 4,-3 0 4,3 2 4,-2-2 3,-1 2 3,1 0 2,0-1 1,-1 1 6,1 0 2,-1 2 8,4 2 2,-3 3 4,2 1 2,0 0 0,-2 4 3,-1-1 6,0-1 0,0 1-4,0-4-6,0-2-2,0-2 0,0-3 4,0 0 6,0-2 5,0 0 0,0 0-6,0-2-10,0-1-15,2-4-14,0 1-18,0-4-16,5-2-26,1-1-18,2 2-12,-1 0-15,4 2-4,1 0 9,-3 2 11,3 0 19,-1 2 19,-5 1 9,1 2 13,-3 0 10,-2 2 19,-3 2 15,-1 3 12,0 4 1,0 3 6,0 2-2,0 0-2,0 0-12,0-4-33,0 0-45,0-5-96,3-3-173,-3 0-413,0-6 0,0 1 0,3-2 0</inkml:trace>
  <inkml:trace contextRef="#ctx0" brushRef="#br0" timeOffset="161168.9138">8695 4955 1814,'7'7'149,"-5"-1"25,4 7 13,1 3 9,-2 1 5,0-1 6,-3 0 3,1-2 2,-3-1 3,0-4-112,0-5-14,0-1 2,0-2-6,0-1-2,0-1-5,0-2-4,0-3-2,0-6-2,-5-4-22,3-6-11,-2 1-18,1-3-28,3 1-8,0 3-7,0 2-1,2 4-4,0 3 1,3 3 11,0 0 26,6 3 13,0 2 2,-1 1 0,3 2-1,-4 3 0,-1 3-4,-5 1 1,0 7-7,-3-2-34,0 3-44,-4-2-75,0-1-87,1-6-113,-8-5-389,0 1 0,1-2 0,3 0 0</inkml:trace>
  <inkml:trace contextRef="#ctx0" brushRef="#br0" timeOffset="161653.0261">8881 4921 1177,'2'0'92,"-2"0"24,3 1 53,0 3 44,-3-1 21,2 2 29,0 2 17,1 1 16,1-1 25,0-1-46,0-1 10,6-1-11,1-1-46,8 0-38,1-3-22,3 0-37,5-4-20,-3-2-25,-4-3-32,0 0-36,-7-4-26,-5 3-14,-3-1-14,-6 4-13,2 4-9,-2 1 8,0 0 10,0 4 18,-2 3 18,2 4 14,-4 0 8,4 2 1,0-1 10,0 0-3,0-3-26,0-3-68,0 2-96,4-3-160,-2-13-523,1 8 0,3-5 0,0-2 0</inkml:trace>
  <inkml:trace contextRef="#ctx0" brushRef="#br0" timeOffset="162333.7485">9158 4760 2828,'1'-8'187,"2"1"18,-3-1-5,4 2 1,-3 3 14,1 6 13,-2 3 11,0 8 10,3 5 4,-3 7-124,0 4-53,0 2-18,0-2-2,0-3-25,0-2-51,0-7-105,0 1-87,0-8-104,0-4-99,0-4-60,0-3-243,-6 0 0,-3 0 0,-1 0 2358,-1-3-2072,1 1 92,4-3 108,6-2 86,3 0 107,-1 1 108,5 0 118,2-6 114,4 2 71,6-1 47,8 1-80,-3-1-81,8 1-93,-1-1-97,2 3-69,-5-1-95,-3 2-95,1-1-46,-8-1-16,0 1-6,-4-2 28,-4 4 74,-3 0 52,-2-2 89,-2 4 65,-3-1 51,0 2 74,-3 3 27,-2-2 5,1 4-5,-6-2-27,-1 5-75,1 2-42,2 0-47,5 1-16,0 2 26,6-3 16,1 2 24,6 0 8,2 3 14,6 2 15,-1 0 5,-3-2-10,-7 2 1,-3-1-11,-8-1-98,-8 1-169,-12-17-533,-8 13 0</inkml:trace>
  <inkml:trace contextRef="#ctx0" brushRef="#br0" timeOffset="165057.3356">1741 5326 813,'0'0'46,"0"0"21,0 0 23,2 0 21,-2 0 25,0 2 28,0-2 24,3 3 23,-3-3 17,2 0-27,-1 0-1,-1 0-18,0 0-18,0 0-21,0 0-25,1 0-22,1 0-18,2 0-19,3 0-11,1 0-9,5 0-6,1 0 0,1 0-4,-1-3 2,5 3 1,-1 0-5,3-2-5,-3 2-5,0-3-4,0 2-2,2-1 2,-4 2-4,1 0-1,-1 0 2,0 0 1,-1 0 4,3-1 4,0-2 4,5 3 3,0-2 2,2-2 0,0 1-1,0 0 2,0-1-4,-2 3-3,-2 0-3,-2-1-5,-2 2-4,0 0-2,1 0-2,1 0-1,2-1 2,4 0-2,0 0 2,4 0 1,1-3-1,1 1 0,-2 1-1,-4-1-1,2 1 0,-4 1-4,-3 1 0,-1-1-1,-1 1-3,-4 0 0,4 0 3,1 0-1,5 0 1,-2 0-1,3 0 1,3 0 1,1 0-4,0 0-4,-1 0 2,-1 0-8,0 0-6,-5 0-1,-1 0-2,-5 0 0,-3 0-3,-2-2-1,-7 2 3,0 0 0,-2 0-8,-2 0 11,0 0 10,0 0-3,0 0-11,0-1-48,0 1-87,1-4-133,-1-19-349,0 18 0,-1-2 0,-1 0 0</inkml:trace>
  <inkml:trace contextRef="#ctx0" brushRef="#br0" timeOffset="167387.6637">3298 5373 1227,'0'0'38,"0"2"21,2-2 17,-1 0 5,3 4 6,-4-4 13,2 0 20,-2 2 25,1-2 14,-1 1-15,0-1-8,0 3-16,1-3-2,1 3 21,2-3 17,4 0 1,3 0-11,6 0-16,5 0-12,2 0-6,2-3-4,3 3-7,-5 0-18,-5-3-47,-3 2-52,-6 1-46,-2 0-72,-3 0-110,-2-2-100,-2 2-275,2 0 0,-3-4 0,4 2 0</inkml:trace>
  <inkml:trace contextRef="#ctx0" brushRef="#br0" timeOffset="167973.801">3987 5307 2127,'0'3'89,"0"-3"21,2 2 25,-2 0 12,0-2 7,0 0 4,0 1 8,4-1 5,-2 1 11,3-1-52,2 3-12,8-2 14,2-1 6,6 0-2,6 0 1,6 0-1,1 0-7,0 0-12,-4 0-36,-4 0-41,-9 0-64,-5 0-97,-4 0-117,-7 2-102,5-8-149,-4 6-215,-2-1 0,0 0 0,5-1 0</inkml:trace>
  <inkml:trace contextRef="#ctx0" brushRef="#br0" timeOffset="168592.8143">4878 5310 1340,'0'0'14,"0"2"15,0 0 32,0 0 37,0 1 21,0 0 14,0 1 18,0-4 43,4 2 47,-2 1 24,7-3 33,6 0 8,17 0-5,14-3-27,14 3-20,6-2-10,8-1-28,-9 2-60,-5-1-67,-16 1-64,-11 1-73,-11 0-80,-12-3-44,-7 6 38,-3-6 12,-3 3 4,-1 0 11,-2 0 22,1 0 24,1 0 30,2 0 30,2 0 11,0 0-13,0 0-119,4 0-166,-2-9-391,-2 7 0,3-2 0,-3 1 0</inkml:trace>
  <inkml:trace contextRef="#ctx0" brushRef="#br0" timeOffset="171167.6717">1831 6097 806,'2'0'47,"0"0"30,2-3 27,2 3 20,1 0 26,-2 0 25,1 0 28,-5 0 25,5 0 24,-5 0-10,2 0-13,0 0-22,-1-2-21,1 2-17,3 0-24,-2-3-18,4 3-22,3-3-20,0 0-21,3 0-14,0 1-7,-1 0-5,-1 1-5,-1-1-2,2 2-3,-4-1-5,1 0-6,0 1-3,1 0-3,0 0 1,0 0 1,3 0 10,4 0 12,2 0 8,3 0 3,2 0-1,1 0 2,-2 0 0,-2 0-2,-3 0-2,-2 0 1,0 0-16,-4 0-10,-1 0-9,0 0-6,-3 0 6,1 1-2,3 0 0,-1 1 2,4-1-1,2-1 1,3 2 0,0-2 0,-1 0 1,3-2 0,-4 2-2,0 0-2,-2 0-1,0 0-4,-5 0 0,2 0 2,-1 0 0,3 0-1,-2 0 2,6 0 0,0 2-4,4-2 3,1 0-3,0 0 0,1 0 3,-2 0-5,-1 0-1,-2 0-2,2 0-1,-3 0-2,2 0 2,-2 0-2,3 0 4,-2 0-1,2 0-1,2 0 1,-1 0 0,2 0 6,1-2-2,-4 2 0,4 0-2,-5 0 0,-3 0-8,-1 0 4,-1 0-1,-5 0-4,0 0 5,-1 0-4,1-1 0,-2-1-1,4 2 3,-2 0 0,1 0 5,2 0-8,1 0-2,-1-1-7,1 1-18,-5 0-5,-1 0-1,-3 0 3,-4 0 0,-1 0-7,-2 0-3,0 0 4,0 0 8,0 0 15,0 0 21,0 0 7,0-1-7,0 0-51,0 1-126,7-6-207,-5 2-286,-4 0 0,2 0 0,-2-1 0</inkml:trace>
  <inkml:trace contextRef="#ctx0" brushRef="#br0" timeOffset="173065.8969">3721 6134 556,'0'0'31,"0"0"24,0 0 31,0-2 27,0 4 23,0-2 20,0 2 26,0 0 19,0-1 15,0-1-6,0 0-3,0 0-16,0 2-23,0-2-16,0 0-15,0 0-10,3 0-21,0 0-14,1 0-15,1 0-11,4 0-5,-2 0-8,-3 0-6,4 0-7,2 0-4,0 0-5,2 0 2,6 0-1,2 0 0,3 0 1,1 0-1,-2 0-1,3 0 1,-6 0-5,-2 0-4,-3 0-5,-5 0-4,-1 0-4,-6 0-1,0 0-1,-2 0-1,0 0-2,0 0-5,0 0-2,0 0-1,0 0 1,0 0 1,0 0-17,0 0-41,0 0-67,0-2-101,1-2-108,-1-12-286,0 12 0,-1-2 0,-1 0 0</inkml:trace>
  <inkml:trace contextRef="#ctx0" brushRef="#br0" timeOffset="177203.7967">2021 6310 503,'0'-3'81,"0"2"41,0-1 22,0-1 20,0 2 44,0 0 33,0 0 9,0-3 19,0 1 14,0 1-28,0-4-19,0 1-26,0-1-14,0 0-14,0 0-36,0 0-9,0-3 4,0 3-17,0 0-11,-2 0-22,0 1-23,-1 1-9,-3 0-12,5 1 2,-5-1-1,1 2-21,-3 0-12,-1 0-4,0-1-7,-2 3 2,-4-1 14,3 1-12,-1 0 5,3 0-11,-2 0-8,3 0-1,-2 1 3,-2 2 2,-1-1 3,-1 3-2,3 1-1,-2-1 5,3 3 0,-2-1 5,2-1-3,0 3 1,0-1-7,5 1 1,-2-3 0,-2 2 0,5 1-3,-2-3-2,1 3 1,-1-3-3,2 4 1,1-2-1,-5 1-3,2 2-2,4 1-4,-2 0-1,1-2 1,1 3-4,0 0-9,2-1-1,1 1 0,-3 1 2,3-3 2,0 1-2,0 1 6,0 0 2,0-1 5,0 3 8,3 0 10,-3-3 10,1 5 0,3-1 2,2-2 5,-3-2 0,1 3-11,-3-5-9,5 3-5,-2-3-8,3-2 0,-2-2 6,4 3 6,-1-2 1,-1-2 6,3 4 3,-1-3 11,0 0 11,2 2 5,0-1 9,0 2-4,2-2-9,-1 0-2,2 0-4,-3-2-4,3 2 4,-3-5 0,2 1-1,-1-1 0,0-1-3,2 1 5,-3-2-2,3 0-3,0 0-1,0 2-3,0-2-5,2 1-1,-2 2-2,2-2-3,-4-1 1,2 3-5,-1-1 4,-2 2-4,1-3 1,-2 1 2,0 0-1,3 2-1,-2-4 1,3 3 1,-1 0-3,2-1 4,0 1-5,1-2 4,-1 1-1,1-1-1,4 0 1,-5 0-2,5 0 2,-2 1-2,-2 0 0,0-1 3,2 0-2,1 1 0,-4 0 0,6-1-2,-3 0 2,0 1 0,3 2-3,1 1 3,-1-2-3,2 3 1,2-1 0,-2-1 0,-1 2-1,0-1 6,-4-1-3,1 1 3,1-1 2,-5 1-1,2 1 5,1-3 4,0 3 5,-3-2 2,2-1 2,1 1 2,0 0 3,1 0 1,2 0-1,-3-1 2,4-1 1,-2 0-4,3 0-4,1-2 2,2 0-2,-2 0-1,3 0-2,0 0 0,6-2-1,-6 1-4,3 0-3,-5-3-1,0 3-2,-6-3-5,1 2 2,-5-1-3,0 2-1,-2 0-1,-1 0-1,0-1 1,1 2-1,-1 0-1,0 0 1,3 0 0,0 0-2,2 0 1,1 0 1,0-2 0,1 1 0,3-1 2,2 1-3,-5-3 2,5 1 0,-3-1 1,1 0 2,-3-4 0,2 4 2,-7-5-2,1 1 1,-5-4-9,-2 3 2,-3-2-9,-2-2-5,-3-1-14,1-2-10,-3-1-13,-3-2-2,-1 0 1,2-2-6,-4 1 10,1 2-2,0 3-4,0-1 3,-3 3 16,1 0 2,-1 1 14,-1-2 4,1 1 4,0 0 8,-2-2 1,1 1 2,4-1 14,0 2 4,-5 1-3,3-1 6,1 3-1,0-3-2,-1 3-3,2 0-7,-1 1-4,0 0 1,1 1-14,-2 1-9,2-1-2,-1 2-7,-2 0 1,2 3-3,1-4 3,-5 1 4,5 1 2,-3 0-1,-1-1 12,2 0 5,-1 1 0,0 0 1,-1 0 1,0 0 2,1 0-3,0 3-2,-2-4-1,2 2 0,-3 0-2,-2-1-2,3 2 3,-8-2-1,1 0-5,-5 2-6,5-2-4,-3 2-4,-1-1 3,3 2-4,0 0 2,1 0 1,-2 1-4,2 1-5,-2-1-4,2 1 1,-4 0-2,1 0-8,0 0-12,0 0 1,-6 0-1,1 0 1,-4 0 5,3 0 8,-3 0 3,4 0 6,0-1 6,2 0 11,1-1 8,6 2 0,1-1 1,0 1-1,2 0 1,2 0 0,1 0 4,-1 0-2,1 0 1,-3 0 1,-2 0 0,-2 0 2,-2 0 2,-7 0-3,3 0-1,3 0 0,0 0 0,0 0-3,7 0 1,3 0 1,-2 0 2,3 0 3,-1 0-2,-1 0 4,1-2 3,-2 1-2,0-3 1,-5 1 0,3-1-2,-6 1 0,4-1-1,-3 2 0,0-1-4,4 2-1,-1 0 1,-2-1 2,2 2 2,0-1 2,-4 1 4,1 0-1,1 0 4,-3 0 1,2 0 9,0 0 8,2 0 1,-2 0 4,3 0 1,-3 0 0,6 1-2,1 1-5,3 0-2,3 1-20,2-2-35,1 1-69,2 0-92,6-2-188,-6 1-314,-1 0 0,-2-1 0,1-1 0</inkml:trace>
  <inkml:trace contextRef="#ctx0" brushRef="#br0" timeOffset="183523.0408">1845 7605 522,'0'-2'51,"0"2"45,0 0 21,1 0 15,-2 0 16,2 0 20,-1 0 16,0 0 14,0 0 13,0 0-12,0 0-6,0 0-27,0 0-3,0 0-2,-1 0-8,1 0-13,0 2-11,0-2-6,0 0-15,0 0-16,0 0-17,0 0-18,0 0-19,0 0-16,0 0-3,0 0-5,0 0-5,0 0-5,1 0 0,1 0 3,2 0-1,1 0 3,2 0 2,3 0 5,4 0-4,-2 0-2,5 0 1,-2 0 0,-1 2 0,0-2-2,1 2 0,-2-2-2,6 5 0,-5-2-1,4-1 0,0 0-1,0 1 0,0-3-1,0 0 0,-1 2-1,1-2 0,-2 2 2,2-2 0,-4 1-1,4-1-2,-1 1 2,1 0 0,0-1 0,1 0-1,2 2 1,-2-4 1,1 2-2,1 0 2,0 0-2,1 0 2,-2 0 3,0 0-3,0 0 0,-2 0 2,1 0 2,2 0 2,-2 0 1,2 0-1,1 0 3,-1 0 3,0 0-1,1-1-1,-1 1 0,1-1-2,-4 0 0,2 1 0,-1 0-1,0-2-1,1 2-1,-1 0-1,2-2-1,-3-1 2,0 3 2,3-2-2,-2-2 0,-4 3-1,0-1 2,-2-1 3,-6 3 10,-4 0 17,-1 0 22,-1 0 18,-1-1 14,1-2 15,-1 3 4,4-2 4,-4 2 2,1-2-4,0 2-10,-1-1-18,0 1-21,1-2-21,-1 2-15,0 0-27,0-3-39,0 3-63,0 0-79,0-1-107,6-4-223,-6 2-364,0-3 0,-5-1 0,3-4 0</inkml:trace>
  <inkml:trace contextRef="#ctx0" brushRef="#br0" timeOffset="189661.239">2597 7680 516,'0'-2'56,"0"1"18,0-2 32,0 1 26,0 1 8,0 1 20,0-3 16,0 3 10,0-1 12,0 0-22,0 0-22,0 1-7,0-1-12,0 1-11,0 0 2,0 0-16,0 0-12,0 0-7,0 0-10,0 0-8,0 0-4,0 0-8,0 0-19,0 0-15,0 0-8,-2 0-4,-2 0-1,0 0-2,-5 0 0,1 0 2,0 0-2,-2 0-5,3 1 2,-3 0 1,2 0-3,-2 3 0,3-1-4,0 3 0,0-3-1,4 2 1,-3 0 2,3-2 4,-3 2 0,1 0-1,0 1 2,-1-2 8,-1 2 4,0 2 1,2-1 1,-2 0-1,0 0 1,1 1-1,2-2 0,-2 1 1,1 1-2,1-1-5,-2-2-2,5 5-1,-2-5 5,0 2-5,-2 1 1,2 0-1,0-1 0,-1 0 0,1 1 1,-3 0 2,2 1-4,-1 1 2,4-3-3,-2 2 1,0-3 1,0 1 0,3 0 0,-6 1 0,4 0-1,-2 2 0,2-1 2,-2 0-4,4-1 3,-4 2 1,3-2-2,-1 2 1,2 0-1,-5-1-1,4-1 3,-1 0 1,-2-2 1,2 2 3,1-1-1,0-1 5,1 2 5,0-2 1,0 3 2,0-3 2,-2 2-1,2 0-1,-4 1 1,4 0 0,-2 2-3,0-1-1,-1 0-7,1-4 0,0 4-2,1-2-4,-2-1 0,3 1 2,0 0 1,0-3 1,3 3-1,-3 0-2,0 0 2,0 0-1,0-1 0,0 1 2,0-1-1,0 1 0,1-1 0,1-1 3,3 2 1,-1-4 0,2 1 4,-2 2 0,3-2-2,1 0 1,-2-1-1,3 2 0,0-3-3,-1 0-2,3 2-2,0-1 1,3-1-2,-2 1 1,4-2 0,-4 1-5,2 0 4,-1-1-2,-1-1-2,0 2-3,-2-2 4,3 1-5,-4 1-2,1-1 2,0-1 0,1 1 0,-1-2-2,-1 0-1,2 0 3,2 2-3,1-2-1,1 0 4,-1 0-2,1 0-5,0 0 0,-1 0 3,3-2 0,-3-3 1,-2 1-3,2-1 6,3-1-3,-5 1-2,2-1 2,1-1 5,0-1-1,-3-1-1,1-1 0,-1 0 0,3-1-1,-3 0 1,4-1-2,-4 1 3,-2-1-1,0 1-2,-1-1 0,0 1 3,-2 3-1,-2-5 0,2 1 2,-4 0 4,0 1 8,1-1-1,-1-3 4,-1 3-1,1-4 3,-1 2-1,3 0-1,-2 0-1,-1 0-3,0 0-5,-2 1-7,0 0-2,0 1-3,0 1 0,0 0-3,0-1-5,-2 0 0,0-1 2,-6 0 2,-1-1 3,-2-1-3,-3-1 1,2 1-1,-1 0 1,2 0 0,1 4 4,2-2 1,1 4 0,-1-2-1,0 1-2,-5-2-1,1 3 0,-9-1 0,1 0-2,-3 0-3,-2 2-2,1 1 0,1 3 1,-4 3-2,1 0-1,-4 1 2,-1 2-1,2 1-3,2 2-6,2-1-6,1 5-17,6 0-39,1 0-78,4 3-96,9-1-194,11-6-525,-5 2 0,6-1 0,3-2 0</inkml:trace>
  <inkml:trace contextRef="#ctx0" brushRef="#br0" timeOffset="192509.7794">4122 7667 549,'0'-1'33,"0"1"9,0-1 11,0 0 20,0 1 38,0 1 32,0-1 28,0 1 23,0-1 10,0 0-16,0 0 0,0 0-9,0 0-5,-3 0-20,2 0-38,-3 0-30,0 1-25,-1 0-20,0-1-9,-2 0-4,3 0-4,-3 3 6,0-3 6,0 1 5,-1 1 4,-1-2 1,1 0-1,1 3 3,-1-2-2,0-1-3,0 3 0,0-1-5,-1 0-12,1 0 2,-4 2 3,2-2 4,2 0 4,0 1 4,-1 1 1,1 0 0,1-2 1,0 2 1,-2 2 2,0 0 0,1 0-5,-2 1-7,2 0-4,-2 3-5,-3-4 0,3 4-1,2-2 6,-1 1 2,1 0 0,3 1-1,-2-2 1,4 1 4,-2 0-2,1-2 1,-2 2 0,4-2 0,-4-2-8,5 2-3,-2 0 0,-1-2-6,-2 2 1,6 0-3,-3 0 3,1 0-1,2 0 0,-2 2 0,2-2-1,0 3 5,0-2-3,0 1-1,0 1-1,-2 0 0,0-2-1,2 4-4,-1-1-2,1-1 3,0-2 3,0 3-8,0-1 5,-3-2 2,3 2-1,0-2 3,0 3 1,0-3 1,0 2 1,0 1-2,0-1 1,0 0 1,0 2-2,0-1 0,0 1-1,0-1-4,3 0-4,-3-3 1,0 1-1,1 2 4,-1-5-5,2 3 1,2-2 3,0-1-1,0 1 2,0 0 2,3-1 1,-1 4-1,2-3 5,-1 3-5,-2-1 2,2-1 1,-1 2-3,1-2 1,1-1-2,-1-2 1,-1 1 1,2 0 2,0-1-7,2-2 2,0 2-3,-3-1-1,4-2 1,-3 2-2,3 2 1,-1-2-3,2-2 2,3 3-5,-2-3 4,1 0-2,1 3 0,0-3 0,1 1 0,-5-1-1,4 1 1,-1-1 0,0-1-3,1 1 2,0-1-1,1-1 1,-3 1 1,0 0-4,1 0 0,-2 1 2,4-1-3,-3 1 0,4-2 0,0 2 0,-2-1 1,4-1-3,1 0 3,-1 0 1,2 0-1,0 0 3,-2 0-3,-2 0 0,1-1-1,-3 1 1,-1-2-2,-1 1 3,-1 0-4,3 1 0,0-1 0,-1 1-1,5-2 3,-2 1 2,0 0 1,1-1-1,-1-1 1,-2 1-3,0-1 2,-1-2 1,2 0 1,1 1 0,-3-3 1,2 1 0,0-4 0,-2 3 2,-1-3 1,-1-1 1,-1 1 0,1-1 1,-3-1-1,-1 0-3,1 0 1,-1-2 1,-4 2-2,2 1-3,1-1-2,-2 2 1,1-1 0,0-2-1,0 5-3,-2-5 1,2 1-4,-2 0-2,-1 1-1,-1-1-1,4-3 1,-4 3-1,1-4 0,0 4-2,-1-3 3,-2 1-3,0 0 1,0 1-1,0 1 2,0 0-1,0 0-3,0 1-2,0-2-4,0-1 2,-3-1 1,-2 2 4,-3-2-2,1-2 3,-3-1-3,1 1 2,-2-2 2,1-1 2,-2 2-1,-1 1-3,-2 1 0,0 0-1,-2 1 4,2 4-2,0-2 2,1 1 3,-1 1 0,-1 2 0,-1-1 3,2 3-1,-1-1-1,-2 2-10,0 1-3,-2 0-1,-2 1 0,0 2-7,1 0 3,-1-1 0,1 1-1,0 2 4,-1-3 1,3 3 6,-5-2 0,-1 2-2,-1 0-6,-3 0 4,-2 0-4,1 0-1,1 0 0,-1 2-1,3-2-1,1 5 1,0-1-2,3 3-8,1 1-12,1-1-16,2 4-24,2-2-32,3 0-36,0 1-67,4-1-125,6-6-104,-2-4-271,2 3 0,3-2 0,1-1 0</inkml:trace>
  <inkml:trace contextRef="#ctx0" brushRef="#br0" timeOffset="195850.825">5857 7619 910,'0'0'60,"0"0"29,0 0 34,0 2 30,0-4 14,0 2 16,0 0 33,-3 0 29,1 0 17,-3 0-26,1 0-18,-2 0-26,0 0-29,0 0-30,-1 0-11,2 0-14,-4 0-33,5 0-27,-4-2-17,4 0-8,-5 1-9,2 0-1,-2 1-4,-1 0 2,-2 0-1,-1 0 0,1 0 0,-2 0 1,1 0 2,-1 0 2,-2 2 5,3 0 1,0 2 3,-2-1 4,4 2 12,0-1 2,2 0 9,-1 1 6,-1 0 1,1 2 3,1 0 1,-1-2 0,0 1-2,-2 2-4,2 0-8,0 0 0,-1 2-8,1 1 1,0 0-1,-2-2-6,2 1-2,1 1 0,0-3 0,2 0 0,2 1 1,-2-2-2,3 1-3,-2 0-2,2-2 2,0 0 2,0 2-1,1 0 1,0-3-4,-1 5 2,0-1-4,1 0 0,-2 0-1,-1 1-3,2-1-5,1 0 0,0-1-1,2 0-1,0 1 0,-1 0-2,-1 1 0,2-1-3,0 1 2,0-3-2,0 4 2,1-3 0,-3 1 0,1 0-1,2 1-1,-1-1-2,1-2-3,-2 3 2,2-2 0,0 1-1,0-2 0,0 2-3,0-1 0,0-2 1,0 1-1,0 0 1,0 0 2,0-1-1,0 3 0,0-3 0,0 3-2,0-3 0,0 1 1,0 0 0,0 2 0,0-3 1,0 3 0,2 0 0,-1-1-1,1 0 2,3 0 1,0 0 1,-1-1-3,2 1 2,-2-3-1,0 1 0,-1-2 1,1 2-1,2 0 1,-2-1-2,0-1 0,1 1-1,1-3 4,-1 3-1,2-1-1,0 1 1,0-1-2,0-1 0,3 1 2,-3-2 0,0 2-2,3-3 2,-2 2-3,3-1 2,-1 1-1,-2-3 0,3 0-1,-3 3-1,2 1 0,0-2 1,-2 1 1,3 2 0,0-2-4,-2-2 0,0 1 0,0-1 0,-1-2 2,3 2 3,0-1-3,-2 1-1,2-1 1,0 2 0,-3-2 1,0 2-1,1-1 1,-2 0 1,0 0 0,0 2-2,1-2 0,0 1 3,1-1-4,0 1 2,-2-2 2,2 0-1,3 2-3,-5-2 1,2 2-1,0 0-1,1 1 3,-2-2-1,4 1-1,0-1-1,-1 2 1,1-1 1,0 1 3,-3 1-1,2-2-1,2-1 1,-1 0-1,2 0 1,0 1 1,1-2 0,-1 0-2,1 1 0,-2-1 0,-1 0-1,-1 0 0,0 0 1,0 0-4,1 0 1,0 0-1,-1 0 1,0 0 1,2 0-2,-1 0 1,-1 0 0,3 0 0,0 0 2,0 0 1,2-1 1,-1-1-2,0 0 1,-3 0-1,2-1 0,-3-2-1,4 0 2,-5 2 1,2-3 0,-1-2 1,1 2-1,-4-1 1,4 0 0,0-1-3,-2-1 4,3 3 0,-3-2 0,-3 1-3,1 2 0,-1-3-2,0 1 1,-1 1 0,2-3 2,0 2-1,-1-1-1,0-1 0,1 0 0,1-1 0,-5 1 1,4 0 0,0 1-1,1 1-1,-5-1 1,0-1-1,3 3-1,-4-3 0,1 1-3,-1 3 2,-1-4-2,0-1-1,2-2 0,-2 0 3,-2-4-4,1 4 3,0-4 1,-1-1 0,2 2 3,-2 1-1,1 1 2,-1 0-1,0 0 1,0 1-3,0 0 2,0 0-3,0-3 3,0 1-3,-1-2 0,-1-1 0,0 1-2,0 0 1,-6 1-1,2-1 0,-2 3 1,-1-3 2,0 2-4,1-1 6,-2 1-2,0-2 1,-4 4 0,3-3 0,0 1 0,-4 2 2,-2-2-2,1-2 1,-4 2 0,1 2-4,-5 0 2,-1 4 0,-4-1 0,2 2 1,-4 0-1,0 1-3,3 2 0,-3-2 0,0 6 1,-3 0 2,0-3-3,-1 3 3,-1 0-1,4 3 2,0-3-1,-1 3 4,1 0-1,-1 0-1,2 0 0,0 0 1,4 0-2,4 1 0,-2-2-6,10 1-20,-4 2-36,8 0-68,2 1-74,6-2-81,-1 1-182,37-5-431,-33 1 0,-3 1 0,3-2 0</inkml:trace>
  <inkml:trace contextRef="#ctx0" brushRef="#br0" timeOffset="199455.2622">7566 7255 1328,'0'1'114,"0"-1"26,1 0 40,-1 1 30,0-2 19,0 1 16,0 1 15,0-1 18,0 0 15,0 0-76,0 0 3,0 0-16,0 0-35,0 0-22,0 0-12,0 0-7,0 0-8,-1 0-5,-2 3 0,-2 3-8,-1 3-1,2 6-1,-4 2 5,-1 6-4,2 2-3,-2 1-6,3-1-6,0-3-13,5-9-12,-3-2-11,4-5-9,0-2-10,0-3-19,0-1-15,0-2-16,0-3-13,0-2-18,0-1-19,0-3-38,0-3-27,0 2-14,0 0-5,0 1 8,2 1 8,1 2 13,0 0 7,3 2 15,-1 0 16,3 1 38,1 2 19,-1-1 8,0 1 5,-1 1 2,-1-2 3,-1 2 2,2-2 3,-1 2 2,-3-2 2,2 3 0,-2-1 3,-2 0-2,2 2-5,-3 0 1,0 0-1,0 0 0,2 0-2,-2 0 0,1 0 0,-1 0-1,0 0 3,0 0 1,0 0 0,0 0-6,0 0-7,0 0 0,0 0 1,3 0-2,-3 0 1,0 0 4,0 0-2,0 0 1,0 0 2,0 0 7,0 0 10,0 0-3,0 0-1,0 0 0,0 0-5,0 0-6,0 0-4,0 0-9,0 0-8,0 0-10,0 0-14,0 0-8,0 0-22,0 0-19,0 0-21,0 0-22,0 0-14,0 0 2,0 0 4,0 0 9,0 0 14,-3 0 13,3 0 27,-3 0 34,3 0 43,0-1 47,-3 1 37,3-2 22,3 0 17,-3 0 9,0-1 5,0 2 5,0 0 0,0-1-6,0 1-8,0-2-7,0 0-9,0-2-5,0 1-6,0-2 0,0 0 3,0-1 5,0-1 6,0-1-6,0-2-4,0 0-10,0-1-3,0-1-4,0-2-2,0-1-4,0 3-7,0-1-6,0 1-11,3 2-1,0 0-3,4 4-5,-2 1-7,5-2-8,1 3-4,-4-2-5,1 0-4,2 1-2,0 0-1,-2 2-2,0 0 2,1 1-1,-1-1-1,3 2-1,-4 1 3,4-2-3,-5 3 0,1 0-4,1-1-1,-1 1 1,-3 1-4,6-1-1,-6 4-1,2 2-2,-3-1-4,2 5 4,-4 1 0,0 0 1,-1 2-1,-1-1 1,-2 1 1,-3-1 4,-2 0-2,-5-5 10,-5 5-3,-1-4 3,-3 1-1,-1-3-10,-2 1-14,-4-2-26,4-1-44,0-1-65,4-1-68,5-2-160,10-6-550,-1 5 0,5-1 0,11-2 0</inkml:trace>
  <inkml:trace contextRef="#ctx0" brushRef="#br0" timeOffset="200411.1403">7972 7088 1246,'1'0'86,"4"0"33,-1-2 41,1 1 48,-2-4 22,1 1 18,-4 1 7,3 1 1,-3-4 2,0 2-66,-3 0-18,-1 3-33,-4-1-40,-6 2-49,1 2-18,-4 2-19,2 2-6,3 4 1,4 0 2,0 1 5,3 2 8,4 0 13,2-1 21,4-2 10,5 1 0,3-4 4,5 2 0,0-1 1,0 3-3,0-4-5,-3 2-8,-2 1-18,-1 1-16,-2 1-13,-3-1-2,-3 1-2,0 0 4,-2-1 2,-1-1 2,0 1 5,-2-2 7,-2 1 12,-1-1 4,-4-1 12,-1 0 5,-6-2 7,-3 1-2,-1-2 2,-1-3-1,-4 2 0,1-4-5,0 3-5,-1-3-6,-1-3-5,6 2-5,-1-3-11,3 0-12,5-2-25,1 1-53,6 3-91,3 1-129,-2-2-219,4 3-399,0 0 0,0-1 0,0 0 0</inkml:trace>
  <inkml:trace contextRef="#ctx0" brushRef="#br0" timeOffset="202977.8114">9951 7002 727,'0'0'111,"0"0"45,0 0 66,0 0 48,0 0 33,0 0 14,0 0 4,0 0 4,0 0 15,0 2-24,0 0-16,-1 7-22,-2 2-51,-4 12-42,-4 4-29,-4 5-12,1 2 2,3-2 0,0-5-15,8-6-33,3-7-31,0-5-22,0-3-8,0-2-11,0-3-16,0-1-19,0-2-33,1-2-41,3-3-43,2-2-33,2-3-30,5-3-25,-2-1-12,2-3 6,-1-2 14,-1 4 23,0-2 33,3 5 47,-4 2 58,1 3 48,-2 5 37,0 1 28,-4 1 19,2 2 24,-4 5 16,1-1 24,0 5 12,2 6 0,-2 5-7,3 1-13,0-1-5,4 0 0,0-4-13,4-6-16,0-2-19,1-5-45,2-1-43,-2 0-74,1-4-101,1 0-155,-4-10-145,0-32-379,0 23 0,-6-5 0,-2-1 0</inkml:trace>
  <inkml:trace contextRef="#ctx0" brushRef="#br0" timeOffset="203238.7956">10284 6953 1486,'3'-6'158,"1"0"22,0-3 36,-1 2 23,1-1-2,-4 5-4,2 3 4,-2-2 9,0 4 20,-6 1-96,2 8-1,-9 5-6,-6 7-29,4 5-15,1 6 8,0-3 8,4 1-4,6-6-25,1-5-84,-1-3-144,4-5-286,-7-3-440,0-8 0,1-2 0,4-2 0</inkml:trace>
  <inkml:trace contextRef="#ctx0" brushRef="#br0" timeOffset="203986.4462">10602 6979 1568,'5'0'152,"-1"-1"37,2 0 27,-1-2 15,1 0 17,-2-4 13,-2 4 13,-1-3 11,0 2 2,-1 0-89,0 3-62,-2-1-35,-6 2-27,-1-1-14,-6 1-14,-1 3-11,0-2-12,3 4-5,2 1 2,4 0 9,3 1 9,4-1 11,-2 1 11,2 1 2,2 0 2,5 1 3,0-1-1,2 1-4,7 2-5,-2 2-7,-2 1-12,2 2-14,-2 1-9,-3 1-7,-2 1 0,0-3-7,-5-1 3,-2-3 6,0-2 10,-2 1 7,-9-4 6,-1 1 0,-7-6 3,-4 2-5,-4-3-27,-3-1-67,5-1-154,25-5-790,-20 4 0,5-4 0,4-1 0</inkml:trace>
  <inkml:trace contextRef="#ctx0" brushRef="#br0" timeOffset="206332.856">1709 8792 1744,'0'0'123,"-3"2"35,3 0 37,0 0 25,0-2 17,0 1 12,0-1 24,0-1 19,0 1 25,0 0-75,0 0-10,0 0-24,0 0-29,0 0-22,0 0-14,3 0-14,1 0-20,3-2-18,4 2-23,1 0-22,3 0-17,0 0-9,0 0-7,-1 0-3,5-2-2,-1 2 4,0 0-4,2 0-3,-1 0 0,2 0 0,-6 0 0,3 2 1,-1-2-4,-2 2 2,-1-1 0,1-1-4,-1 3-3,-3-3-1,-3 1-10,-1 1-13,-1-2-34,-2 0-56,-2 1-66,-2 1-145,5-7-226,-4 5-297,-1-1 0,0-2 0,-2-2 0</inkml:trace>
  <inkml:trace contextRef="#ctx0" brushRef="#br0" timeOffset="207061.603">1993 8651 1324,'0'0'101,"0"0"61,0 1 59,0-1 35,0 0 19,0 0 13,0 0 7,0 0 6,0 0 7,0 0-53,0 0-29,3 0-58,1 0-50,3 1-28,1 2-13,5-1-12,5 3-4,1-1-3,4 3-7,-4 0-11,-1 3-4,0 0-5,-6 1-11,-2 2-9,0-3-5,-5 2-3,-3 0-3,2-1-4,-3-3-4,-1 3-3,0-2-2,-1 1 4,-5 0 4,-1 2 4,-4 0 1,2 1 1,-6-2 0,2 4 1,2-3 4,-3 0 2,2-2-8,-1-1-21,1 2-40,-1-3-71,5-1-188,-6-9-536,3 5 0,-3-3 0</inkml:trace>
  <inkml:trace contextRef="#ctx0" brushRef="#br0" timeOffset="210184.7883">5827 8508 1347,'2'0'144,"-2"0"32,0 0 31,0 0 26,2-2 32,-2 0 15,1 1 22,-1-2 10,0-1 10,0 2-82,0-2-51,0 2-27,0-1-27,0 1-27,0-1-27,-1 2-18,-1 0-18,0-1-11,-4 1-11,-2 1-3,1-1-5,-2 1-6,1 0-2,-2 0 2,1 0-3,-1 0 5,-5 1-3,3 0 1,-3 1 4,3 3 0,1 0 1,0 1 0,4 0 4,1 0 1,-1 0 0,1 2 3,1-2 1,1-1 4,-3 2-1,2 2-1,-2-2 2,1 1 5,3 3 0,-2 0-4,1 1 4,-2-3-4,2 5 0,-2-4-2,1 2 2,3-1 1,0 2 0,-1 0-1,1-4-3,1 2 2,-2 0-1,5-1 1,-5-1 2,3 0-5,0 1-4,0-1 2,0 2-5,0-1-5,0 2 2,0-2-5,0 1-4,1 0-2,2-1-4,0 0 4,2-1 3,1-1 0,1 0-2,0 2 2,0-2-2,-2 0 2,2-2 3,3 1 2,-2 0-2,-1 0-1,1 1-3,2 1-1,-4-1 3,6 0 1,-2 1-4,-1-3 3,1-2-1,3 1 0,-5 1-2,1-2 1,0 0 1,-2 0-1,1-1 1,-1 1-4,2 0 4,-2-2-2,4 2-1,0 0 3,1 0 3,2-2-3,0 0 0,1 1 0,0-1 0,1 0 2,0 1-1,0 1 1,-1-2 3,2 1-4,-2-3 0,1 0 3,0 0 2,1 0 2,-1 0 0,-1 0-1,2 0 0,0 0-1,-2 0-1,-1 0-2,1 0 1,0 0-2,-1-3-2,0 2-2,-3-1 0,2-2 0,-3 2-1,0-2 1,0 1-2,0 1 2,2-3 0,1-1-1,-1-1 1,1 3-2,1-2-1,-2-1 0,-1 3-1,3-2-2,-1-3 4,-1 2-3,2 1-2,-5-3-1,0 2-1,2-2 3,-4 3-3,1-3 1,2 0-1,-3 1-3,-2-2 1,1 0-2,1-2 1,-2 2 0,1-3 1,-3 0-1,1-3 1,-3 1 2,4-1 2,-3 0 4,1 0-2,-2 1 2,2 2-3,-3 0 2,0 1-1,0 1 0,0-1-1,0 1-1,0-2-1,0 1-3,0-2-1,0 3 0,-3-2 2,1 1 0,-4 1-2,2 1-2,-2-1 2,-1 2-4,-1 0-3,-2 0 2,-1 0-1,-1-3 0,-1 3 1,0-1-1,0-1 3,-2 2 4,2 2-2,-2 2 3,1-3 1,-1 4 0,2 0 4,-5 0 1,2-1-3,-4 2 1,2 1-1,-1-1-1,-4 2-1,0 1 1,1-3 1,-3 1 2,-1 0-2,1-1-1,-3-2 2,0 1 0,2-1-1,1 2 0,0 1 2,0 2-1,0 0 1,0 0-1,0 0-15,-1 3-53,-2 4-117,1 2-251,-8-5-551,-3 8 0,-1 0 0,-1-2 0</inkml:trace>
  <inkml:trace contextRef="#ctx0" brushRef="#br0" timeOffset="226916.715">10452 8499 1014,'-2'0'92,"1"0"30,0 0 40,1 0 28,0 0 23,0 0 21,0 0 17,0-3 13,-2 3 11,2 0-52,-3 0-23,1-2-28,-1-1-34,-4 1-23,3-2-23,-3 1-18,2-1-15,-1 2-13,0-1-10,1-1-10,1 2-6,-3-1-4,-2 0-1,0 1-6,-1-2-2,-2 2-1,2-3-2,-3 4-1,2-2-1,0 0 1,-3 3 0,3-1 1,-4 1-2,7 0 1,-5 0 1,1 0-3,1 0 6,-1 0 2,1 0 5,3 1 0,-3 2 3,1-2 4,-3 2 6,3 2 6,0-3 6,-4 2 6,-1 0-3,2 0 2,1 1-2,-5 1 0,6-2 3,-3 3-3,3-2-5,1 1-2,-1 0-2,4 1-3,-1 0 0,1-1 0,3 1-2,0 0 1,0 0-2,-2 1-3,0-1 1,1 1-2,-2 1-3,1 0-2,2 1-1,-4 0 2,1 1 1,3-2 0,0 3 2,-2-1 0,4 2-2,-1 0-1,0-2 2,0 3-2,3 0 3,-4-2-4,4 0 0,0 2-1,0-1-2,0 0 0,0-3 1,0 2-3,0-3-2,0 1 5,0 1-4,0 0-4,0-1 1,0 1-1,0 1-2,0-1-1,0-1 3,0 0 5,1 0-1,2-1 3,-3 0 2,3-1 1,1 0-1,1 1 1,0-3 2,-1 1-1,3-1-2,0 1-4,1 0 4,-1 0-5,1 0-3,2 1 3,0 0-3,1-1 1,3 0-3,-2 0 2,2-2 1,0 2-2,1 1 0,-1-4-1,3 1 0,-1 1 0,1 0 2,0 0-2,0-1-1,0 1 0,0 0 3,2-2-3,-1 0-3,2 0 2,-2 0 1,3-1-3,1 1 1,3-3-3,0 2 5,5-2 1,0 0-9,-2 2 4,0-3 4,0 1-5,-2-1 2,1 0-1,-2 0-2,0 0 3,-1 0-1,0-1-4,-3-2 4,-3 1 0,0-4-2,0-3 0,0 1 1,-5-2 0,3-1-3,-5-1 0,4-2-5,-5-2 3,4 0-2,-3-2 0,-1-2 1,-3 0 2,0-3 0,-2 1 1,1 3 0,-6-3 2,1 1 4,1 4-2,-2 0 2,0-2-2,0 2-2,-2 0 1,1-3-2,-3 1 1,-3 2 1,-3-2-1,-4 0-3,-1 0 1,-6 1-1,-9-1 0,-5 2 1,-12-4-2,-6 1-2,-8 2 0,3-1-3,-5 3-14,11 4-65,7 8-168,20-1-816,-6 2 0,11 7 0,9-1 0</inkml:trace>
  <inkml:trace contextRef="#ctx0" brushRef="#br0" timeOffset="229569.5491">1691 9569 771,'-2'0'96,"1"0"40,0 0 44,-1 0 44,4 2 38,-2-2 28,0 0 18,0 0 16,0 0 13,-2 0-41,2 0-16,0 0-27,0 0-30,-1 0-31,1 0-28,0-2-18,0 2-10,0 0-10,0-1-14,0 1-17,0 0-16,3 0-14,-1-1-12,4 1-13,1 0-9,1 0-8,2 0-8,4 0-4,-2 0 1,7 0-2,-2 0-4,1 1-1,3 0-5,0 1-6,1-1-7,-1 2-10,0-1-9,-2 0-11,0 2-9,1-1-12,-2 2-3,1 0-6,-5-1-6,-1-1-12,-2 2 7,-1-2 6,-2 0 7,-4-1 6,0-1 6,2 1-6,-2-2-34,1 0-68,-2 0-165,29-5-415,-28 3 0,-2 1 0,-2-2 0</inkml:trace>
  <inkml:trace contextRef="#ctx0" brushRef="#br0" timeOffset="230240.5256">2003 9440 1650,'0'0'82,"0"0"29,0 0 33,0 0 27,0 0 15,0 0 11,0 0 10,0 0 5,0 0 6,0 0-61,4 0-3,-3 0-22,6 0-28,2 0-23,3 0-2,2 1-6,4 2-1,2 0-4,-1 3-6,3 2-6,-1 1-11,-3 0-4,-4 3-8,0 0-8,-3 0-17,-3-1-12,-5 0-8,-3-1-4,1-2 1,-1-1 1,0 2 2,0-1-3,0 0 4,-1 0 9,-5-1 8,-1 4 9,-5-2 1,-3 3 6,-5-1 2,5 1-6,-5-2-26,2 1-42,3-1-106,5-5-217,-2-3-383,5 2 0,-1-3 0,1-2 0</inkml:trace>
  <inkml:trace contextRef="#ctx0" brushRef="#br0" timeOffset="233761.9316">6043 9234 700,'0'0'66,"0"0"50,-2-1 43,1 1 32,0 0 21,-1 0 15,2 0 10,0 0 10,-1 0 9,-2 0-15,-1 0-36,0 0-44,-5 0-39,1 0-27,-3 0-17,-1 0-9,0 0-1,1 0-3,0 0-7,4 0-4,-5 0-4,1 0-4,-2 0-2,1 2-1,1 1-3,-2 0-4,3 1-2,0 2-1,-2 0 4,1-1 4,-1 3 6,2 0 9,0 1 4,1 1 5,0 0 4,2-1 0,2 0-4,1 1 2,1-3-4,3 1-6,-2 3-4,0-3-8,2 2-4,0-2-7,-3 1-4,3 1-2,0-2-2,-2 3-3,2-2 1,0-2-3,2 3-1,-2-2 5,0-1-1,0 0 5,0 0 1,0 4-4,0-2 4,0 3-4,0-1 1,0 0 1,0-2 0,0 1-1,0-1-3,3 0-2,-2 1-2,2 0 4,0 0-6,-2 2 2,5-3-2,-1 3-3,-4-3-2,2-1-4,0 2 1,-3-2-2,3 0-1,1-2-3,0-1 4,0 2-2,1-1 0,0-1 0,1 1 2,1 0-1,-2 1-2,1-2 2,-2 2 0,4-2 1,-1 1-3,0 0 0,-2 1 3,3-1-4,-1 0-1,-2-1 0,0 0 2,2-1-3,1 1 1,1-3-1,-1 3 2,1-2 0,2 1-2,-4 0 3,4 1-3,0-2 3,-4 0-1,4 1 0,1-2 0,-4 2 0,2-1-1,0-1 0,0 1 0,-3-1-3,4 2 3,-4-1-2,3-1 1,-1-1 1,1 3 0,-2-2 0,2-2 2,1 2 1,0-2-3,5 0 3,-1 0-2,1 0 0,-1 0 1,2 0-3,-3 0 2,-2-2-1,0 0-1,-1 1-1,0-3 2,-1 0-2,3-1 2,-1 0-1,0 1 0,-2-3 0,1 1 0,-1 0 1,2-2 0,-2 1-1,0 1 0,-1 0-2,-1-3 1,0 3-4,-1-2 1,-1 1-3,0-1-2,-2 2 1,0-3-1,0 1 0,-1-1-1,1-1 3,-1 0 1,3-1 1,-4 4 3,4-5 2,1 2 0,0-2-4,0 2 4,-3-2-2,0 2-2,-1-2 0,0-2-2,-2 0 3,2-3-2,-3-1 1,1 3 0,2-3 4,0 3-2,-3 1 2,0 0 1,0 0 0,0 1-3,0-1 0,0 1-2,0 0-2,0-3 3,0 1-6,0 0 3,0 2-4,0 0-2,0 3-2,-3 0 5,0 0-9,-1 4 1,-1-3 3,-1 2-5,0 2 3,-2-2 1,1 0-1,-3 0-1,-2-1 2,-2 1 0,0 2 4,-3-3 0,0 5 0,1-3 1,-3 3 1,-2-1-2,-1 1 4,-3-1 5,-1 1-1,-1 1-1,-4-2-1,0 3-5,-8-2-5,-1 2-9,-3 1-10,0 0-11,-3 0-26,-2 3-75,0 1-113,7 1-217,-5-2-399,-1 10 0,2 1 0,1 0 0</inkml:trace>
  <inkml:trace contextRef="#ctx0" brushRef="#br0" timeOffset="243584.3583">4575 9151 909,'-2'0'85,"2"0"26,0 0 36,0 0 30,0 0 25,0 0 11,-1 0 11,0 0 11,0-3 10,-3 2-43,1-1-24,0-2-18,-2-1-29,-1 1-28,-2-1-26,-2 1-7,2-1-12,1 1-7,-3 0-9,2 0-10,1 1-6,-1-1-12,-2 0-2,1-2-4,-1 2-3,-2 3-2,4-2-1,-4 1-2,-1 2 1,-1 0-2,2-2 2,-4 2 0,1 0-2,1 0 1,-1 2 3,0 0 1,-2 1 2,3-2-3,-2 3 0,0 0 3,1-1-2,3 1 2,-2-2 0,-1 1 2,0 1 0,3-1 0,-3 1 0,1 0 0,-1 2 0,2 0-2,1-1 1,-2 2-2,1-3 2,0 4-2,-1-3 2,0 2 1,1-1 2,0 2 5,-1-2 3,1 0 3,4 0 2,-3 0 2,1-1 0,3 0 6,-2 0 1,-1 1 2,3 0 1,-5 0-3,1 0 2,2 2 4,-1-1-2,-1 2 4,0-1 4,-1 1-6,4-1-2,-3 1 2,2 1-2,-1 1 4,3 0-4,-1-1-5,3 0-4,0 1-4,-1 1-3,3-3 1,-3 0 0,3 1-4,-2 1-2,5 0-3,-2-1-2,0 1 5,-2 1 5,5 2-1,0 0 1,-3 1 2,-1 1 1,4 0 0,-4 0 2,2-3-1,1 1 3,1-1-4,-4 0 0,4-1 0,0-1-3,0-1-1,0 0 1,4 1-2,-3-2 5,2 1-2,3 0-2,0 1 1,3-1-4,1 2 0,-2-3 0,3 1-1,-4 1-1,1-1-1,-2 0-1,2-3-4,-2 3-1,-1-4-1,1 2-2,1-4 0,0 3 1,0-1 0,1 0 0,3 1 0,-1-2-2,2 1 3,-1 1 0,3-2 1,3 1 0,-3-2 0,4 2 0,0-1-3,1 0 1,-2 0 0,-2-1 1,3-1-5,-4 0 2,1 2-1,-2-3-1,-1 2 0,1-3-3,2 2 1,0-2 0,3 0 0,3 0-3,-3-1 1,-4 4-1,1-4 1,2 0 2,-5 0-2,5 0 4,-6 1-2,4-1-1,-1 3 1,1-3 2,1 1-1,-1-1 1,0 0-3,4 1-2,-2-1 0,1 0-2,2 0 3,0 0-5,2 2-3,1-2-1,-2 1 0,0 0 0,-5 0 3,1-1 1,-1 1 1,1-1-1,1 0 0,3-1 3,-3 1 0,1 1 0,1-1 1,3 0-1,-2 0 1,1 0-3,2 0 0,-3 0 1,-4 0-1,2 0 0,-5 0 1,2 0 1,-2 0 1,0 0 2,4 0-2,-3-1 4,2 0-1,0-1 0,1-1 1,-1 2 0,3-3 3,0 0-3,-1 1-2,-1-1 1,0-1 2,1 1 2,-6 1-2,2-2 2,-3 0 0,2 1 1,-4-2 0,3 0 2,-3-2 4,0 1-2,3-4 0,-3 2-4,0-4 3,3 1 0,-5-1 3,2 1-2,-4 1 0,-1-1 2,-1 1 0,-1 0 0,0 2 3,-2-3-1,-1 0-1,0 1 1,2-1 0,-2-2 1,0 1-1,0 0-3,-2 0 1,1 2-2,1 0-2,-3 0 2,-2 0 0,2 1-2,-1-1 0,-2 1-2,2-2 2,-2 2 0,-2-1-1,-3 1 1,3 1-1,-5-3 4,-1-2 0,4 0 4,-5 0-3,3-1 3,1 1-2,1 2 0,2-1-2,2 3 1,-2 0 0,1 4-3,3 0-1,-2 0-2,-2-1-2,1 2-2,0-2 2,-4 0 0,0 1 0,0 2-1,0-2 0,-3-1 1,1 1 0,2-3-2,-1 2 3,-3-1 0,2 0-1,0 0-1,-2 2 0,7 0-1,-3 0-1,4 1 1,0 1-1,-4-1-2,0 2 4,2 0-1,-4-2-3,1 0 2,0 1-1,-2 0 4,-1-2-1,0 3-4,3-1 1,-1-1 3,3 1-3,0 0 0,2 1 3,1 0-1,-1 1 0,2-1-1,-5 1 0,3-1 1,-1 1 2,-1 0-1,0 0 1,-3-3 1,-1 3-3,2-1-2,-3 0-1,-2 0 2,-4 2-1,0 0 0,-1 0-1,-3 1-1,-1 0 0,1 0 0,0 0 1,-2 0 3,2 0-1,6 0-1,-3 0 1,8 0 1,4 0 1,6 0-2,-2 0 1,4 0-2,2 0 4,0 0 0,0 0 2,0 0 2,0 0 1,0 0 0,0 0 2,-3 0 0,3 0-3,-1 0 0,1 0-2,-3 0-1,-1 0-2,0 0-3,-2 0 0,2 0-3,1 0 0,3 0 0,0 0 2,0 0-3,0 0-6,0 0-5,0 0-8,0 0-12,0 0-26,0 0-35,0 0-67,3 0-101,9 0-231,3-33-399,4 31 0,6-2 0,1 1 0</inkml:trace>
  <inkml:trace contextRef="#ctx0" brushRef="#br0" timeOffset="245841.7178">12987 5544 1343,'0'1'95,"0"0"25,0 2 27,0-2 26,0-1 20,0 3 21,0-3 20,0 0 29,0 0 27,0 0-38,0 0-4,0 0-8,0 0-16,0 0-15,0 0-8,0 0-18,0 0-18,0 0-25,0 0-25,1 0-22,-1 0-16,0-3-13,6 3-9,0 0-6,2-1-6,2-2-6,1 2-3,5 0-2,1 1 1,1-3-7,1 3-7,1 0-3,5 0-3,-3 0-3,3 0-8,0 0 5,7 0 0,-3 0 1,0 0-4,0 0 0,3 0 1,1 0-1,2 0 1,3-1 1,3 1 2,2-1-2,1 0 0,1 1 1,5-2 0,-7 1-2,0 0 2,-1-1 1,-8-1-2,-1 2-2,-7 0 1,-3-1 0,-6 1 0,-4-2-2,-4 2 2,-4-1-4,-1-1-19,1 2-54,-4-1-135,3-1-332,-4 0-451,0-3 0,0-4 0,0-3 0</inkml:trace>
  <inkml:trace contextRef="#ctx0" brushRef="#br0" timeOffset="246632.8868">13993 4852 624,'0'0'24,"0"0"32,0 1 47,0 1 46,-2 3 30,2 0 33,0 2 29,0 0 31,0 1 23,0 1-2,0 0 1,0 0-16,0 3-38,0 4-28,0 0-9,0 4-24,-3 3-21,2 2-21,-3 1-10,0 4-5,1 1-7,3 0-12,0 2-5,-3-2-16,3 2-19,3-3-7,-3 0-4,-3-5-3,3 1-9,0 0-7,0-7-2,0 3-1,0-4 0,0 1-3,0-1-1,0-2-1,0-3-3,0 2-10,0-4 2,0 0 0,0-2-2,-3-2-2,3-3-2,-1-2-3,1 1 3,0-1-1,0 0 0,0-2 0,0 1-10,-1-1-26,1 1-42,0-1-146,2-4-317,-6 3-372,-1-3 0,-1-8 0</inkml:trace>
  <inkml:trace contextRef="#ctx0" brushRef="#br0" timeOffset="248623.0358">13995 4926 668,'2'0'89,"-1"0"18,-1-2 13,6 2 12,-4 0 18,-2 0 27,2 0 31,1 0 37,-1 0 39,1-2-15,0 0-7,1 1 2,-1-3 4,0 3 6,3-3-4,0 2-17,-2-1-24,3 3-28,1 0-32,0-2-35,1 2-15,2 0-11,3 0-10,4 0-15,-3 0-13,5 0-4,4 0-5,0 0-7,3 0-9,5 0-2,-1 0-9,7 0-8,-1 0-2,5 0-3,2 0 0,2 0-6,-4 0-2,3 0 0,0-2 0,-1 2-1,5-2-2,1 1-2,-2-1-2,2-2-3,4 0 0,3 3 1,-4-1-1,1 2-2,-4-1-1,-6 2-4,1-1-5,-8-1-4,-1 1 0,-5 0-4,1 0-1,-6 0 0,-1-1-1,3 0 2,-2 0 2,0-1 0,1 0 5,-5 1-1,0-2 1,-2 2 3,-4 0-2,0 0 0,0-1 3,-8-1-4,2 2-1,-3-1 2,-2 0-5,-5 0 4,2 2 0,-2-2 6,0 2 5,0 0 0,0-1 1,0 1 7,0 0 2,0 0 1,1-2 6,-1 2 1,0 0 0,0 0-4,0 0-6,0 0-1,0 0 0,0 2-4,0-2-4,0 3 3,0 1-2,0 3-1,0 2 4,0 2 3,0 5 6,0 1 5,0 4 0,0 1 4,0 4 1,0 0-1,0 4 1,0 1-2,0 2-1,0 0-4,-1 0-4,1-2-5,0 1-2,-2-3-3,0 1 2,2-3-1,-3 1 2,-1-3 0,4-4 0,0-1 1,0-3 1,0-2 1,0 0 3,0-2-1,0 1-3,0-4 3,0-1-4,0 1 0,0-4-1,4-1 0,-4 0-1,0-3 2,0-2-1,0 0 1,0 0-1,0 0 0,0 0 1,0 0 0,0 0-2,0 0-1,0 0-1,0 0-2,0 0-1,0 0 0,0 0-3,3 0 0,-3 0 0,2 0-2,0 0 4,5 0 0,-3 0 2,3 0 0,0 0 0,-1 0 0,2 0 3,3 0 0,-4 0-1,8 0 0,-1 0 1,3 0-2,-1 0 1,2 0-3,1 0 1,2 0 1,3 0 0,1 0-2,1 0 1,4 0 1,-1 0-1,2 0 0,3 0-3,2 0 6,0 0-4,4 0 2,0 0-2,-1 0 1,6 0-1,-2 3 2,4-2 1,7 0-1,0 3 2,4 0-7,4-2 6,1 2-2,1-2 0,-3 2 0,-2 1-3,-3 0 0,-8 0-3,-5 0 1,-7-2 2,-8 0 1,-7-2-6,-9 0-7,-6 0-18,-2-2-75,-1 2-216,-3-5-771,-3 1 0,-4 3 0,-1-2 0</inkml:trace>
  <inkml:trace contextRef="#ctx0" brushRef="#br0" timeOffset="249593.0205">12116 4731 3050,'0'-1'66,"0"-1"14,0 1 23,0-3 36,0-1 29,0 2 16,-3-1 1,1 1 3,0 2 1,-9 1-42,0 0-16,-4 1-9,-6 2-15,-1 4-23,1 6-20,-1 3-3,3 6 7,3 1 2,9 5 8,3-2 5,10-2 5,7 0 0,8-4-4,1-1-15,8-5-20,1-4-56,-2-3-104,2-4-229,-7-15-717,-5 6 0,-1-5 0,-7-5 0</inkml:trace>
  <inkml:trace contextRef="#ctx0" brushRef="#br0" timeOffset="249903.565">12324 4628 3120,'4'-4'158,"0"0"0,-1 3 21,1-3 27,-4 9 23,0 5 14,0 8 16,-5 5 7,2 10 9,-4 2-143,-1 4-5,2-1 3,1-5-16,2-3-27,-1-4-22,3-5-18,-2-2-30,1-6-44,0-4-90,2-2-219,-2-14-730,2 7 0,0-5 0,0-5 0</inkml:trace>
  <inkml:trace contextRef="#ctx0" brushRef="#br0" timeOffset="250542.9052">12495 4615 2054,'0'0'109,"4"0"39,-4 0 31,0 4 33,2 2 32,-2 8 18,0 5 14,0 4 13,-2 5 15,2 0-86,-4-1 13,-2 1-25,-1 0-28,-5-2-26,2-2-29,-1 0-19,1-3-11,5 0-12,-1-5-14,2-4-16,4-3-14,-3-4-13,6-4-16,0-1-14,1-2-16,4-8-15,5 0-27,3-7-19,5-6-21,-1 0-12,-2 0-7,5 1-2,-4-1 11,-2 3 17,0 1 38,-2 5 35,-2 2 38,-7 4 18,-4 2 10,2 4 6,-8 1 13,2 5 11,-7 6 10,-5 4-3,-1 4-14,-2 8-19,4 1-6,5-1 9,4-3 23,7-5 11,5-4-3,8-2-7,9-5-28,9-3-111,13-2-379,-2-2-584,-5-6 0,-11-2 0,-8-3 0</inkml:trace>
  <inkml:trace contextRef="#ctx0" brushRef="#br0" timeOffset="254218.9359">15723 5728 987,'0'0'77,"0"0"52,0 2 52,0-1 49,0-1 50,0 0 29,0 2 23,0-2 19,0 0 16,0 0-44,0 0-17,0 0-48,0 0-50,0 0-46,-4 0-49,-1 0-27,-5 4-21,-5 3-14,1 1-9,-4 3-4,-3 4 1,-3-1 2,-1 0-1,0 2 3,1-1 1,4-3-1,5-1-1,5-3-2,6-2 3,1-3-3,3-1-11,0-2-18,3 0-11,7-4-24,3-1-29,6-2-40,4-1-40,2-4-18,-1 2-17,-2-1-9,-3 2 2,1 1 14,-6 2 9,1-1 22,-4 2 31,-3 1 48,-2 1 46,-5 1 22,-1 0 8,0 2 12,4-1 12,-8 1 9,8 1 11,-4 1 9,0 0 10,0 3 10,0 2 14,2 0 22,4 4 13,6-1 1,0-1-7,9 3-7,2-1-28,0-1-64,-2 2-202,0-17-860,-2 7 0,-9-2 0,-3-2 0</inkml:trace>
  <inkml:trace contextRef="#ctx0" brushRef="#br0" timeOffset="255343.0679">15700 5796 478,'0'0'44,"0"0"31,0 0 40,0 3 31,0 2 43,0 2 51,0-1 30,0 2 18,0 0 28,0-1 7,0-1 1,0 3-19,-1-2-18,-1 2-13,-1 1-30,3 0-36,0 2-20,0 1-9,-1 1-18,1 3-16,-4 0-20,2-1-12,1 3-16,-2-1-14,-2 2-13,2 0-13,-3 1-7,3-1-8,-2 2-4,-1-1-10,1-2 2,2 3-1,0-3 0,1 2 3,2-3 0,0-1 2,0-1-1,0 2 1,0-2-5,-3 3-1,3 0-4,0 4-3,0-1-4,-3 2-5,-1-1-3,0 3-2,-2 1-1,2-2-3,-3-1 2,1-1 0,2 1 0,3-4 1,-3-2 2,3 1-1,-1-3 0,2-4 2,-3 3-2,2-5 1,0 0-3,1-4 1,0-1 0,0-1 2,0-3-1,0-1 1,0 0 0,0 0-12,0 0-27,0 0-100,9 0-371,-6-1-569,-2 1 0,1-2 0,-1 1 0</inkml:trace>
  <inkml:trace contextRef="#ctx0" brushRef="#br0" timeOffset="256738.9191">15432 7073 2108,'2'0'115,"-2"0"40,1 3 37,-1-3 33,0-3 34,1 3 19,-1 0 19,0 0 16,0 0 9,0 0-68,0 0-36,0 0-37,0 0-34,0 3-27,0-3-25,0 6-8,-1 4-13,-2 1-10,2 6-5,-6 4-3,0 3 1,-1 2-1,0 2 3,2-1-5,2-1-7,-1-3-5,3-3 3,0-4 1,2-2 0,0-2-1,0-3-3,2-2 1,-2-5-3,0 2-19,0-2-19,0-2-31,-2 0-71,2 0-140,0 0-315,0-3-513,0-2 0,0-3 0</inkml:trace>
  <inkml:trace contextRef="#ctx0" brushRef="#br0" timeOffset="257597.7225">15749 7193 743,'0'0'139,"1"2"54,-1-2 42,0 1 38,0-2 28,0 1 15,0 0 5,0 0 8,0 0 7,-1 0-87,-2 0-13,-4 0-39,-1 1-27,-4 1-13,0 3-16,-1 2-1,5 1 10,-3 2 0,2 1 2,4 0 1,1 2-24,2-2-11,2-1-9,0 0-22,2 0-9,5-3-11,-2 2-12,9-3-5,2-2-12,0-1-7,3-1-6,1-2-3,-1 0-7,-2-2-6,1-1-9,-4-1-8,0-3-10,-7-3-8,1 0-2,-4-3-5,-1 1-2,-3 1-1,0-3 0,-6-1-6,-3 3-10,-1 0-38,-5 3-98,2 1-278,-10-1-505,3 2 0,-5-1 0,-3 2 0</inkml:trace>
  <inkml:trace contextRef="#ctx0" brushRef="#br0" timeOffset="258289.2102">15109 6967 2331,'0'0'97,"0"0"35,0 0 30,0 0 20,0 0 14,0 0 15,0 0 15,-4 0 24,1 0 27,-4 0-43,-2 4-8,-4 2-21,-1 2-16,-4 6-12,3 4-2,-2 8-8,2 7-13,5 4-21,-2 7-26,5 2-28,4 2-29,4-4-27,11-2-52,11-4-165,27-9-958,-11 1 0,7-4 0</inkml:trace>
  <inkml:trace contextRef="#ctx0" brushRef="#br0" timeOffset="259033.7216">16202 6993 2568,'0'0'128,"0"0"23,0 0 36,0 0 21,0 0 16,0-1 8,0 1 16,1 0 13,5 0 13,-2 0-77,4 2-24,3 5-9,5 6-27,3 9-17,5 8-14,-1 10-4,1 10-15,-10 4-15,-7 2-17,-14 0-23,-12 0-43,-16-7-129,-4-6-403,-25-5-463,-9-8 0,-3-9 0,-8-8 0</inkml:trace>
  <inkml:trace contextRef="#ctx0" brushRef="#br0" timeOffset="265101.0761">2617 9232 1468,'0'0'8,"0"-2"-7,0 2 3,0 0 7,0-1 6,0 1 13,0 0 17,0 0 23,0 0 23,0 0 13,0 0 25,0 0 35,0 0 16,0 0 8,0 0 2,0 0-5,0 0-10,0 1-13,0-1-16,0 0-16,3 0-4,-3 2-14,0-1-6,0 1-3,0-1 3,0 2 4,2-3 6,-2 0 3,0 0 2,0 0-3,0 0-11,0 0-9,0 0-7,0 0-8,0 0-8,0 0-11,0 0-12,0 0-11,0 0-10,0 0-4,0 0-5,0 0-5,0 0-6,0 0-3,0 0-2,0 0-1,0 0 2,0 0-1,0 0 1,0 0-1,0 0 3,0 0 2,0 0 0,0 0 0,0 0-3,0 0 0,0 0-3,0 0-7,0 0-4,-6 0-3,-1-1-2,-5-1-3,2 1 3,-5-1-1,3 1-1,0-1 0,-1 1 1,0 1 5,1 0 3,-1 0 1,3 0-1,1 1 1,-1 3-3,-3 2 1,1 2 1,-3 4 1,0 0-1,0 2 1,0 2 0,1 1 2,3-1 1,0-1-1,-2 1 1,4 3-2,0-3 4,1 0 0,1 0 2,3 0 4,-3-1-1,3 4 2,-2-2 3,2 3 0,2-1 3,0 0 1,-2-1-1,4 2-1,0-2-1,0-1-1,-3 3 6,6-2-4,-3-2-1,0 0 1,0-1-3,0-1 0,0-2-1,0 2 1,1-3 0,2-1 0,2 1-2,4-3 0,2 2-2,0-1 4,3 1-3,0-1-2,4 0 5,-5-1-3,3 2 2,5-3-4,-3 2-1,-3-2-2,1 0 3,3-2-4,-5 1 1,3 0 3,-3-2-4,4-2 1,-1 2-2,-2-4 2,2 1-2,1-1 2,0 0-2,1 0 1,1 0-1,-1-1 1,5-3-2,-5 1 0,3-3-2,-1-3 1,1 0 2,0 0-1,1 0-2,-4-1 1,-2 1-1,1 0 2,-6-1-2,1 0 2,-3 2-1,-2-3 4,1 1-4,0 0-1,2-1 2,0-1-1,0-1 1,3 0-6,-3 2-2,-1-5-1,1 2-1,-3 0-7,-2-2 3,-1-1 3,-3 2-2,2 2 0,-4-1 3,0 1 2,1 2 4,2-3 6,-3 1-1,0-2 3,0 0 1,0-3 0,0 1 2,2 0 0,-2-2-1,0 2 1,0-1 1,-2 1-5,-1 3 1,2-2 0,-7 1-3,-1 3-1,-4-1-2,1 3 1,-3-3-4,-8 1 0,-4 1-2,-6 0-5,-10 1-8,-10 3-21,-5 2-35,-7 3-100,4 2-207,1-8-673,6 9 0,7 2 0</inkml:trace>
  <inkml:trace contextRef="#ctx0" brushRef="#br0" timeOffset="271431.9683">7895 9096 787,'0'-1'64,"0"1"21,0-2 19,0 0 20,0 2 25,0 0 30,0 0 25,0 0 16,0-2 15,0 4-32,0-2-12,0-2-16,0 2-16,0 0-18,0 0-21,0-1-26,0-2-20,-2 3-10,-2-1-12,1-3-8,-3 1-7,1 1-6,1-1 1,-3 1-4,1 1 0,1 1-5,1-1-4,-2 1-5,-1 0-3,-1 0-3,1-2-1,-4 4 0,3-4 0,-4 2 1,4 2-2,-3-1 2,4 2-1,0 0 3,-5 2 4,3 0 0,0-1 5,-1 2 2,0-1 0,2 3 4,-2 0 6,-1 0 1,3 0 0,-4 1 1,2 1 1,1-1 1,-1 1-2,2 0-1,0 0 1,0-1-3,1-1-3,-2 1 2,4 0 0,-2-1-2,3 0-1,-2 0 1,2 1-2,-3-1 3,1 2-1,2 0-2,0 1-2,0-2-4,0 1 1,1 2-1,0-3-4,0 3-1,1 0 0,-1 1-4,0 0 0,1-1 0,-1 0-2,0 2 1,3-1-3,-6-2 1,5 3 2,-1 0 0,0 0 1,-1-2-2,3 1 0,-4-2 1,4 3 5,0-2 1,0-2 4,0 1-2,0-1 2,0 2 2,0-1-3,0 1 6,0-1 0,0 1 0,0-1 0,0-2 0,0 3-3,0-3 4,3 2-5,-2 1-1,2-2 2,2 0 0,1 1 0,0-2-1,-2-1-2,1 1 0,-2 1-3,4-1-2,-3 1 1,4-3 1,-2 3-4,2-2-3,3 1-1,-2 0 0,0-1-1,1 0-1,1 2 0,0-3-3,3 1-2,-3 0 0,3 0 0,0-2 0,1 3-3,-1-2-2,0-2 0,-2 0 0,3 0-2,0-1 2,0-1-2,-3 0-6,4-2-6,-1-1-8,0 0-2,2 0-4,2 0-5,1 0-6,-1-2-5,4-2-9,-3-2-6,1-3 3,1-2 7,-4-1 9,0-3 5,0 3 3,-4-2 11,-1 0 7,3-2 9,-1 0 16,-4-1 8,3-2 8,-3-1 1,-1 0 5,0-1 2,-2-2 4,-1 1 5,1-2 2,-2-3 6,-1 1 0,1-2 13,-3 3-1,-2-4 1,0 5-2,-1-1 6,0 0-2,-2 4-5,-4-2-4,-4-1-2,-2 3-6,-7-3-13,-2-3-3,-1 3-1,-2-1-3,-4 2-10,3 5-5,-3 2 0,-1 5-2,-1 1-3,2 4-4,1 3-27,3 1-64,3 2-116,7 0-246,-1-15-517,2 18 0,7-2 0,4 2 0</inkml:trace>
  <inkml:trace contextRef="#ctx0" brushRef="#br0" timeOffset="281873.2668">10205 9447 765,'-1'0'109,"1"0"27,-2 0 21,-1 0 14,3 0 14,-1 0 11,-2 0 9,1 0 9,-1 0 10,0 0-64,-6 0-24,1 0-19,-3 0-7,0 0-3,-4 2-5,1-2 0,-1 4 4,2-2 0,-1 4-3,-1-3-4,4 3-7,0 1-3,-3 3-5,6-1-4,-3 1-5,3 1-8,-2 1-5,1 0 0,0 2-8,0-1 1,2 0-2,2 2-4,2 0 1,0-2-7,3 0 2,0 1 1,0-1-6,0 1-6,4-3 0,-2 1-1,2 1-5,4-2 0,-2 1-8,1-3 2,2 1-7,0-3-3,2 2-1,-4-1-1,4-1 0,0-2-3,-1 2 3,1-1-4,0-1 3,3 2-4,-2-2 0,2 0 1,4 2-4,-1-4 1,-2 2 0,5-1 1,-1 0-2,3-3 4,3-1-2,3 3 3,0-6 0,3 3 1,0 0 3,-3 0 0,2 0 0,-1 0 2,-4-1-4,0 1 0,-4-4 0,1 1-3,-4-1 4,-1-1-2,1-2 0,-1-1-1,0-1-1,-1 1 1,-1-2 0,2 0 0,-3 0-1,1-3-1,-3 0-2,-2 0-4,-2 0 1,-1-1 1,-4 0 2,0 0-2,0 0 6,-2-2-2,2 2 2,0-3 4,-2 0-1,-1-4 8,1 0 1,-1-3-4,-2 0 1,-4-1-2,-5 1-2,-7 1 1,-9 1-4,-7 1-3,-9 4-6,-3 2-35,-5 4-52,-4 4-68,5 1-142,24-2-653,-12 6 0,-1-2 0,7 3 0</inkml:trace>
  <inkml:trace contextRef="#ctx0" brushRef="#br0" timeOffset="283491.2426">1735 10347 1363,'0'0'11,"0"0"7,0 0 6,0 0 19,0 0 40,0 0 35,0 2 44,135 14 0,-135-15-92,0 0 18,0 0 13,1 0 10,1-1 9,2 0 11,-2 0 12,1 0 17,0 0-25,1 0 5,-1 0-9,2 2-11,2-2-4,3 2 1,1 0 2,6 1 0,2 0-4,5 0-12,5 0-12,1 0-13,1-1-7,-1 0-8,-6-2-9,-6 2-16,-3-1-12,-5 0-18,-4 2-23,-2-2-32,1 1-53,-2-1-64,0 1-89,4-2-148,-4-10-313,1 9 0,1-1 0,-2-2 0</inkml:trace>
  <inkml:trace contextRef="#ctx0" brushRef="#br0" timeOffset="283951.0228">2158 10270 2568,'0'0'27,"0"-1"-2,0 1 1,0 0 9,0 0 26,0 0 37,0 0 22,4 0 15,2 3 12,1 1-15,4 2 9,3 3 10,4 0 6,1 3-10,1 0-24,-5 2-36,-1 1-21,-8 1-15,-1 2-13,-5-2-9,-4 0 1,0 2-5,-9-2-2,-2 1-37,-9 1-80,-2-3-164,-5-12-557,1 5 0,2-3 0,6-4 0</inkml:trace>
  <inkml:trace contextRef="#ctx0" brushRef="#br0" timeOffset="286919.0936">2689 10031 628,'0'0'120,"0"0"30,0 0 28,0 0 29,0 0 20,0 0 25,0-3 24,0 1 23,0 0 26,0 0-57,0-3-36,0 2-18,0-1-22,0 0-24,0 1-15,0 1-22,0 0-17,-5 1-20,2-2-13,-1 2-12,-6-3-9,2 2-12,2 0-6,-2 1-4,-3 0-6,1-1-3,0 2-5,-2 0-4,1 0-11,-2 0 0,1 2-2,-1 2 3,1 1 0,-1 2 4,1 2 1,1-1 3,1 1 3,-1 3 2,0-3 4,1 5-1,2-1 2,-2 2-4,1 0 2,-1 0-2,3 1 4,0-3 0,0 2-5,0-4 2,3 4 3,-2-3-3,1 2 1,1-1 1,1 0 4,0 2 2,-1-1-1,2 2-1,1 1 2,1-2-5,-1-2-1,1 3-1,0-1-4,-2-2 1,0 2-7,2 0-4,0 1-3,0-3-3,0 2-1,0-3 0,0 1-4,2 0 4,0 1-1,2-3-4,6 2 3,-1-1 0,1 0 1,3-1-3,-1-3 5,6-1 6,0-1-1,1 1 1,4 0 1,0-2 1,2 1 0,-1-4 0,2 1-1,-1-2 4,-1-1-4,-1-3-6,1 2 0,-3 0-3,1-4-1,-1 0 1,-2-4-7,1 2 0,-2-3 1,-1-1-1,0 0-1,-1-1 0,0 0 2,-1-3-3,1 1 1,-4-2 2,1-2 3,-1 2 1,-2-2-2,1-2-1,-3 0 1,0-1 0,-2-1-2,-3-2 4,1-4-4,-4-3-5,0 3 0,-3-2-1,0 0 2,-4 3 3,-9 1 1,-5 2 4,-7 5-1,-9 0 0,-3 3 2,1 4 4,0 0 2,3 3-19,1 4-38,10 2-76,1 2-106,7 1-227,1-10-500,7 9 0,1-2 0</inkml:trace>
  <inkml:trace contextRef="#ctx0" brushRef="#br0" timeOffset="291756.4991">4168 9950 561,'0'-1'74,"0"1"27,0 0 36,-2 0 32,0-1 35,2 1 20,-2 0 23,2 0 25,-3 0 26,2-2-30,-2 1-11,-1-1-14,0-1-26,-2 1-25,2-2-27,-2 0-11,-3 1-19,-1 0-22,-2 1-25,-1-2-16,1 4-13,-2-1-7,3-2-8,-2 3-6,-2 0-4,5 0-10,-5 0-4,3 4-2,-5-3-1,2 3-2,-3 3-1,1 2-2,-1-2 5,-4 4 3,3-1 7,-1-1 6,-2 3 6,4 1 6,0 0 0,4-1 1,0 1 0,3 3 1,0-1-8,1 0-3,4 2-9,-2 0-4,-1-1-3,6-3-7,-4 4 4,2-2-2,-1 4 1,6-1-2,-4-2 1,2 0 1,1 1 1,-2-1 0,3 1-4,0 0 1,0 2-2,0-4-5,3 3 1,0-3-1,-2-1 1,2 1 1,4-2-3,-2 0 1,1 0 1,1-2-2,0 1-2,-1 0 1,0-2-3,4 0 4,-2-2-10,2 3 1,0-2 3,5 0 0,-3-2 1,3 1 0,0-1 5,1-1 1,-3 2 1,-1-3-4,-1 1 8,-1 0 0,0-1-3,1 0-4,-3-2 0,3 2 1,-1-2-5,0 1 2,3-1 0,-1 0 0,0 0 0,2-2-3,0 2 0,1-2 1,-3 0 1,2 1 1,-1 0-3,-1 0 0,1 0 2,-2 0 1,1 0-2,-1 2 1,1 0 0,-1-2-4,-1 1 3,5-2-4,0-1 3,5 2 2,4-2-1,2 0-2,-2 0 2,1 0 0,-5 0 1,-1 0 1,-2 3 2,-4-3 0,4 2 0,0 0-1,-2 0-1,6-1 3,-2 3-1,2-2 1,4-2-3,0 3 3,0-3-4,4 2 2,-1 1 0,-2-3-1,-2 1 2,-2-1-2,-3 0-1,-2 0 2,1 0 1,1 0-1,0 0 1,3 0 1,2-1 1,-1-2-2,3-1 2,2 0 0,1-5 0,-3 2-2,3-3 1,-5 2-4,-3-1-1,-2 2-1,-2-3 0,-3 1 4,-5 0-2,0 0-2,-2-2 2,0 0 1,1-2-1,2 2 4,2-5 0,1 0 2,3 0-2,-2-2-2,-1 1-4,-1 0-2,-6-1-6,1 0-7,-2 0-3,-3-1-1,-2 1 1,0 0-1,0 2 0,-1 0 5,0-2 2,-4 2 4,1 1 6,-3-1 5,-3 0 2,-1 1 1,-1-1 1,-3 2 3,-1 0-5,-2-1-2,-3 2 1,-1-1 0,-3 2 3,1 0-3,2 0 6,-1 3-3,3 1 0,-2 0-3,1 0 2,-1 1 0,3 0 0,-5 0 0,-4 0-3,-1-1 1,-3-1 2,-1 2-2,-5-2-1,1 3-1,-3 1 0,-2 4 2,2-2-2,-2 3 2,2 0-1,-3 0-3,7 3-4,-2 0 4,0 0-2,-2 2-1,2 1 0,-4 1-2,2-1-2,1-1-8,0 0-13,1-1-25,5 1-37,1 0-72,8 4-72,6-4-149,10-3-537,-2 1 0,3-2 0,-1-1 0</inkml:trace>
  <inkml:trace contextRef="#ctx0" brushRef="#br0" timeOffset="293996.8926">6125 9936 602,'-3'0'46,"3"0"33,-3 0 26,2 0 25,-1 0 26,1 0 24,1 2 22,-1-1 22,-1 0 19,2-1-7,-4 3-11,1-3-22,0 0-16,-1 0-21,2 0-23,-4 0-24,5 0-21,-6 0-22,0 0-17,0 0-15,-4 0-9,3 0-11,-2 1-8,2 1-2,-5 1 5,3-1 7,0 2 8,-2-2 9,-1 2 7,2 1 10,-1 0 12,-1 0 12,1 3 12,-2 1 11,3 0 4,-3 4-4,3-2 0,0 2-2,1 1-4,0 1-8,1 2-14,3-3-7,2 1-10,-4 2-10,4-1-5,-2-2-2,3 2-9,2 1 0,0-4-2,1 2-5,0-1 2,-2-1-4,-1 0-4,3 1 2,-2-1-7,0 1-2,2-2 3,0 1-2,0-3 0,0 2 1,0 1-2,0-1 1,0 1 0,0 1-4,0 1 2,2 1 0,-2-2-2,0 0-4,2 0-3,3 0-2,0-1 2,2-2-5,1-1 1,1 1 2,-2-1 1,2-1-4,-2-2 1,1 1 2,-1 0 4,1-1-4,0-2 2,1 2 1,0-2 0,5-2-2,-3 1 0,5 0 1,0-2 3,3-1-2,-1 0-1,0 1 3,3-2-3,0 0 0,1 0 0,-1 0 0,1-2-1,-1 2 1,-3-3-3,-2-1 0,-1-2-1,-2 1 0,1-2 1,0-2 2,1 0-1,3 1 1,0-3 1,2-1-2,-1-1-3,-2-1-2,2-1 0,-5-1-4,1-2-1,-1 0-4,-3-1 5,-4 0-5,-4 0 5,2 0 1,-4 0 3,0-2 5,0-1 1,-1-2 4,0-1 3,0-3 1,-3-1 3,-2-1 2,-9-1-5,-4 0 0,-7 2 0,-7 2-12,-4 4-11,-2 5-22,-5 4-53,1 5-98,3 6-171,15-3-693,-8 6 0,6 3 0,1-2 0</inkml:trace>
  <inkml:trace contextRef="#ctx0" brushRef="#br0" timeOffset="298490.6143">7749 10007 1284,'0'0'102,"0"0"38,0 0 40,0 0 32,0 0 21,0 0 18,0 0 22,0 0 18,0-1 15,0 0-43,0-2-42,0 1-37,-4 0-38,3-1-30,-4 2-20,-2 0-16,0-1-20,-4 2-17,-1 0-15,2 0-11,0 0-3,-1 2-1,4 0 3,-1 2 4,-2 0 3,3 2 5,3 1 2,-4 0 9,2 1 11,-2 0 8,-3 0 1,2 3 0,-1-1-1,0 2-5,0 3-4,-1-1-1,1 2 1,3 1-7,0-1-11,4 0-4,-1 3 1,0-5-2,2 3 0,-1-1-1,0 1 2,0-2-4,3 2-4,0-1-1,0 0-1,0-1-5,0-1-2,0-1 1,0-1-3,0 1 2,3-3-2,0 1 0,0-1 0,3 1 0,0 1 0,-2-3 1,3 1-3,-3-1-1,0-1 1,0 1-1,-2 0 0,4-2-2,1 2-2,-1-2-2,0 1 0,2 0-1,3 0 5,0 1-2,0-1 2,6-3 0,-2 2 1,2 0-2,2-3 4,2 0-2,-3 1 3,1-2-2,4-1 2,-3-2 1,3 0-5,-1 0 1,3 0 0,-2 0 1,2-2-1,-2-1 1,-1-1 1,-1 0-1,2-4-2,-2 3 3,0-4 2,0 1-5,-2-3-1,-3 2 1,3-2-1,-4 0-1,3 1 0,-3-2-1,-1-3-2,3 3-2,-6 0 0,-3-1 5,2-1 2,-3 0-1,-3-1 3,1 1 4,1-4 0,-4 0 2,0-2 7,1-1-4,-3-1 1,0 0 0,0 0-2,0-3 0,-5 5 0,-3-5-4,-4 2 0,-5-3-1,-3 3-3,-3-1 3,-4 1-3,-4 5 0,-2-2 0,-3 4 1,-2 3-5,2 2 3,2 1-4,3 5-12,3 0-17,2 3-29,1 2-55,6 0-110,6 0-215,3-11-575,-3 12 0,9-1 0,-2 0 0</inkml:trace>
  <inkml:trace contextRef="#ctx0" brushRef="#br0" timeOffset="300868.9103">10222 9929 436,'-3'0'48,"2"0"41,-1-1 43,-2 1 31,1 0 29,0 0 23,1 1 18,-3-1 14,1 1 13,0-1-8,0 0-15,1 0-31,-3 1-34,-2-1-20,0 0-22,-2 2-14,1-2-8,-1 2-1,-4-2-1,-1 3 3,2-1 1,-1 1 2,-1 0 1,4 3 2,-3-1 8,0-1 4,-1 2 3,3 2-3,-4-1-6,4 1-12,-1 3-8,2 2-6,0-1-6,0 1-8,0 3-13,0 1-11,0-1-10,0 2-9,2 0-2,1-1-3,1 2-3,0-2-4,3 0-4,-3 0-2,3 0 2,-2-2 3,6 2 1,-5-5 3,2 3-3,3 1-1,-4-1 0,1-2-1,-1 2-2,1 1-1,-1-3-2,0 2-5,1 0-4,-1-1-4,3 1-1,0-2 0,1 1-2,1-1 2,-1 0 0,0-4 1,2 3-4,4 1-1,-2 0 5,3-1-2,4 0-1,-3 1 0,2-3 2,0 0-4,1-1 3,-2 0-3,3-1 4,1-1-1,-1 0-5,1 0 2,2-1 2,-2 1 2,5-2-4,-5 1 2,5-1 1,-2 0-2,1-3 0,0 2-1,1-1 3,-2 1-3,1-1 1,1-2-2,3 0 2,-2 2-2,2-3-3,0 0 1,3 0 0,2-3-1,1 3-8,0-1-1,5 0-4,-7-2-3,4-2 0,-7-1 1,-1 0-2,0 0-1,-2-1-3,2-1 1,-4 1 2,1 1 4,-2-1-2,1-1-3,-2 2-5,2-2-4,-2 0-6,-1-1-10,3 0-6,-5 1-14,1-3 1,-1-2-2,-1 1 4,-3-2 6,1-1 8,-4 0 12,-2-2 14,3-1 11,-1 1 19,1 0 15,-5-2 13,2 0 9,1 3 3,-3-3 2,2-1 5,-3 0-6,2-1-5,-2-1 1,0-1-7,-2-2-2,-2 1-5,-3-3-4,-3 0 3,-9-1-9,0 1-2,-7 2-2,-8 1 4,2 3-2,-5 0 0,-4 3 0,-3 3-4,1 3-1,-7 3-7,2 3 5,3 3-5,5 2-5,7 1-9,7 0-3,10 0-10,6 0-13,6 0-17,1 1-33,2 1-31,2-1-14,-2 1-36,5 0-45,-4 0-43,3-2-38,-2 0-37,1 0-57,-1-1-73,3-4-31,-3 0-64,-1 3 0,0-1 0</inkml:trace>
  <inkml:trace contextRef="#ctx0" brushRef="#br0" timeOffset="303182.949">1954 11143 3340,'0'0'127,"0"-2"40,3 0 31,-3 0 20,0 0 14,0-1 13,2 0 13,-2 1 9,0-1 8,1-1-86,-1 3-29,0 1-36,1-1-30,1 1-21,-2 0-20,4 0 0,4-1-4,2 1-2,8 0-3,6 0-13,3 0 2,5-1-5,-1 1-14,-2 0-5,-2 0-2,-6 0-26,-3 0-13,-5 0-26,-5 0-32,-4 0-32,-4 0-72,0 0-82,0 0-103,0-2-150,0-15-398,0 14 0,0-1 0,0-5 0</inkml:trace>
  <inkml:trace contextRef="#ctx0" brushRef="#br0" timeOffset="303497.12">2229 10998 2353,'0'-3'168,"0"-1"14,1 1 2,-1 1 9,0-1 23,2 3 21,0 0 14,4 4 14,1 3 13,3 3-122,1 2-13,1 4-5,-2 4 6,-1 3-1,-1 3-17,-6 2-19,0 1-17,-2-2-14,0-1-11,-6-4-13,-9-1-21,-7-2-48,-6 0-147,-1-4-311,-13-2-513,3-5 0,-1-5 0,11-6 0</inkml:trace>
  <inkml:trace contextRef="#ctx0" brushRef="#br0" timeOffset="305536.4012">2860 10701 980,'0'0'74,"0"0"32,0 0 39,0 0 45,0 0 39,0 0 26,0 0 30,0 0 21,0-1 27,0-2-12,0 1-12,0-3-17,0 0-25,0 0-37,0-2-38,0 1-22,0 0-22,0 1-24,-2-1-27,1 2-28,-3-2-17,1 1-15,-2 0-13,3-1-11,-6 1-2,4 0-2,-7 2-8,0-1 2,0 0 1,-6 1-2,3 2-4,-1-1 0,1 1 1,0 1-4,2 0 2,-1-1-3,1 3-2,-1-2 5,2 4-6,0 0 2,-1 2-1,-1-2 1,1 3 0,2 1 6,-4 2-2,1-3 3,1 2 4,1-1-2,-2 2 4,4-1-2,0 3 1,-3-1 2,2 1 3,-1 0-4,0 0 4,0 0-1,-2 0 0,2 0 6,2 2 3,-1-4 1,2 1 4,-4 1 1,4-1-2,1 1 3,-1-2-1,1 4 0,0-2 2,1 2-5,-2 0-6,1-2-1,-1 4-2,0-1-2,2-1 0,-1 0 1,3 3-2,3-1-1,-2-1 0,3 1-2,0 0 0,3 0-3,-3-1 5,1 2-5,0-3 0,5 2-1,-2 1 1,6-2-4,2 0 0,1 1 2,-2 0-2,3 0 3,1-2-5,3-1 5,-1 2 0,3-4 2,4 1-3,1 0 3,3-4 0,-1 2-4,2-3 0,-1 0-2,3-1-8,-1-3-2,5-1 2,-2-1-10,-1-2 2,4-2 1,-2-2 2,-4-2 1,-1-3 0,2-2-3,-2-4 12,-3 0-4,-5-1-4,4-1 7,-7-3 1,0 0-2,-1-4 1,-3 0 2,-2 0 10,-1-2 10,-4 2 1,-2 0 8,0-1 4,-3 1 0,-2-3 1,0 1 3,-2-1-6,-8-3-3,-4-4-5,-10 6-10,-5-1-1,-9 2-4,0 4-10,-9 3-30,1 3-88,-1 5-135,8 1-276,-1 7-420,7 1 0,10 2 0,11-1 0</inkml:trace>
  <inkml:trace contextRef="#ctx0" brushRef="#br0" timeOffset="307808.862">4223 10641 1178,'0'1'128,"0"-1"35,0 0 41,0 1 33,0-2 28,0 1 22,0-1 17,0 0 11,0-2 9,0 2-81,-2-1-39,2-1-36,-3 2-39,-4 1-34,1-2-25,-1 2-23,-5 0-18,1 0-7,0 0-11,-2 0-5,1 2-2,1-2 3,-1 4 1,1-2 10,-3 4 2,2-2 8,1 3 3,-3 2-3,3 0 3,-2 0 2,1 4-2,-2 0 1,-1-1-2,1 3-8,2 2-3,-1 1-2,2-1 2,4 0 5,0 0 1,4 0 3,1 2 4,-3-4-1,3 1 0,2 0 2,-2 0 0,1-3-3,1 4-3,1-3-4,-1 1-7,0-1-2,0 2 2,0-2 0,2 1 4,3-2-1,-1 3-2,2-1 2,4 0 0,2-2-2,-1 3 5,3 0 0,0 0-1,4 1-5,-3-2-6,1 1-1,-3-3 2,4 2 1,-3-2-4,1 0 2,0 1-2,-1-1-1,3-1-2,-2-1 2,1 0 0,-1-2-2,1-2 0,5 0 0,-4-2 0,2 2 2,2 0 2,-2-1-3,2 0 2,4 2 3,0-1-2,3 0 3,2 0-3,1 1-3,3-2 2,-3 0-1,2 0-2,2-4 0,-2 1-1,2-3-1,-2 0 2,-2 0-1,-1 0 0,-1-3 1,-1 1 0,0-3 0,-1-1 1,0-1 0,1-1 1,-2 0-1,2 1 1,-3-2-2,0-2-1,0-2 2,-5 1-2,0-2 2,-4-1-2,-3 0 0,1 2 4,-6-2-3,-1 1 0,-1 0 1,-1-2 2,1 0-2,-2-2 4,0 1-2,0-2 2,-2 0-2,-2-2-1,2 0 2,-2 0-2,0 1 1,0 2-6,0 0-1,0 0 1,-2 1-2,0-1-1,-4 2 0,-2-2-1,-1 4-1,-1-3 2,0 1-2,-2 1 4,-1 1 1,1 1-2,2 1 0,-2 0-2,-4-1 2,1 2-1,-2-1 2,-2-1-4,-2 3 3,-1-1 2,-3 2-2,0 0 3,-1 1 0,-3 0 1,1 2-2,-3 0 2,-2 0-2,0 3 4,-6-1-3,-1 0-1,-3 0 1,-1 3-3,-1-1-1,-2 2 1,-2 0 1,2 0-2,0 2 0,4 3-4,3 4-22,2 3-32,6 3-85,7 1-158,13-1-755,-2-1 0,7 2 0,6-2 0</inkml:trace>
  <inkml:trace contextRef="#ctx0" brushRef="#br0" timeOffset="309235.6068">6165 10706 1922,'0'-2'33,"0"-1"13,0 1 20,0-3 15,0 4 7,-3 1 4,2-3 5,-5 2 5,1 1 9,-2 0-17,-6 0 8,1 0-1,-6 1-9,-2 3-4,1 3 5,-6 1 7,2 5 1,-1 1-1,-1 2-3,0 1-4,0 3-10,4 0-6,-2 2-2,5 1-1,1-1-8,4 0-1,1 4-1,5-5 0,1 4-1,4-4-3,2 4-4,0-2-3,0 3-9,0-1-7,0 1-8,2 1-6,1-1-7,3 1-1,1-1-6,5 1 0,0-4-3,5-6 1,0 1 6,6-6-2,2-3 5,2-4 0,2-2 1,2-2 0,2-1-1,1-1-1,4 1 6,1-3-2,-2-1-4,1-4 1,-1-3-2,-2-1 2,-2-4 3,-2-3 1,-1-1 3,-8-4 1,-5-6 0,-5-5-3,-1-3 5,-7-4 12,-2-2 15,-1 0 13,-6 4 5,-5 2 0,-5 2 1,-6 4-2,-11 2-5,-5 3 0,-5 1-19,1 6-48,-1 4-91,4 3-140,19 1-839,-9 9 0,10 0 0,6 2 0</inkml:trace>
  <inkml:trace contextRef="#ctx0" brushRef="#br0" timeOffset="310995.9304">7763 10753 803,'0'-1'23,"-4"1"24,2 0 26,-4 0 27,0 0 18,3 2 29,-3 0 27,-1 2 25,3 2 27,-7-1 27,0 1 7,0-1-5,-3 2-12,0-2-16,2 3-11,-2 0-21,3 1-19,1 1-14,2 0-22,-2 2-37,4-2-8,-3 1-15,2 2-11,-2-1-7,0 1-4,2-4 0,1 3 6,0-1 6,-3-1 1,5 0 2,-2 1 0,2-1 0,-1 1 0,3 0 0,-2 3-1,4-1-5,-3 0-14,2 1-12,-3 1-7,4 1-4,0 0-9,0 2 0,0 1-2,0 1-5,0-1 0,0 0-3,0-1 1,0 1-6,5-2 0,-2 0 0,3-3 1,1 1-2,1-3 2,0-4-1,5 0 2,-4-2 0,5-4-2,-1 2 4,2-3-3,0 2-1,0 0-1,2 1 3,4 0-2,-3-2 2,0 1-8,4-2 0,-2 0 0,-1-1 1,3 0 1,2 0-2,-2-1 0,3-2-3,0-3 1,0 0-3,0 0 7,-1-6-1,-2 0-2,0 2 3,-3-2 0,2-1 3,0 1-1,-2 0 2,-2-3 0,-3-1-1,1-1 0,0-2-2,-1-3 2,-3-2-5,2-2 3,1 1-5,-3-2 1,-3 2-1,2 3-2,-4 0 0,-6 1-2,2 1 1,-2-2 0,-2 1 6,2-2-2,-6 0-1,-4 0 2,-4-2 2,-4 4 4,-1 2 1,-4-1 0,-1 2 2,-7 3 0,-3 0-1,-4 3-1,-8 1 3,2 3 0,-6 1-3,4 2-5,-2 3-14,3-1-30,5 6-95,8-1-213,4-9-691,10 9 0,6 3 0,6-1 0</inkml:trace>
  <inkml:trace contextRef="#ctx0" brushRef="#br0" timeOffset="313984.3477">8316 11022 1875,'0'1'83,"0"1"49,0-1 35,0 3 19,0-2 10,0-2 9,0 0 5,0 0 11,0 0 18,0 0-3,0 0-43,0 0-32,0 0-25,0 0-10,0 0-2,0 0-1,0 0 0,0 0-7,0 0-16,0 0-18,1 0-14,4 0-16,0 0-9,2 0-7,0 0-7,1 0-3,-2 0-9,1 0-3,1 0-4,2 0 0,-1 0-3,3 0-1,0 0-2,-1 0-1,2 0 2,2 0-8,-1 0 4,4 4 1,0-2 0,1-1 1,1 3 2,-2-1-1,0 0 1,-2-1 0,1 0-5,-1-1 5,0 0-1,0 1-1,-2-2 1,3 1 0,-2-1-2,3 1-2,2 0-2,-2 0 3,3 2 0,0-1 1,-2 1-2,2-2-1,-3 2 2,1-1-1,0 1-1,-2-2 0,0 0 3,0 0-2,-1 1 0,-1 0 0,2-2 0,-2 0 2,3 2 0,-1 1-2,-2-3 1,5 0 3,-4 0-3,3 1 3,-3-1-4,1 0 1,-1 3 0,-1-2-1,-2 1 1,-3-2-3,5 4 3,-4-4-1,0 3 0,4-3-1,-1 2 1,0 0 0,0 1 0,4-3 0,-5 0 1,4 0 1,-3 0-3,3 1 0,0-1 1,-2 0 1,1 0 2,4 0-2,-6 0 1,4 0-1,-3 0-2,2 0 2,-3 0 0,2 0 2,-3 0-1,-2 0-1,0 0 0,-3 0 0,1 0 2,-5 0 1,5 0 0,-3 0 2,0 0-1,-2 0-2,0 0 1,-2 0 0,0 0-2,2 0 1,-2-1 0,-1 1 0,3 0-1,-4 0-1,0 0 4,0 0-1,0-3 1,0 1 0,0 0 2,0-1-1,0-1 1,0-2-2,0 2 0,0 0-1,-3 0-3,-1-1 4,-1 0-3,-2 0 1,3-1-3,-3 1 4,0-2-3,-2 0 0,1 0 0,0-2 1,-5 0 1,2-1-4,0 0 4,0-1 4,0 4 4,-2-2 2,2 0 9,2 2 5,2 1 3,4 1 1,-3 3 1,6-1-2,-1 1-1,1 2-1,0 0-4,0 0-2,0 0-5,0-2-4,0 2-3,0 0 3,0 0 0,0-1-1,0 0 1,0 0-3,0 0 0,-4 1-3,4-1-2,0 1-1,0 0 1,0 0-5,0 0 0,0 0 0,0 0 0,0 0-5,0 0 1,0 0-3,0 0-3,0 0 0,0 0 0,0 0 1,4 1 0,-3 2 2,5 2 2,5 0 5,-1 5-1,5-2 5,-1 1 4,1 1-1,-2-1 1,0 2-2,0-3 0,-1 2-2,-2-2 1,1-1-4,-5-1 2,2 0-3,-1-2-1,-1 1-2,-4 1-1,0-2-1,-1 1-2,-1-1 0,4 1-3,-4-1 4,0 0-2,0-2 0,0 3-1,0-1 4,0-1-1,0 2 2,0-1 3,-4 1 1,1 0-2,1 1 1,-5-1-1,4 0 2,-4 0 0,3-1-1,0 0-1,-3-1 3,-3 3-3,0 0 0,-5 1 4,0 1-2,1-1 2,0 1-1,0 0 0,4-2 1,3 0 2,-1-4-4,3 3-9,0-3-34,0 1-111,5-3-258,-3-12-644,3 10 0,0-2 0,3-1 0</inkml:trace>
  <inkml:trace contextRef="#ctx0" brushRef="#br0" timeOffset="314954.9708">10187 10898 908,'0'0'86,"0"0"23,0 2 25,0-1 23,0 0 18,0 2 18,0-2 20,0 0 24,0 2 19,0-2-37,0 0-25,0 0-15,0 0-16,0-1-17,0 0-7,0 0-9,0 0-5,0 0-6,0 0-4,0 0-5,0 0-3,0 0-5,0 0-14,0 0-52,0 0-114,3 0-236,-3-3-495,0-1 0,1-1 0,-1-2 0</inkml:trace>
  <inkml:trace contextRef="#ctx0" brushRef="#br0" timeOffset="317235.8724">1842 11848 3490,'0'-1'82,"0"1"27,0-1 31,-1 0 21,1 1 23,0-1 18,0-1 16,0 1 8,0 0 8,0 1-61,0-1-9,0-1-22,0 1-34,0 1-19,4-1-18,1 1-16,5 0-14,4 0-8,7 0-7,4 1-4,5 0-8,2 2-4,-2 1 2,1-3-7,-5 2-10,-2 0-10,-6-1-12,-4-2-17,-1 3-31,-4-2-58,-1-1-95,-1 0-197,-4-10-586,0 7 0,-2-4 0,1 0 0</inkml:trace>
  <inkml:trace contextRef="#ctx0" brushRef="#br0" timeOffset="317537.5538">2140 11732 2910,'0'-2'89,"0"0"12,0 0-15,0 2-1,0-2 15,3 2 29,1 0 31,4 2 32,-1 2 16,6 5-58,-1 4 10,1 5-3,-1 4 17,-2 4 5,-2 0-13,-5 0-27,-2-3-29,-3 0-37,-9-2-46,-3 2-190,12-6-883,-28-4 0,-2-1 0,-3-10 0</inkml:trace>
  <inkml:trace contextRef="#ctx0" brushRef="#br0" timeOffset="320567.6952">2853 11397 568,'0'-1'44,"0"1"15,0 0 15,0 0 23,3-1 22,-3 1 18,1 0 23,-1 0 33,1 0 24,-1 0-13,0 0-4,2 0-1,-2 0-2,0 0-14,0 0-16,0 0-12,0 0-14,0 0-22,0 0-12,0 0-7,0 0 0,0 0-7,0 0-8,0-1-6,0 1-6,0-2-6,-3 0-9,-1 0-7,-1-2-9,0 2-9,1-1-9,-2-2-6,0 2 0,-3-1-5,1 0-1,0 2 0,1 0-3,-2 1-4,1 0-4,0 1 4,-2 1-4,2-2 0,-3 1-3,1 0 0,0 0 0,2 0 0,-2 0 6,2 0-2,-3 1 2,0 0 0,1 2 0,-1 0-1,-2 0-4,1 2 1,1 0 0,0-1-1,1 2-2,-1-2 0,3 1 0,2 1-4,0-1-3,-3-2 4,5 2 8,-2 1 6,-2 0 8,4-1 11,-6 1 8,0-1 12,2 2 5,-1-2 3,1 1 12,4 2 9,-4-3-4,0 1-1,0 0-4,1-1-7,-1 1-3,1-1-8,3 0-1,-4 0-4,1 1-5,4 0-7,-4 0-3,2 0-3,-2 0 0,1 1-3,-2 1-4,1-2 1,0 1 1,3 1 1,0 0 3,1 2-1,0-1 2,-1 0 2,3 3-2,-1-1-1,2-1 3,0 1-6,0 2-2,0-1-2,0-1-5,0 0 0,0 1 0,0-2-2,0 2 0,0 0-1,0 0-4,0-1 4,0 1-2,0-1 2,2-1-5,-1 0 3,3 1-6,-2-1 2,2 0 1,0-1 1,0 3 2,3-3-3,-3 2 3,2-3-1,-1 1 3,1 2-2,-5-3 0,5 1 1,1 1-2,1 2 1,-4-2-4,7 1 1,-2-1-2,-1 1 1,2-1 0,-1 0-2,1 1 3,1-3 0,-4 2-1,5-1-4,-2-1 3,0-2-1,2 3-1,4-4-1,-2 1 5,3 0-1,-1 1-1,3-4-1,-1-2 0,3 2 5,0-2 0,0 0 0,1-1-2,3 0 3,-3 0-6,-3 0 2,4 0 1,2-1 0,-2 0 0,-2-2-1,7-1-3,-4-3 2,2 0 0,4-2-1,-1-2 3,3-1-5,-3-1-3,0-1-2,0-2 0,-2-1-3,-5-3 3,-1 4-5,-5-3 6,0 0 0,-7-1 0,1 0 3,0-3 3,1 3 6,-4-3 1,1-1 8,-1 1 2,-1-1 4,0 1-4,0-2-1,1 1-1,-3-6-1,2 0-3,-6-3-6,2-1-3,-4-1-10,-4-2-2,-3 3-5,-7 1 3,-6 3-3,-7 1 5,-4 3 4,-6 5 4,-4 0 2,-2 6 1,1 5 2,-2 3 1,0 5-19,4 1-33,4 4-80,5 2-140,11-1-279,-3 4-454,7 1 0,5-3 0,3-1 0</inkml:trace>
  <inkml:trace contextRef="#ctx0" brushRef="#br0" timeOffset="322006.411">6074 11476 219,'0'-1'-9,"0"0"-3,0-1-5,1 2-19,-1 0 0,3 0 0,-3 0 0</inkml:trace>
  <inkml:trace contextRef="#ctx0" brushRef="#br0" timeOffset="323616.9922">6105 11454 751,'0'0'120,"0"0"36,0 0 40,0 1 34,3-2 33,0 1 30,-3 0 29,1 0 30,1 0 32,-2 0-65,0 0-17,1 0-24,-1-5-27,0 3-22,0-1-27,0-1-26,0 2-26,0-1-30,0 2-30,0 0-20,0-2-15,-1 3-14,-1 0-11,1-2-12,-6 2-8,0 0-2,-1 0-4,-1 0 0,0-2-2,0 2 0,1 0 0,-3 0-1,4 0 1,0 0 1,-4 0 1,4 2-2,0-2 1,-1 5 1,-2-3 0,-1 3-1,3-1 2,-5 1 0,3 1 2,-3 1-2,1 1 1,0 0 2,-2 1 1,3 1 1,-2-1 1,4 2 2,-4 0-2,4 0 4,0 1-1,0-1 1,-1 2 4,3-2-4,-1 1 5,2-1-1,2 1-1,-2 1 2,3-3-1,-1 5-3,-1-2 1,2 0-2,2 3-2,-2 0 2,0 0-7,2 3 0,-2-1 1,0 0-6,2-1 1,0-2-2,1 2 0,0-1-1,0 1 2,1-2 1,-1 4 2,1-4 1,0 2-3,4 1 2,-1-1 2,3-3 0,1 3 0,-1-3 3,3-1-4,-2 0-2,2-2 3,-3 1-2,3-2-2,-2 0 2,2-1-2,2-1 3,-2 1-2,1-2 0,0 0 1,3-1-1,0-3 0,1 1 1,3-3 3,3-1-2,0 0 0,2-1 2,3 0 1,4-1-2,1-2 3,0-2-2,3-2 0,-1-1-3,-3-2 2,-1 1 1,-1-2-1,-4 1-4,-5-3 0,2 0 1,-6-1-4,-2-2 2,-1-4-4,-1-2 3,-4-8-1,0-5-1,-3-6-1,-1-4-5,-3-4-7,0 2-3,-3 5-18,-11 2-34,-6 5-133,-7 7-303,-23 5-548,-15 4 0,-9 5 0,-9 3 0</inkml:trace>
  <inkml:trace contextRef="#ctx0" brushRef="#br0" timeOffset="326310.8055">4422 11521 1265,'0'-1'83,"2"1"31,-2-1 22,0 0 34,3-1 40,-3 2 29,0-3 21,0 0 6,0 1 10,0 0-45,0-1-21,0 1-24,0-1-20,0 1-28,-3-1-34,-1 0-26,0 1-20,-4-3-1,-2-1-6,-1 1-1,-1-5-5,-1 3-1,2-1-1,1 3-2,-2-3 1,1 2 2,-2 1-2,3 0-2,1 0-5,-4 3-5,4 0-7,-1 1-3,-5 0-3,2 1-5,-5 0-4,3 0-6,1 0 2,-1 1-1,2 0 4,1 0-1,2 1 4,-3 2 0,2-2 3,-3 2 2,2 0-1,-1 0 5,-2 1-1,2 2-1,0 0 1,-1 0-1,-1 0 3,1 2 3,2-4 1,-1 2 5,2 1 4,0-3-4,1 1 6,0-1 8,1 1-1,-1 2 6,-1 1-1,2 1-2,-1 0-3,1 1-1,-2 2-3,4-3-1,0 3-4,-1 0-3,0 0-5,1 1-6,5 0-2,-4 1 1,1 1-1,4-4-2,-2 4-3,0-1 4,0 2-1,3-1-1,0 1 0,0 1 1,0 1-3,0 0 0,0 0-1,0-2 2,0 0 6,0 2-6,3-4-3,0 5 2,1-3-2,2 0 0,1-2 3,2 1-6,1 1 5,1 0-3,1-1-5,3 1 4,-3 2 1,3-3-5,1 1 3,3-1-1,-2-1-1,1 1 4,1-3-6,-2 0 2,-2-2-1,1-1 0,1-1 0,-2-1 2,2 0-1,-2-1 0,1 0-1,-1 0-1,1 0 4,-3-1-4,1 0 2,4-1 0,0 1-2,1 1 3,-2-2-3,1 0 5,0 1 1,-3-1-3,2 0-2,0-2 4,1 0 2,-2 2-3,5-1 6,-2 0-7,2-2 11,3 1-7,2-2-5,-2-1 5,-2 2 4,0-2-3,0 0-4,2 1 5,-5-1-3,1 0 1,-1 0-6,2 0 1,-3 0 9,0 0-7,-3 0 1,3 0 0,-1-1-8,1 0 9,1-1-7,2-1 9,1-3 0,1 0-1,3 0-1,-2-2 2,-1 0-3,1 0 5,-8 0 5,2-2-10,-1 2 6,-3-1-9,-3 2 3,0-1 5,-3 0-5,-2-1 11,1-1 3,-2 2-6,2-2 12,2-2-9,-3 1 2,3-2 8,-2 0-12,0 0 6,1 0-3,-4 2-9,5-2-3,-3 0 0,0 2-8,1-2 10,-3 0 2,0 1-8,0-1 10,-2 0-12,3-1 5,1-1 0,-4-1-7,4 0 1,-4-3 6,2 1-7,0 0-3,0 0 3,-1 1 2,1 1-3,0-1 2,-2 2-2,0 2-1,-2-2 0,0 4-4,0-3 2,0 1 5,0 2-8,0-5 9,0 0 1,-2 1-6,0 0 9,-4-1 0,-2 2 4,0 0-12,1 0-1,-1 2-7,-5-1 3,1 2-15,-6-1 6,-4 0-1,-8 0-3,-4-1 9,-5 0-6,-5 1 12,-4 0-5,-1-1 8,-3 3-4,-1 0 3,1 4 3,0 1 6,2 4-3,2 0-11,-2 1 0,4 2-24,2 3-22,5 1-17,1 4-15,5 3-25,4-2-38,4 0-41,3 0-70,4 0-76,7-4-125,3-4-137,2-6-264,2 4 0,-1-2 0,-1-1 0</inkml:trace>
  <inkml:trace contextRef="#ctx0" brushRef="#br0" timeOffset="328956.3034">13976 5647 809,'0'0'30,"0"0"26,3 0 47,-3 0 50,3 0 39,-2 1 30,2 0 31,-2-1 41,0 0 33,-1 0 12,0 0 4,0 0-19,0 0-44,0 0-47,0 0-40,0 0-33,3 0-29,-3 0-41,0 0-30,0 2-26,0 2-14,0 4-2,0 0 2,0 4 8,0 2 3,0 2 5,2 2 1,-2-1 2,1 1-4,-1-1 0,0-4-5,0-1-17,0 0-30,0-5-91,1 0-173,8-8-631,-7 4 0,0-3 0,1-2 0</inkml:trace>
  <inkml:trace contextRef="#ctx0" brushRef="#br0" timeOffset="329291.399">13963 5995 1793,'0'6'140,"0"2"28,0-1 29,0 3 17,0 2 9,0 1 7,0 2 5,-2 2 4,-4 1 8,2 2-101,-5 1-32,3 2-26,0-2-35,-2 1-45,2-1-77,5-1-178,4-10-508,-5 3 0,3-2 0,0-3 0</inkml:trace>
  <inkml:trace contextRef="#ctx0" brushRef="#br0" timeOffset="329564.3231">13875 6418 1852,'-1'10'163,"-1"2"33,-1 1 18,2 6 12,-1-4 6,2-2-1,0 4-3,0 0-25,0-2-77,0-4-312,0-17-511,0 12 0,0-6 0</inkml:trace>
  <inkml:trace contextRef="#ctx0" brushRef="#br0" timeOffset="331510.7536">13542 6754 668,'0'0'107,"0"0"37,0 1 49,0 0 45,0-1 45,2 2 36,-2-2 30,0 0 34,0-2 31,2 2-53,-2 0-18,0 0-29,0 0-37,0-1-44,0 1-40,0-1-33,0 1-26,0 0-31,0-3-29,0 3-18,0 0-14,0 0-8,0 0-8,0 0 0,0 0-3,0 0-2,0 0-3,0 3 1,0-2 10,0 3 5,0 3 6,0 2 2,-2 2 3,0 1 1,-1 6 1,2 0 1,1 3-2,0 3-4,0-1-8,-2-2-9,0 2-4,0-5-6,2-3-4,-4-2-1,2-4-4,2-1 0,0-5 0,-1 0 1,1-1 5,0-2 1,0 0 2,0 0 2,0 0-2,0 0 4,0 0 0,0 0 0,0 0-2,0 0 3,0 0-10,0 0-1,0 0-4,0 0 0,0 0-8,0 0-13,0 0-4,0 0-2,-1 0-6,1 0-16,0 0-21,-3 0-45,2 0-118,0 0-276,-4-22-550,4 15 0,-3-1 0</inkml:trace>
  <inkml:trace contextRef="#ctx0" brushRef="#br0" timeOffset="332368.9237">13588 6812 1081,'0'0'131,"2"0"45,-2 0 37,3 0 37,-3 0 27,0 0 17,0 0 11,0-1 8,0 1 12,0 0-73,0 0-36,-3 0-29,-2 0-19,-2 0-16,0 0-14,-4 0-4,3 2 4,-2 3 0,2 0 2,0 5-3,-1 0-2,3 2-7,2 1-16,-2 0-16,6 1-9,0-2-7,0 1-10,0 1-10,2-2-11,2 4-9,3-5-3,5 4-7,0-3-7,3-1 6,0-2-9,2-3-3,0 0 2,0-5 0,3 2 5,-1-3-2,3 0-3,-5-4 1,-1 2 3,-4-4-12,2-3 7,-7-4-6,0-1-4,-3-3 1,-4-1-7,0-1 6,-3-1-4,-4-2-8,-1 1 4,-2 2-1,-5 1-1,1 2 9,0 3-9,-1 0 0,1 7-13,1 0-23,1 1-15,-2 5-32,3 0-68,0 2-109,5 1-144,4-3-185,-1 0-366,3 7 0,3-1 0,5-1 0</inkml:trace>
  <inkml:trace contextRef="#ctx0" brushRef="#br0" timeOffset="333271.0405">13934 6805 1213,'0'0'126,"0"0"37,0 0 35,0 0 21,0 0 18,0 0 19,0 0 26,0 0 25,0 0 27,0 0-55,0 0-17,0 0-12,0 0-19,0 0-8,0 0-1,0 2-8,0 1-13,0-1-22,0 2-17,-1 0-22,-2 2-18,2 3-10,-2 2 4,-1 1-9,-1 5-4,2 3-10,-4 2-10,0 2-1,1-1-6,3 1-8,-2-2-2,2-6-15,3-2-12,0-4 3,0-4-5,0-3 7,0-3 1,0-2 2,0-1-6,3-2 2,0-4-24,0-5-6,2-3-28,-2-4-33,2-3-21,-1 1-24,-2-4-17,3 0-5,-2 0-9,1 2-1,2 0 17,-1 4 4,-3 4 18,4 3 23,0 5 10,-3 4 13,0 1 13,-2 3 1,-1 0 10,0 1 3,0 1 1,0 3 2,0 2 1,-1 4 4,-2 3 4,0 2 1,-3-1 2,4 1 1,-2-2-1,4-1-12,0-1-24,0-3-66,0 0-137,0-2-266,0-1-496,0-3 0,-2-2 0,2 0 0</inkml:trace>
  <inkml:trace contextRef="#ctx0" brushRef="#br0" timeOffset="333686.4095">14188 6659 3155,'0'0'62,"1"-1"30,-1 1 60,2 0 50,2 4 35,0 2 24,3 7 15,2 7 11,4 7 5,-1 3-58,1 4-1,0 6-30,-8 2-63,-3-2-54,-6 1-43,-12-4-49,-9-3-99,-5-4-175,34-13-832,-47-1 0,0-4 0,0-10 0</inkml:trace>
  <inkml:trace contextRef="#ctx0" brushRef="#br0" timeOffset="334360.637">13205 6541 1216,'0'0'176,"0"3"34,4-1 32,-4-2 29,1 0 27,-1 0 34,2 0 28,-2 4 26,1 0 21,-2 2-127,-2 3-7,-9 1-21,-1 6-17,-5 8-19,-4 4-22,-4 8-30,1 11-24,5 3-24,6 3-18,6 2-24,12 0-19,14-3-12,11-2-18,4-6-25,9-1-42,1-7-125,-1-6-312,-12-17-596,-9 2 0,-7-8 0</inkml:trace>
  <inkml:trace contextRef="#ctx0" brushRef="#br0" timeOffset="346597.0981">7599 11477 962,'-1'0'52,"-1"0"56,-2 0 34,0 0 38,4 1 37,-4 1 36,1-1 27,-3-1 22,2 0 28,-4 1 13,2-2-22,-1 1-45,-1 0-17,0 0-30,-2 1-27,-2 0-28,3 3-19,-3 4-10,-1 2-19,-2 3-22,0 4-6,-2 3-6,0 1-11,-1 4-3,3 1-5,0-3-6,1 2-5,3 0-10,0-1-9,0 0-7,4-1-5,1 0-5,1-2-4,2 3-7,0-2 1,3 1-3,0-1 0,0 1-3,0-1 3,0-1 0,0-1-3,0-1 3,0 0-4,0 0 5,3-2-5,-3 2-1,1-6-3,4 2 1,-3 0-3,4-3 0,0-2 0,0 3 2,0-2 0,1 0-3,-4 0 1,3-3 1,0 1 2,-3-2-4,4 0 3,-3 0-1,2 0 1,1 1-2,2 1 0,-1 0 5,5-2 0,-3 1 5,1-2-6,0 1 3,3-2 8,0 2 5,1-1 1,-3-2 1,4 0 11,0 1-9,2-2 5,2-3-7,-2 2 9,3-1 1,-1 2-6,0-1-2,-1-2 6,3 0-7,-1 0-6,-3 0 9,2 0-6,-1 0 4,1 0 2,3-2-7,-3-2 2,2 2 8,0-6-13,2 4 6,0-1-11,0-2-4,-3 2 2,2-2-3,-3 1 2,-1 1-4,2-3-2,-6 1-7,5 1 5,-2-2-1,-1-1 16,-1 1 1,2-2 6,-2 1-4,0-1-2,-1 1 4,0-1-2,0-1 8,-2 2-7,1-1-4,-3-1-3,1 1-8,1-2-3,-3 0 4,0 3-7,-1-1 5,1-2 3,-4 1-22,3 0 11,-2-1 4,0 0-6,4-1 4,-4-1 3,3-1-6,-2-1 1,1 0 3,-4 2 6,1 0 7,-1-1-3,2 3 4,-6 0-2,5-3 3,-3 2-7,1-1 6,-3-2 9,4 0-10,0 0-10,-5-1 12,3-1-9,-2 1-8,0 1 10,-1 2 5,0-2-6,2 3 5,-4 2 0,1-3 4,-2 0-1,-1 1-8,-3-2 11,2 2 2,-4-2-4,1 0-10,1-2 9,-2 4-5,0-4-17,-4 2 3,1 1 5,-3 1-4,-1 0-11,-1 1 11,-2-2-11,-1 4 4,-2-3 1,2 3 0,-5 0 7,-5 3-8,-1-2 6,-5 2 5,0 4 4,0-2-7,-6 4 5,1 0-3,-1 1-1,-1 2-1,2 3 5,-1 0 2,6 3-7,2 2-1,4-1 0,4 2-13,2-1-24,5-1-35,1 2-40,5 1-31,0-2-29,5 1-52,0-1-118,4 1-201,0-6-609,3 3 0,-1 0 0</inkml:trace>
  <inkml:trace contextRef="#ctx0" brushRef="#br0" timeOffset="349324.5267">9993 11678 1081,'3'0'116,"-2"2"30,0-2 18,0 0 17,-1-2 25,0 2 34,0 0 20,0 0 15,0 0 11,0 0-69,0 0-40,-1 0-29,0 0-15,-3 0-12,-3 0-18,0 0-27,-4 0-7,1 0-11,-1 0 0,3 2 0,-2 1 4,-1 1 6,1-1 6,-1 4 2,0 2 6,-3 1 3,-1 0-7,2 3-2,1 1-11,-2 3 1,1 1-4,1 2-3,4-2-3,-3 1-4,1 0-10,6 1-6,-3-3 1,3 1 2,0 2 3,2-2-4,2 1 1,-4-2-2,2 3-4,-2-3-3,3-1-1,-3 1-3,1-1-6,0-1-5,2-1 0,0 0-1,1 1-4,0-2-2,0 0 2,0 1 0,0-2-4,1-1 4,0-1 0,5 2-2,3-3-3,-1 1 3,4-1 2,1 0 1,-1-1-4,-1-1 2,3 1 3,-3-3-5,6 3-1,-6-3 3,3 0 3,1 0-5,-1 1 0,-2-3 1,3-1 2,-2-2 1,1 5-1,1-5 3,2 0 2,1 0 0,-3 0-1,3 0 1,3 0-2,-3 0 1,3 0-2,-3-2-4,3 2 0,-3-3-2,1 2 0,0-3-1,2 1 0,-1-3-1,2 2 1,-6-1 0,3 0-1,-4-1 5,0 2-2,-3-3-2,2 1 2,-1 1 1,-1-1-2,3 0 1,-1 0 1,0-1-1,0 0-1,0-2-4,-2 2 3,2-4-2,0-1 1,-1 0-2,-1 0-1,1 0-1,-2-2-1,-2 1-2,-3 0 4,-2 2 0,2 1-1,-1-2 2,1 1-2,-1-2 1,4-2 2,-4 0-1,2-3 1,0-2-2,0 0-2,1 1 3,-1 1-2,-1 0 2,-1 1-2,1 0 0,0 1 0,-2 1-1,-3-2 3,4 4 0,-3-1 1,1 1-3,-1 2 3,-2-1-3,2 0 1,-2-1 1,0 2-1,0-3 2,4 1-5,-4 0 2,0 3-1,0-2 3,0-1-5,0 3 3,-4 0 0,4-1-2,-3 1 0,-1 2-2,-4 0 1,4-1 2,-4 0 0,2 3-2,0 0 2,-1-2 1,0 3-1,-1-2 1,-2 2-2,-1 1 5,-2 0 2,1 1-5,1-1 0,-1 3 1,2-2-2,-1 0 1,-3 2-2,3 0 2,0 0 1,1 1-3,0-2-3,-2 1 2,3 0 1,-1 0-1,-2 1 1,1-1-1,0 1 1,1 0-1,-1 0 1,-3 0 1,-2 1 0,-1 1 0,-2 2-2,-2 2 3,3 1 1,0 1-1,3-1-1,2-1 2,-1-1-1,3 2 0,0 0 1,0-1 1,1 0 2,1 1-2,1-2-4,0 0 1,0 1 1,0 0-1,1 1 1,-2-3-1,2 3 1,2-2 1,1 0-3,1-1 2,0 0 0,2-3 0,1 1-1,0-2-3,0 1-3,0-1-2,0 2-4,-2-2-3,2 0-1,-1 2-5,0 0-2,1 1-10,-3 0-16,0 0-17,3 0-31,-1-1-55,1 2-98,0-1-139,0-10-595,1 7 0,2-2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1T17:04:43.3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16983 4230 773,'0'0'111,"0"1"48,0 2 49,0-2 35,1 0 26,-1 0 18,0-1 16,1 0 17,-1 0 16,0-1-43,0 1-23,1 0-26,-1 0-37,0 0-23,0 0-17,0 0-8,0 0-8,0 0-13,0 0-10,0 0-22,0 0-20,0 0-25,0 0-9,1 0-12,0 0-3,2 0 1,4 0-2,0 0-3,8 1-5,2 2 3,8-2-2,0 2 4,9-1-2,1 2 0,2-1-5,1-1-15,-8 3-12,-2-2-5,-7 1-12,-7-2-20,-5 2-33,-4 0-46,-4-2-43,-1 0-49,0 1-48,0-2-111,0-7-167,-6-20-240,-1 19 0,-1 2 0,-4-1 0</inkml:trace>
  <inkml:trace contextRef="#ctx0" brushRef="#br0" timeOffset="367.1353">17199 4314 2401,'0'2'92,"0"-1"25,0 4 28,0-1 20,0 4 18,3-1 22,-3 5 22,0 3 12,0 2 7,0 2-68,-3 3-9,0-1-16,-2 1-19,-1-1-12,1-5-18,-1-1-25,-2-3-19,1-3-9,-5-5-25,-3 0-33,-2-4-54,-3-4-60,-2 0-96,2-6-150,23-11-497,-14 4 0,3 0 0,10-1 0</inkml:trace>
  <inkml:trace contextRef="#ctx0" brushRef="#br0" timeOffset="1281.5962">18522 4261 1906,'3'0'98,"-3"0"13,1 0 10,1 2 23,-1-4 29,0 4 29,1-2 23,-2 4 46,4 5 28,-4 1-49,0 6 1,-4 4-2,0 5-8,-3 4-19,-1 1-27,-5-1-27,6 0-22,0-6-48,-1 0-37,2-6-62,4 0-69,-3-7-84,3-2-81,1-1-146,2-9-537,-7 2 0,3 0 0</inkml:trace>
  <inkml:trace contextRef="#ctx0" brushRef="#br0" timeOffset="1698.5605">18475 4512 1348,'7'-5'97,"5"-2"22,1-6 20,9 1 13,-1-3 9,1 0 22,-1 2 21,4-1 12,-6 2 9,-5 3-68,0 0-15,-7 2-22,-4 2-45,-3 2-33,0 2-7,-2-1-17,-5 2-23,0 0-12,-5 2-8,2-1-6,-3 2-8,5 2 1,-1 0 36,2 1 29,1 1 16,1 0 7,1 2 18,2 3 24,2 2 34,2 1 20,2 3 13,11 2 8,3 0-16,3 2-76,4-1-152,3-9-783,-8 2 0,-3-6 0,-7-6 0</inkml:trace>
  <inkml:trace contextRef="#ctx0" brushRef="#br0" timeOffset="3242.0237">17267 5158 975,'0'0'41,"0"0"22,0 0 28,0 0 20,0 0 17,0 1 22,0 0 21,0-1 21,0 2 12,0-1-18,0-1-3,-3 2-16,0-2-18,1 2-4,-5 0-5,3-1-12,-3 0-9,-3 2-13,3-1 0,-1 2 4,-2-2 12,0 3 5,-1 1 10,3-1-1,-3 2-3,2 1 3,4-1-7,-3 2 0,1 1-9,1-1-7,2 3-20,0-3-12,2 5-18,-2-3-21,4 0-4,0 0-12,0 4-6,4-6-5,-1 4 0,4 0-6,1-4 0,0-2 4,4 1 1,0-4 8,1-1-7,2-1-3,2-2 1,1 0-2,-2-3-7,1 1-3,-3-3 0,0 1-8,-1-3-2,-3-1-3,-2-2 3,-1 2-3,-1-5-4,-6 2-2,0-1 5,2 0-1,-4-2-10,-4-3-8,-1 1-29,-3 4-50,-3-2-56,-1 3-111,3-2-203,-3 3-359,3 3 0,3 2 0</inkml:trace>
  <inkml:trace contextRef="#ctx0" brushRef="#br0" timeOffset="6064.0887">18691 5162 726,'0'0'120,"0"0"32,2 0 35,-2 3 21,0-3 20,0 2 21,0-1 20,0 0 21,0-2 17,0 1-69,0 0-24,0 0-25,0 0-22,0 0-13,0 0-18,0 0-18,0 0-21,0 0-22,0 0-18,0 0-12,0 0-15,0 1-2,-2 1 2,0 3 6,-1 3 21,-1 4 10,1 0 15,-3 6 11,1 4 4,2-1 3,0 6 7,0-1 3,3 1-7,-2-3-9,2-3-18,0-3-6,2-3-13,-2-5-6,0 0-5,0-4 1,0-1-6,0-1-6,0-3-1,0-1 1,0 0 1,0 0-9,0-1 1,0 1-2,0 0-1,0 0 0,0 0-2,0 0-3,0 0-6,0-1-5,0 1-8,0 0 3,0-1-7,0-1-8,0 2-18,0 0-36,0 0-73,0 0-146,13-7-808,-17 3 0,2-6 0</inkml:trace>
  <inkml:trace contextRef="#ctx0" brushRef="#br0" timeOffset="13683.8593">20507 4257 523,'0'0'100,"1"0"24,2 0 19,-3 0 19,3 0 26,-1 0 15,-2 0 17,0 0 18,0 0 17,0 0-47,0 0-28,0 0-10,0 0-9,0 0-12,0 0-17,0 0-9,0 0-11,0 0-15,0-2-13,0 2-9,0 0-10,0-4-12,0 4-7,0-3-9,0 3-6,0-4-7,0 3-6,-1-2-3,-3-1-3,0 0-3,-2 1-2,2 1 1,-4 0-2,0 0-1,-2 0 0,2 0-1,-4 0 3,3 1 2,-4 1 2,2 0 2,0 0 9,-2 1 10,-2 3 10,0 0 8,1 3 15,-1 4 5,2 1 3,4 0-3,2-2-4,3 1-10,2-1-10,2-3-4,0-2-5,2 2-1,0-2-12,4-1-8,4-2-15,2 0-30,6-2-38,2 0-24,-1 0-21,-1 0-30,1-2-23,-3-4-21,-1 0-6,-3-3 5,0-2 17,-4 0 43,0 2 59,-5 0 50,1 3 44,-3 0 38,-1 2 23,0 1 14,0 1 3,0 2 2,0-2-8,0 2-12,-1 0-17,-5 2-11,1 2-6,-2 3-3,0 3 20,-1 1 15,1 4 17,1 1 10,-2 1 9,0 2 8,1 1-1,-2 0-3,2-1-16,-1 1-10,-2 0-24,4-5-13,0-1-16,2-5-11,1 0-8,3-6-4,0 0 3,0-3-5,0 0-1,1 0-3,5 0-6,0-3-10,3-4-8,6 0-8,3-3-10,1 1-16,1-1-31,2 3-35,-2-2-59,-1 6-74,0 0-186,-7-11-461,-5 10 0,-2-1 0</inkml:trace>
  <inkml:trace contextRef="#ctx0" brushRef="#br0" timeOffset="14240.0505">20670 4362 1851,'0'8'116,"0"0"45,0 6 37,0 0 18,0 3 12,0-2 12,-2-2 17,-1-1 13,3 0 9,-4-5-64,4-3-36,0 0-31,0-3-32,0-1-16,0 0-13,4 0-16,-1-4-23,4-1-21,2 0-19,5-6-18,-1 1-14,3-1-13,-1 1-1,1 4 13,-1 0 19,-4 1 21,3 5 21,-3-3 23,-5 6 17,-5 2 17,2 3 14,-3 2 6,-3 5-5,-1 2-12,-2 0-25,1-4-49,-4 2-134,7-3-323,-1-3-549,3-4 0,0-4 0,3-1 0</inkml:trace>
  <inkml:trace contextRef="#ctx0" brushRef="#br0" timeOffset="17259.0981">20516 5185 332,'0'0'36,"0"-1"27,2 1 33,-2 0 24,0 0 17,0 0 11,4 0 11,-4 1 8,0-1 4,0 1-18,0-1-12,0 1-21,3 1-28,-3-1-15,0 0-10,0 0-5,0-1-5,0 0 6,0 0 12,0 1 17,0-1 13,0 2 8,0-2 6,0 1-4,0-2 0,0 2-7,0-1-5,0 1-13,0-1-14,0 0-19,0 0-16,0 0-13,0 0-11,0 1-4,0-1-4,0 0 0,0 0 1,0 0 0,0 0 0,0 0 4,0 0 2,0 0-1,0 0 1,0 0 0,0 0 3,0 0-2,0 0 2,0 0 1,0 0-3,0 0-2,0 0 1,0 0 0,0 0 2,0 0-2,0 0 1,0 0 5,0 0-3,0 0 1,0 0 0,0 0-2,0 0-2,0 0 0,0 0-2,0 0 1,-3 0-1,-1 0 0,0 0 5,-3 0 1,1 3 4,2-3 0,-2 4 0,1-2 7,-2 2 3,-1 0 2,-2 3 3,3-3-3,1 2 2,0 2-2,-1 0 3,1-1 10,2-2 13,-3 2-4,3-1 1,0 0-1,-2 1 0,3-1 0,3 1-5,-1-1 1,1-1-7,0 4-4,0-2-12,0 0 1,0 3-4,0 1-1,0 0-3,0-3-1,0 1 0,1 0-5,2-1 1,0-4-4,2 2 1,4-3-2,-1 1 0,3-1 0,-1-2-1,4 0-3,1-1-2,-1 0 1,1 0 1,-1 0-1,1 0-7,-2-1-3,-1 0-3,-3-3-4,-1-1-6,-4-2 3,3-3-4,-7-2 3,0-1-1,0-3-4,0-4 1,0 4 2,0 1-12,-3 1-16,-4 4-38,0 2-72,-1 3-146,4-8-635,-9 8 0,2-1 0,2-2 0</inkml:trace>
  <inkml:trace contextRef="#ctx0" brushRef="#br0" timeOffset="18679.1652">22536 4198 1070,'0'0'94,"-2"0"39,0-1 36,-1 0 30,0-4 13,-1 0 12,0 0 15,0 0 7,-3-2 10,0 2-58,-3 1-18,-5 0-28,-3 3-18,-4 1 2,-6 3 0,1 7 0,-3 2-6,5 3-15,7 1-9,5 0-14,9-2-9,3-4 3,4 2-19,5-6-48,7 2-66,6-4-49,4-1-57,7-3-19,-4-1-29,-3-2-4,-3-3-6,-10 1-13,-2-3 15,-3-2 45,-4 2 91,0 1 64,-3 0 53,0 5 27,0 0 30,0 2 16,0-2 19,-3 4 11,-3-1-1,-1 2-8,0 2 2,-4 4-7,-1 3 26,-5 4 15,0 6 10,0 5 0,-3 3-7,5 2-9,5 1-7,3-1-16,3-5-38,10-4-18,-1-8-24,6-1-29,3-6-55,4-2-162,21-5-913,-17-4 0,-3-7 0</inkml:trace>
  <inkml:trace contextRef="#ctx0" brushRef="#br0" timeOffset="19155.6176">22614 4381 3335,'0'5'27,"0"3"21,0 4 18,0 3 9,0-1 4,0 0 3,0-1 3,0-2 6,0-4 11,-3-3-4,3-3-14,0-1-37,0 0-41,0-3-35,3 1-13,1-4-17,1-4-16,5 0-24,4 0-12,-2 1 7,2 1 36,0 2 57,0 5 72,-2 0 54,2 1 32,-4 5 20,-3 0 20,-3 4 19,-3 4-5,-1 1-67,0 1-109,-1-4-143,5-5-276,-3-3-477,1-3 0,-2-3 0,0-4 0</inkml:trace>
  <inkml:trace contextRef="#ctx0" brushRef="#br0" timeOffset="19747.121">22941 4392 2683,'0'0'53,"0"0"29,0 1 36,0 3 18,0 2 34,0 5 24,-4 4 16,-2 0 14,-1 4 6,-1 0-14,1-1-31,5-4-33,0 0-77,0-3-125,2-5-152,0-5-229,-4 2-378,1-3 0,-3-5 0</inkml:trace>
  <inkml:trace contextRef="#ctx0" brushRef="#br0" timeOffset="19957.5007">22822 4480 2938,'2'0'111,"4"0"72,5 0 47,6-1 23,5-1 6,3 2 1,-2-3-9,2 2-34,-1 0-83,-2-1-201,13-6-886,-17 2 0,-4-1 0,-3-1 0</inkml:trace>
  <inkml:trace contextRef="#ctx0" brushRef="#br0" timeOffset="20182.9264">23131 4402 3593,'0'0'52,"0"0"76,0 0 65,0 2 27,0 4 25,0 2 13,0 6 12,-4 6-7,2 2-15,-3 1-65,2-1-43,0 1-265,12-9-1008,-7-1 0,0-4 0,2-6 0</inkml:trace>
  <inkml:trace contextRef="#ctx0" brushRef="#br0" timeOffset="21244.6812">22618 5296 1941,'0'0'119,"0"0"25,0 0 17,0 0 9,0 0 8,0 0 20,-2 3 16,-3-1 36,-5 3 35,-1 3-66,-7 4-7,1 2-11,-4 6-7,5 1-2,1 2-2,6 0-17,5-3-10,1-2-33,6 0-31,6-4-20,4-4-14,9-3-16,5-3-11,9-4-13,0-4-10,0-1-1,-7-5-8,-4-1-9,-7-7-6,-14-3-8,-1-2-12,-10-2 1,-6 2-10,-10 0-41,-3 7-91,-10 3-233,-8-3-586,0 10 0,1 2 0,0-4 0</inkml:trace>
  <inkml:trace contextRef="#ctx0" brushRef="#br0" timeOffset="23011.124">17300 6315 1610,'0'0'113,"2"0"36,-2 0 32,0 0 22,4 0 26,-4 0 18,4 0 24,-1 0 23,-2 0 24,-1-1-48,0 1-37,0-2-29,0 2-35,0-1-20,0 1-15,0 0-10,0-1-18,-1 1-13,-4 1-12,-4 0-6,-1 3 0,-4 3 2,-2 5 8,-1 2 5,2 2-12,2 0-6,7 2-5,4-1-12,-2-4-9,10-1-8,0-1-9,7-2-5,1-6-10,9 0-12,2-3-3,6 1-8,-2-5 3,-1 1-2,-5-5-9,-6-1-13,-6-2 1,-7-3-4,-4-2 7,-3-2 3,-7 1 8,-6-2 4,1 3-2,-6 5-11,-1 4-26,8 3-77,3 3-122,7 1-238,4-9-482,8 7 0,7-2 0,10 2 0</inkml:trace>
  <inkml:trace contextRef="#ctx0" brushRef="#br0" timeOffset="23912.9981">18747 6307 986,'0'0'127,"0"0"42,3 3 32,-1-3 36,0-3 19,-1 3 14,5 0 15,-6 0 14,1 0 15,0 0-76,-1 0-3,2 0-22,-2 0-23,0 0-26,0-1-16,0 1-10,0 0-13,0 0-10,0 0-11,0 0-14,0 0-13,0 1 1,0 6 0,0 2 6,0 6 1,0 6 3,0 2-2,0 6-1,-3 0-5,2 1-7,-2 0-12,0-2-18,0-6-11,2-2-14,1-4-4,0-8-5,-1 0-5,1-4-12,0-1-23,0 0-47,0 0-108,0-2-158,26-4-706,-26 3 0,0 0 0,3-1 0</inkml:trace>
  <inkml:trace contextRef="#ctx0" brushRef="#br0" timeOffset="25043.1192">20605 6352 2273,'0'0'108,"0"0"37,0 0 38,0 0 30,0 0 12,0 0 11,0 0 9,3 0 5,-3 0 9,0 0-58,0 0-22,0 0-28,0 0-24,0 0-16,0 3 0,0 5 0,0 2 8,-3 2 2,-4 8-7,-1 6-12,-3 4-12,0 3-8,0 1-12,2 0-10,2-7-11,5-3-6,-1-4-17,3-6-4,0-3-3,0-3 0,0-3-5,0-2-10,0-3-28,0 0-62,0 0-124,0 0-214,0-17-643,0 10 0,-3 2 0,2-6 0</inkml:trace>
  <inkml:trace contextRef="#ctx0" brushRef="#br0" timeOffset="27322.7008">22638 6408 543,'0'0'86,"0"0"31,2 0 21,-2 0 22,0 0 29,0 0 26,0 1 28,0 1 22,0-2 25,0 0-28,-2 1-25,2-1-22,0 0-13,-2 0-19,2 0-25,-2 0-22,-2 0-23,0 0-17,0 0-12,-2 0-7,1 0 2,-1 0 9,0 2 7,-1-1 8,4 0 8,-4 2 5,0 1 4,1 1 4,2 0-7,-4 2-7,2 0-12,2 4-12,-2-1-17,-1 3-14,5 0-13,-1 1-18,0 1 0,3 0-10,0 0-5,0-6-2,3 3-3,0-3-4,1 1 4,7-4 8,1 1 3,4-4 8,3 1-3,1-2 2,-1-1-4,2 2 1,1-7 2,-4 4-2,1-6-4,-4 0-3,-2-5-4,-5-4 4,-4-6-2,-2-2-6,-4-2 2,-7-1-5,-1 2-14,-8 3-48,-4 7-98,-2 3-188,-1-10-686,-2 15 0,10-1 0</inkml:trace>
  <inkml:trace contextRef="#ctx0" brushRef="#br0" timeOffset="30113.1266">15625 4226 1272,'0'0'105,"0"0"40,0 1 32,0-1 25,0-1 16,0 1 15,0 0 12,0 0 14,0 0 9,0 0-56,0 0-33,3 0-31,-3 0-21,2-1-16,-2 1-16,2-2-8,2 2-6,2 0-2,-4 0-8,8-1-5,0 0-2,-5 0-2,7 1-2,0-1-4,-5 1 0,1 1 1,-1 2 0,1 3 0,-6 5 4,2 4 0,-4 2-1,2 4-5,-4-4-7,2 5-3,0-2-1,0-4-7,0-3-8,-6-4-15,2-2-1,0-5-6,1-2-2,-3 0-4,1-5-7,1-3-3,1-5-5,2-4 1,5-8-3,5 0-5,3-2-13,2 3-2,4 1-14,0 8-41,-2 5-73,0 7-122,2-4-207,-7 6-326,-1 2 0,-6-1 0,3 0 0</inkml:trace>
  <inkml:trace contextRef="#ctx0" brushRef="#br0" timeOffset="30444.1638">15962 4207 2927,'0'0'38,"0"0"3,-3 0-1,-4 3 2,-2 1-2,0 3-4,1 3 8,1 3 9,5 0 18,2 2-8,1-1 31,1-1 29,7 1 32,-4-1 24,3-2 21,0 1 12,-2-2-6,-6-1-10,3-1-24,-3-3-36,-7 0-106,-4-1-156,-1-2-187,-2-9-618,-8 7 0,6-9 0,3-3 0</inkml:trace>
  <inkml:trace contextRef="#ctx0" brushRef="#br0" timeOffset="30782.1308">16052 4201 2926,'0'0'29,"0"0"34,0 0 45,0 3 40,0-2 44,0 4 37,0-1 32,0 4 20,0 4 14,0 0 0,0 3-7,0 4-28,0 2-39,0 0-29,0 4-40,0-4-38,0-1-31,0 0-42,0-5-28,0-6-40,0 0-55,0-3-176,7-5-284,-6-1-514,1-1 0,0-7 0,0-2 0</inkml:trace>
  <inkml:trace contextRef="#ctx0" brushRef="#br0" timeOffset="30924.0805">16064 4356 3359,'2'-3'159,"1"0"29,2 0 22,8-1 8,5 2-6,7 2-136,22 0-960,-21 0 0,-2-1 0,-5-2 0</inkml:trace>
  <inkml:trace contextRef="#ctx0" brushRef="#br0" timeOffset="31825.0048">16091 5142 2318,'3'-1'128,"-2"-1"34,0 2 26,1-1 29,-1 0 18,-1 0 10,0-1 19,3 2 27,-3 0 24,0 0-66,0 4-10,0 2-21,0 8-3,-3 7-15,0 7-15,-2 8-2,-1 2-19,-2 3-67,3-2-44,-1-4-113,3-5-324,-4-8-760,0-10 0,2-5 0,-2-6 0</inkml:trace>
  <inkml:trace contextRef="#ctx0" brushRef="#br0" timeOffset="32554.7364">16128 6212 2739,'-2'3'109,"-1"4"47,0-1 54,-3 4 41,1 2 31,-2 4 17,-1 5 9,-2 7 6,-2 4 4,3 2-63,0-1-52,2-3-68,4-1-158,3-6-328,-7-10-690,3-7 0,-6-6 0</inkml:trace>
  <inkml:trace contextRef="#ctx0" brushRef="#br0" timeOffset="34061.8043">15111 4221 1129,'0'0'187,"1"0"44,-1 0 46,1-1 37,-1-4 44,3 1 34,-3-2 17,0 2 20,0 1 5,0 0-132,0 0-54,-5 3-36,-4 0-38,-5-1-22,-7 6-30,-5 4-26,1 6-14,3 6-17,1 1 4,13 3 3,4-3 4,6-2-5,7-1-12,3-3-21,4-3-48,7-2-118,2-3-192,0-12-788,-2 3 0,-8-6 0</inkml:trace>
  <inkml:trace contextRef="#ctx0" brushRef="#br0" timeOffset="34376.8427">15220 4149 3654,'0'0'13,"0"4"24,0 3 36,-4 4 46,1 4 19,-3 7 10,-2 5 12,4 1 14,-3-1 12,4 0 3,2-4-8,1-2-22,0-4-43,0-3-63,0-4-59,0-2-89,0-4-198,0-15-708,0 9 0,0-5 0,0-5 0</inkml:trace>
  <inkml:trace contextRef="#ctx0" brushRef="#br0" timeOffset="34865.4209">15309 4184 1550,'0'0'65,"0"3"32,0 1 37,0 3 29,-2 0 41,1 5 39,-2 1 29,-1 3 34,1 1 25,-2 1-24,2 2-18,-1-1-30,-2 0-32,1-3-25,3-1-42,-2-7-29,3-1-35,1-6-51,1 1-68,3-5-42,0-4-45,5-1-42,3-3-19,-2-4-4,4-3 24,-4 2 27,-2 5 52,-3 0 41,-2 2 53,0 4 61,-3 3 64,0 3 54,-3 6 21,0 6 4,-6 3-21,2 5-55,-3 4-135,4 1-162,38-5-879,-29 0 0,8-6 0,2-5 0</inkml:trace>
  <inkml:trace contextRef="#ctx0" brushRef="#br0" timeOffset="35967.5478">15188 4878 2838,'0'0'48,"0"0"31,0 0 42,0 0 48,0 1 36,0 4 37,0 3 27,-3 3 18,2 6 19,1 5-33,-4 3 3,4 3-28,0 1-39,0 3-47,0-2-33,0-1-32,0-3-31,-2-2-12,1-3-26,0-6-17,-2-2-14,-1-5-5,2-3-6,0-3-3,0-1-3,-2-1-7,2 0 0,-3-1-5,-2-4 6,0 3 7,-8-6 5,4-1 4,-3 2 4,0-2 3,0-1 1,0 1 2,4 1 1,4 2 0,0 1-4,1 3-7,2 1-6,0 1-4,-1 0-3,4 0-2,0 3 0,0 0-1,0 3 1,0 3 3,0 2 3,3 0 9,1 1 5,-1-3 1,5 1 3,1-2-2,6-2 0,1-3 3,3-2-5,5-1-2,2-5-7,-1-2-14,1-2-24,-7-3-34,-3-2-35,-3 2-34,-9 1-57,-1 3-100,4 0-211,-7 5-304,-2 0 0,1 3 0,0 0 0</inkml:trace>
  <inkml:trace contextRef="#ctx0" brushRef="#br0" timeOffset="37207.086">15220 6002 2992,'0'2'133,"1"-1"22,-1-1 33,2 1 28,-1-1 18,0 0 14,-1 1 12,0 2 8,3 1 10,-3 3-100,0 2-15,0 2-14,0 1-31,0 5-22,-4 0-10,1 4 1,2 2-12,-6 0 1,3 4-11,1-1-8,-4-2-1,3 2-10,-3 0 2,3-4-8,0-1-4,-2-2-14,2-3-8,1-2-21,1-5-3,0-3-13,2-2-7,0-3-2,-3 0-11,2-1-2,-1 0-13,0-3-10,-5-2 0,3-2 4,-2-4-4,-3 0 8,1 0 2,3-1 6,-5 2 8,6 4 5,0 1 8,2 0 9,1 2 9,0 3 9,-2-1 5,0 0 3,1 2-1,-3 0-4,3 3 1,0 1 0,1 1-2,1 3 0,0-1 0,0 2-2,0-2 1,3-1 3,2-1 1,5-2 6,2-3 0,9-1 1,4 0 3,1-3 5,5 0 3,-1-3 1,-4 0-12,-1 1-23,-6 0-94,-4 2-147,0-3-302,-8 4-381,-4-1 0,0-2 0,-2 3 0</inkml:trace>
  <inkml:trace contextRef="#ctx0" brushRef="#br0" timeOffset="39143.8467">24066 5267 2784,'2'2'97,"4"-2"24,-3 0 17,3 2 14,-4-4 0,-1 4 12,2 0 26,-3-1 20,0 4 29,0 1-59,0-3-2,0 2-11,0 1-7,0-3-7,2 1 9,-1 0-1,2-4-11,1 2 5,0 0-7,10-2-10,5-2-12,5 0-10,12-4-3,8-5-11,5-4-16,12-3-38,0-2-31,1-3-40,-5 2-25,-11 1-12,-12 4-20,-15 4-46,-11 6-48,-4 6-37,-10 0-38,-2 2-30,-1 5-56,1-3-97,2-1-161,0 2-206,2-3 0,4-2 0,1 0 0</inkml:trace>
  <inkml:trace contextRef="#ctx0" brushRef="#br0" timeOffset="44508.623">17221 4894 1257,'3'0'84,"-3"0"28,1 0 27,-1 0 19,2 0 20,-2 0 24,0 0 16,0 0 9,0 0 4,0-1-63,0-1-18,0 0-25,-2 0-25,-2 0-18,-1 0-15,-1-3-23,-2-1-18,-3 2-7,4-2-4,-6 0-1,1 2 0,1 0-1,1-1-2,-4 4 0,3-1-3,0 2 1,-4 0 6,2 0 3,1 0 2,-2 3 1,1 3 2,4 1 3,-2 0 1,1 1 9,4-1 7,1-1 9,-1-1 3,3 0 1,-2 0 4,2 1 10,0-3 12,3-1 10,0 2 4,0-4-2,-2 3-1,2 0 2,-3 3-2,-3-1 7,2 1 0,0 4 0,1 1-14,-2 2-10,2 4-7,0 1-2,-1 0-7,3 0-10,-1 1 0,2 2-8,-1-1-2,-3 0-9,4 0-2,-1 1 1,1-2 2,-2 0-6,2 2-1,-3-2-1,0 0-4,1 0-2,-4 1-3,2-3-3,-3 2 2,4-2-1,-4 1 0,2-6 0,1 3 2,-2-2-2,3 0 1,3-4-1,0 3 2,0-7-1,0 2-4,0-1-1,0-1 1,0-2 1,0 1-4,0-1 10,0 0-3,0 2-6,0 0-2,0 0 0,0 0 0,0 1 4,0-2-4,0 0 9,0 1-8,0 0-1,0-1 1,0 1 4,0 0-8,0-2 8,3 0 9,0-1-11,1 2 1,4 0-4,-1-2 5,3 2-12,-2-2 1,-1-2-4,4 3-3,-2-2-3,3 2-12,-1 0 8,3-1-8,3 2-5,2 0 1,2 0 2,1-2-1,0 2 2,2 2 10,1-1-4,-2-1 4,2 1-3,-1-2 8,1 1 0,-3 1 3,0-1 2,0-1 0,1 2 3,0-2 0,2 1 0,0 1-2,-1-2 2,0 0-4,0 0 1,-2 2-9,-2-3-4,-2 0 2,0 1-1,0-1-1,0-2 0,0 3-1,0-2 1,3 3 4,0-3-1,-1 2 8,4 1 3,-2-1 0,-1-1-1,0 2 2,-2 1-1,1-3 1,-3 3 0,-1-2-5,1-1-1,2 2 1,-2 0-1,2-1-3,2 1 1,-6-1 0,6-1 2,-4 2-1,2-1 0,3 1 3,2-1 4,1 1-5,1-1 4,2 1 1,-1-2 1,4 0 0,-3 0-1,1 1-2,-3-1-4,-4 1 4,-2-2-3,-2 1 4,-6-1-5,3-1-1,-5 0 1,5 0-1,-2 0 0,5 0 3,0 0 3,6 0-3,-1 0 1,0 0-1,0 0 3,-2 0 2,0 0 1,-5 0-1,1 0 8,-2 0 4,1-1 0,-1-1 4,0-2 1,3 1 0,-1-3 0,2 1 0,-4-1 0,1 2-1,-1-1-6,-6 2 1,1-3 0,-3 5 0,-1-4 1,0 2 6,-3-1 0,0 1 0,3-1 2,-5 1 0,2-2-1,1 2-2,1-1 0,1 0-1,-3 0-2,1-1-5,3 1-2,-1-1 1,2-2-3,-1-3 0,1 0 0,2-4-1,-1-4-2,4 0-2,-2-5-1,1-1 2,2-2-1,0-3 0,0 1-3,0-2-1,4 2 2,-4 0-4,0 1 3,-3 1 3,1 5-2,-5 2-1,-1 3-2,-3 4-1,-1 3 0,-2 3-5,2 1-5,-2 1-6,0 2-3,0 0-4,0 2 3,0-1-1,0 0 4,0 0 2,0-1 2,0-1 6,0-1 3,-2-2 9,1 0 6,0-1-4,-2 3 4,0-3-4,3-2-1,-4 3 0,-2-4 1,-1 1 0,2 1 0,-2-1-2,-4 1-4,1-3-2,0 4-5,-6-3 3,0-1 1,-7 2-3,1 1-1,0-2 1,-7 1-3,-2-1 2,-1 1-1,0 2 0,-5-2-2,0 2-11,0 2-2,0-3-5,1 2-5,0 0 1,0-2 0,-3 1-1,-1 0 0,-1-2 2,1 1 6,-3-1 3,-4-1-10,1 1 2,-2-1 1,-2 1-3,0-2 1,3 1-1,0 0 2,5 2 2,3 0 0,6 4 6,1-5 12,0 6 7,1 0 2,-2-1 3,0 0 1,-2 2 4,-3 0-1,-3-1-2,-3 1-2,-7-2-2,1 0 0,-1-4 1,2 0 0,4-4 4,4 1 4,6-1-3,2 2 4,4 3 3,5 0 4,3 3 2,3 2 4,3-1-2,1 3 0,0 0 0,3 0-5,-4 0 10,5 0 2,1-1 7,1 1 11,4 0 4,2-2 6,-1 2 11,3-1 0,0-1-1,0 0 2,0 0-7,0 2-4,0-2-8,0 2-13,0 0-3,0 0-11,0 0-9,0 0-5,0 0-1,0 0-4,0 0 1,0 0-7,0 0-1,0 0 2,0 0 1,0 0 0,0 0 1,0 0 3,0 0 2,0 0 2,0 0 2,0 0 5,0 0 6,0 0-5,0 0-2,0 0-1,0 0 1,0-1-2,0-1 0,3 2-1,-3 0-5,0-2 1,0 2-7,0 0 2,0 0-4,0 0 0,0 0-5,0 0-3,0 0-6,0 0-5,0 0-9,0 0-18,0 0-38,0 0-44,0 0-60,0 0-60,0 0-77,5-2-170,-4-22-313,1 22 0,1-1 0,-1-2 0</inkml:trace>
  <inkml:trace contextRef="#ctx0" brushRef="#br0" timeOffset="48514.1264">20554 4996 192,'0'-2'52,"0"0"24,0-1 38,0 2 33,0 1 22,0 0 19,0 0 22,0 0 25,1 0 22,-1 0-13,0 0 2,0 0-11,1 0-28,-1 0-24,0-2-8,1 1-5,-1-2-16,0 1-18,0 0-19,0 1-20,0-3-13,0 2-13,0 2-9,0-3-9,0 2-13,-2 1-11,1-2-8,-5 1-7,1-1-2,-2 2-5,0-1-2,-4 1-1,1 0 2,-1 0-1,-3 0 3,4 0 3,-3 0 3,1 0 6,-1 0 5,3 0-1,-1 0 1,-2 0 1,1 0 0,0 0 9,-1 1-2,1 1 3,-1 1 2,-1 3 4,-1-2 2,0 2 4,-2 3 1,-1 0 1,3 2 3,-1 0-9,0-1 2,-2 2-8,4 1-4,1-1-7,1-2-8,4-1-3,-1 0-1,1 2-6,2-1-4,1 2-1,-2-1 2,3 1-1,-2 2 1,5 0-2,-5 2 0,1 1-2,2 2 4,0-1 0,2-1 0,-2 4 2,2-1-6,1-4 2,0 2 1,0-1 0,0 0 1,0-4 2,0 4-4,0-2 4,0-1 1,4 2-4,-1-1 2,5 0 2,3-1-1,3 0 1,2 0 0,4 0-2,-3-3 0,3 1 0,0 0 0,-2 0 3,1-3 2,2 0-6,0-1 0,4-4-1,1-1 2,1 2 0,4-5 2,0 0-2,4 0-1,-4 0 1,0 0-5,-2-2 5,0-1 0,-5-1 1,2-4-2,-2-1-1,1-1-4,-3-1 2,-1-1 0,2 0-1,0-2 0,0-2 0,1-1-2,-2-1-2,-3-1 0,-3-1-2,-3 2 2,-1-4-1,-4 1 4,-1 1-1,-3-1 3,1 0 0,1 1 0,-6 0 1,0-2-2,1 1-2,-2 0-5,-6-3-2,-3 0-3,-3 1 2,-6 0-2,-3 2-1,-1 3-2,-2 4-4,0 2-23,1 5-33,-1 2-50,3 4-75,3 0-150,9-3-518,-4 4 0,3 0 0</inkml:trace>
  <inkml:trace contextRef="#ctx0" brushRef="#br0" timeOffset="49825.1114">22730 5191 604,'0'0'21,"0"0"26,-2 0 32,2 1 28,0 0 24,0 2 27,0-1 28,0 1 23,0-1 16,0 2 9,0-1-7,0-2-19,0 0-26,0 0-24,0 0-15,0 0-20,0 2-14,0-2 3,0 0-2,2 1-14,3-2-47,4 0-122,19-7-616,-9 4 0,4-2 0</inkml:trace>
  <inkml:trace contextRef="#ctx0" brushRef="#br0" timeOffset="56443.1339">20627 5151 252,'0'-2'31,"0"1"11,2 1 19,-2 0 16,1 0 14,2 0 9,0 0 6,1 0 0,1 0-11,0-2-73,0 0-50,-5 0-163,2 2 0,-2-1 0</inkml:trace>
  <inkml:trace contextRef="#ctx0" brushRef="#br0" timeOffset="57299.2158">20773 5420 126,'0'-1'19,"0"-1"1,0 1-2,0 0 0,0 0 1,0-2-1,0 2-7,0 0-18,0 0-41,0-1 0,0 5 0,0-2 0</inkml:trace>
  <inkml:trace contextRef="#ctx0" brushRef="#br0" timeOffset="59258.6665">17382 4730 1225,'3'0'73,"1"0"17,1 0 27,1 0 19,0 0 11,-2 0 5,3 0 4,-5 0 2,-1 0 0,0 0-56,-1 0-22,0 0-33,1 0-74,4-2-136,5-4-327,-5 6 0,3 0 0,4 0 0</inkml:trace>
  <inkml:trace contextRef="#ctx0" brushRef="#br0" timeOffset="60052.7981">18679 4843 1796,'0'3'92,"0"-3"37,0 3 33,1-3 9,-1 3 9,0-3 11,0 0 11,0-3 11,0 3 13,0 0-61,0 0-19,0 0-34,0 0-29,0 0-8,0 0-8,0 0-10,0 0-20,0 0-21,0 0-25,0 0-25,0 0-15,0 0-17,0 0-20,2-1-19,-2 1-32,0-2-31,4 2-31,-4 0-32,0-3-41,1-2-42,1-2-176,-2-9 0,1 12 0</inkml:trace>
  <inkml:trace contextRef="#ctx0" brushRef="#br0" timeOffset="61349.1593">15123 6762 1911,'4'1'91,"3"1"21,4-1 18,7-1 25,4-5 24,13-2 20,-3-4 8,5-2 0,-5-1-18,-7 1-119,-3 2-128,16-3-620,-30 7 0,-5 1 0,-9-1 0</inkml:trace>
  <inkml:trace contextRef="#ctx0" brushRef="#br0" timeOffset="61530.9282">15296 6767 2549,'7'1'97,"7"-1"-1,3 0-51,13 0-170,-5-17-407,6 15 0,2-1 0,3-3 0</inkml:trace>
  <inkml:trace contextRef="#ctx0" brushRef="#br0" timeOffset="66156.4348">20719 6154 977,'0'0'75,"0"0"29,0 0 25,0 0 18,0 0 13,0 0 7,0 0 3,0 0 5,0 0 3,0 0-53,-3 0-21,-2 0-27,1 0-23,-3 0-17,1 0-10,-1 0-5,2 0 3,-2 0 0,2 0 1,0 0 0,1 0 2,-2-3 1,-2 2-2,1 1 5,-1-2 0,-2 0 2,-1 2 0,0-1-3,1-2-2,-7 2 8,6-1 2,-3 1 3,3-1-2,-1 0-3,3 2 3,1-2-4,0 2-2,1-1-1,0 1 0,-3 0-8,2 0-1,-2 0-3,-4 0 4,-1 0 3,-2 1-1,0 1 2,1-1 1,-1 3 1,0-1 2,0 3 0,3-3 2,2 2 1,1 1 2,1-2-4,1 1 0,1 0 0,-3 0-3,0 1 3,0 0 1,0 2 3,-1 1-4,-1 0 1,-1 1-2,-1 1 3,2 1-5,2-1 2,0 1 3,1-1-3,3-1-2,2 0-2,-1 0 3,2-3 0,1 2 1,2 1 3,-3 0 3,2-1-3,1 2-2,0-1 0,-2 2-1,3 2 0,-4-2-3,1 3-1,3-3-2,-3-1-2,3 1-1,0-1 2,0-2 4,0 0 2,0 0 4,3 0-1,0 1-1,1 2-3,-1-1 1,1 1-7,1-2 1,1 4-5,-5-1-5,2 0-1,0-1-7,0 1 1,1-1 2,0 0-2,0-5-3,-1 3 4,1 0 0,1-1 1,5 1 0,-4-1-1,1 0 1,-2-1-1,4 2-4,-5-4 2,3 1 2,0 0-1,-3 2-3,4-1 0,3-1-2,-5-1 1,6 2 1,-1-2 2,2 0 2,-1 0 3,2-3-3,0 2 4,0-1 1,1-2-2,-3 2-1,4-2 0,-2 0 0,-3 0-3,4 1 0,-4 0-3,2 0 2,-1-2-4,-1 1 1,3-2 0,0 3-1,1-3-1,3 0 2,3 0 1,0 0-3,-2 0 1,-2 0-1,-2 0 1,-1 0-4,-1 0 3,2 0 0,-4-3 1,3 3-3,-1 0 0,0 0 1,1-2-2,2-2-1,-4 1 4,3-1 0,-1-1-2,-3 1 3,1-1-1,-1-1 2,1 1-2,-1-1 1,-3 0-1,-1 2 3,3-1-3,-4 1-1,1-1 2,1 1-2,0-2 1,0 1-1,2-1-1,-1-1 2,0 2 1,-1-2-5,2 0 2,-3 0 1,4 2-2,-3-4-1,2 2 0,-3-1 1,1 2 2,-2 0-4,2-3-2,-4 1 2,4 1 2,-1-2-3,0 0 0,-4 1 3,3 0-3,-2 0-2,1 1 4,-3 1 1,4-1-2,-4 0 1,1 0-3,0-2 2,-2 4 2,0-2-2,2-2 3,-3 1-2,2 0-3,0-2 4,0-1 2,2 1-1,-4 1 2,1-1-3,0-1 2,0 3 0,-2-1-6,2 2 0,0-1 0,-1 2-4,0-1 3,0 2-1,0-2-3,0-2 1,0 2-3,0-1-2,0 0 4,0 2-1,-1 0 1,0 1-3,-2 0-2,-3 0-5,2 1 3,-2 0 0,2 0 2,1 0 1,1 0-2,-3 2 4,0-3-3,1 1 4,-2 1 0,4-1 4,-1-1-2,-2 2 0,0 2 1,2-2 4,-1-1-3,1 3 2,1-2 4,0 2-2,-1 1 0,2-3 0,-3 2 1,0-1-2,0-2-1,-2 2-5,-1-2 5,0 1-5,0-2-1,0 2 2,-3-2 2,3 0-1,-2 1 1,1-1 0,0 1 5,3 0 0,-1 0 1,0 0 3,0 0-1,4 0 0,-3 3 1,2-2-3,1 1 0,-3 1 1,1-2-1,-2 2-1,3 0 0,-3-1-3,0 0 1,2 2 0,-4-2 0,5-1 3,-1 2 0,1 0 0,0-1 0,1 0 0,-1 1 0,-1-1 2,-1-1-2,0 1 0,-3 0-2,4 0 1,-2-1-1,0 2 0,1-1 0,1 0 0,-2 1 2,2 0-2,0 0 2,-1 0 0,3-1 3,-2 1-1,0 0-1,2-2-1,-4 2 0,0 0 0,-3-2-4,5 1 1,-8-1 0,2 1-1,2 0-2,-3-1 2,-1-2-3,4 4 1,1-2 1,-2 2-2,3 0 3,-1 1 0,3 0-5,0 0 3,1 0-1,0 0-3,3 0 3,0 0 2,0 0 4,0 0 1,0 0 0,0 0 1,0 0 3,0 0 0,0-3 0,0 3 3,0 0-1,0 0-1,0 0-5,0 0 0,0 0 0,0 0-4,0 0 0,0 0 0,0 0 0,0 0 0,0 0 0,0 0 1,0 0 0,0 0 3,0 0 0,0 0 3,0 0 0,0-1 1,2 1 0,-2 0 0,1 0 0,0 0 0,1 0 0,-2 0-3,2 0 0,0 0 0,-2 0 1,1 0-2,-1 0 0,0 0 2,3 0 1,-3 0 2,3 0-3,1-2 3,-1 2-2,1-2-1,-1 1 1,1 1 0,-1 0 0,-2 0-3,2-3 0,-2 3-2,-1 0 2,0 0-1,0-1 1,0 1-3,0 0-1,0 0 0,0 0 0,0 0 0,0 0 0,0 0 0,0 0 0,0 0 1,3 0-1,-3 0 1,3 0-7,-3 0-22,0 0-55,0 0-97,2 0-230,0-12-489,-2 9 0,1 0 0,-1-1 0</inkml:trace>
  <inkml:trace contextRef="#ctx0" brushRef="#br0" timeOffset="68513.1302">22944 6403 374,'1'-1'52,"-1"1"30,0-2 26,2 2 18,0 0 10,-2 0 8,4 0 8,-2 0 6,-2 0 8,0 0-28,0 0-18,0 0-30,1 0-24,-1 0-16,0 0-9,0 0-4,0 0-4,3 0-2,-3 0-6,0 0-4,1 0-1,-1 0 2,0 0 2,0 0 2,0 0-1,0 0-3,0 0-2,2 0-2,-2 0 5,0 0 13,0 0 18,1 0 18,-1 0 8,0 0 8,0 0 7,1 0 2,-1 0-1,2 0-2,-2 0-5,0 0-11,0 0-17,0 0-19,0 3-12,0-1-10,0-1-10,0 2 2,0-1 9,3 1 13,-3-1 5,0 5 3,0-1 7,0 2 10,0-1 11,0 1 12,1 1 15,-1-2 6,1 2 5,2-3 5,0-1 15,4-2 6,0 0-1,4-1-11,3-1-5,3-1-13,-1 0-10,3-1-12,5-1-14,-2-4-20,-1 1-21,0-1-8,-2-3-8,-5 2-1,1-1-6,-5 2-2,-2 3-7,-1 0-10,-2 3-15,-2-1-12,-1 1-16,4 0-38,-4 0-46,4 0-61,-1 0-78,1 0-69,1 0-94,1 0-48,8 1-141,-11 6 0,-4 6 0,-2 1 0</inkml:trace>
  <inkml:trace contextRef="#ctx0" brushRef="#br0" timeOffset="68833.1264">23142 6737 612,'0'6'138,"0"0"96,0 3 68,0-1 32,0-3 20,0-4 34,0-1 35,1 0 18,1 0 16,3 0-58,5-4-61,1-1-90,3-2-65,8 0-28,0-4-21,6 1-34,-2 0-50,3 2-63,-4 1-119,5 2-245,-11-15-576,-2 16 0,-8-2 0,-3 1 0</inkml:trace>
  <inkml:trace contextRef="#ctx0" brushRef="#br0" timeOffset="74701.0253">20325 4868 534,'0'-3'40,"0"3"35,0-1 39,0 0 17,0 1 13,0 1 28,0-2 27,0 0 34,0-1 11,0 0-12,0-1 0,0 0-29,0-1-36,0 2-13,0-2-11,-4 0-28,1 3-25,-2-5-34,-1 1-10,1 1-15,-5-1-12,0 1-6,-1 2-4,-3-1-2,2 3-3,-4-3 0,4 2 0,-3 1 0,2-1 0,-5 1 0,3 0 2,1 0-1,-1 0 1,1 0 0,3 0 1,0 0 2,1 1-1,0 0 2,3-1 1,-4 1 1,3 1 1,-3 0 1,0 0 1,2 2 1,-2 0-1,4-1-1,-5 2 2,5 0 0,0 0 0,-1-1 0,1 0 1,-3 3 0,2-2 1,1 2-2,-3 1 2,5 1 0,-1-2 4,0 2 2,1-2 0,-1 2-1,2 1-1,0 1 1,0 1 1,0-1 0,-2 2 3,5 1-1,-2-4 7,3 2 0,-3-3 8,6-1 9,-3 1 5,0 0 0,0 3 2,3 0-3,0 0 0,-1 0-1,2 4-7,-2 0-4,1 3-10,-2 0-11,0 3-5,0 1-4,-1 2-5,1 0 3,-1-1-4,0 1 2,0-3 0,0 1 2,0-2 0,-2 0 4,-3 0-2,1-1 2,-3 1 3,-1 0-1,-1-1 3,1 1 0,-2 2-5,-2-1-1,1-1-3,1-2-1,0 0 0,-2-3 1,3-1-1,-3-2-2,1-2 1,-2-2-2,2 3 2,-4-4-2,-1 0 3,-1-1 0,0 0-2,-2-1-1,-1-3 1,1 3-1,1-1-1,4-2 0,-1 0 0,2-2 3,5 1 1,-1-2 0,4 0 4,1 0-1,3-3-2,1-1 0,-1-1-2,1-4 2,0 1-1,1-1-4,-1-3-1,0 3 0,1 0-5,3-2 0,3 2 3,0-2 2,1 3-4,3-2-2,-2 2-1,-1 1-2,0 1-4,2 2-1,1-1-1,-3 2-1,5 2 3,-4-2 0,7 2 4,-4 1 3,2 0 6,-1-1 1,-1 1 6,2 0 5,-3 0 1,0 0 3,0 0-1,-4 0 2,0 1-1,-1 2 0,2-1-1,-4 1 1,5 2-1,0-2-2,-2 3 6,4 0 2,-4 1-4,3 0-1,-2 0-2,-1-1-1,-1 2-2,-4-3 1,0-1 1,-2 4 1,1-1 1,-1-1-3,0 3 0,0-1 3,1 1 4,-1 0-1,0-3 1,0 1-1,0 2-3,2 0 1,-2-1-6,0 1 2,0-1 1,0-1-1,0 2-3,0-1 3,0 2 1,0-1 2,0 2 4,-2-2-4,2 1 1,-1 3-2,0-1-2,1-1 0,-2 2-1,0-4-2,-1 3-1,0 0-4,0 0 1,1 0 1,2 3 0,-2-6 1,-2 4 0,3-3-1,-1 1-1,1-5 1,-2 5-2,0-1 2,1-1-4,0 2 0,-1-2-2,2 2 0,0-4 1,-1 2 1,1 1 1,-2-3-2,2 0 3,1 0-1,0 1 1,0 0 5,0 1 0,-3-2-2,3 2 1,-3-2-3,3 1 3,-1-2-4,-1-1 5,0 2-2,0 0 0,-2 2-3,2-2 5,2 2-8,-3 0 0,0-1 4,0 1-7,0 0 12,2 1-4,-2 0-1,2-1 1,-1 1-4,4-2-7,-2 1 7,0-2 1,-2 2-1,2-2 5,-3 2-8,3-2 1,-2 4-1,0-2 2,1 1-1,1 1 1,-1-2 9,-2 2-8,3-1-5,0-2 7,-3 4-10,0-3 10,2 2 0,-2-1-5,3-1 2,0 0 3,0 2-8,-1-1 0,1 1 8,0 1-6,-2-3 6,2 2-6,0 2 3,0-2 8,0-1-8,0-2 0,0 3 7,0 0 4,0-1-11,0 1 8,0-1 3,0 0-4,0-1-6,0 1-2,2 0 7,-1-3 4,2 3-9,-2-1 14,2-3-6,3 2-3,-2-1 1,1 1-1,1-2 6,-2 1-1,2 0-3,-1-2 1,1 0-1,-1 0-8,1 1 11,1-2-6,-2 1-1,-2 0 1,1-3-1,1 1 1,-3 0 3,4 0-4,-1 0 1,1-1 0,-1 0-4,1 2 3,-1-4 9,4 4-1,-1-1-7,3 0-1,1 0 0,0 0 0,-4 0 0,3-1 1,-3 0-1,2 0-3,-3 1-8,0-2 9,0 1-4,0 0 0,1 1-3,1-1 3,1 0-3,2 0 0,-3 1 0,2 0 0,3 0 0,-4 2-3,1-3 5,-1 2 0,1-1 0,-3-2 2,3 1 2,-1-1-7,0 3 0,2-2 5,0 1-3,1 0 0,5 2 4,-1-3-2,-3 0 4,5 1-7,-2 1 1,-1 0 6,1-1-4,-2 0 0,0 1 6,1-2-15,2 2 6,1-2 1,4 2-2,1-2 1,-1 1 1,0 1 1,1-2 7,-1-1-10,1 2 0,-3-1 9,-3-1-3,4 2-3,-4-2-4,0 0 3,-3 2-4,2-3 2,-2 2 5,-1-2-3,3 0-3,-1 0 0,5 0 2,-3 0 5,3 0 3,1 0-1,-1 0 2,0 0-8,-1 0-4,0 0 11,-6 0 0,2 0 6,-2-2-4,4 2-4,-1-3-4,-3 2 2,5-3 0,1 1 8,-3-1-8,5-2-4,-2 1 6,3-1-7,-4-2 2,3 4 0,-4-2 7,3 0-7,-5 2-1,3-2 2,-3-2-7,4 2-7,-6-2-6,1-1-3,0-3-8,-3 1-2,-3-2-2,1 2 5,-2-2-6,-1-1 0,1 0 10,0-2 9,0 1-7,0-2 6,2 0 11,-2 1-1,1-3-3,0 2 2,-2 2-4,0-2-8,0 0-5,1 1-13,-4-3 6,3-4 4,-1-2-19,-2-1 6,4-2 2,-1 1-6,3-5 9,-2 2 4,-1 0 5,1 2 12,-2 1 1,0 3 0,-1 0 5,0 3 2,2-2-3,-1 1 8,1 2-3,-2-2-1,2 0 1,2-3-5,-1 0-3,0-1 0,-1-2 1,0 1-3,2-1 7,-1 1-3,-1 2-2,0 0 10,0 0-3,-2 1 5,2 1 3,0-1 1,1 0 6,1 2-1,-2-2-4,0 1 2,0 0 0,-2 1-4,0-1-2,-3 2 6,1 0-13,-3 1-7,0 0-4,0 1-2,-3-2-2,-1-1 0,0-1-1,-2 2 0,-6 1 1,2-3-5,0-1 12,-1 3 4,1 0 5,2 0 1,1 4 0,-5 3 1,5-2-2,-7 3 4,0 0 0,-1 2-2,1 1 1,-3-3-1,-2 2-3,0-1 0,2 1 0,-3-3 0,1 2 1,1-2 0,-2 2 2,3 0 4,-3-1-5,1 1 1,-2 1 1,3 2-1,-2 2 3,4 0-2,1 1 1,-2 0 0,3 1-1,0 3-5,1-3 4,-2 0 1,0 0-2,1-1 4,-1 3-4,-6-3 4,2-1-2,-6 2-1,-3 0-2,-1-1 3,-3 0 0,1 2 0,0-2 0,1 1 0,3 2 0,2-3-2,-3 0 2,4 3-2,-2-1-2,-4-1-6,-1 1 2,-6 0-2,-1-3-3,-5 2-5,-8-2-1,-3 0 1,-3 0-2,-1 3 2,4-3 2,4 4 5,7-2-1,12 3 1,6-2 6,11 4 4,3 0-3,8 0 1,1 0 2,2 0-1,0 0 2,0 0 0,0 0 5,0-2 1,0 2 6,0 0 4,0 0 3,-3-1-3,3 0 4,-3 0-1,2 1 0,-2-1-10,-1 1-14,0 0-34,2 0-66,0 2-107,3 0-261,-1-2-517,3 3 0,8 2 0,1-4 0</inkml:trace>
  <inkml:trace contextRef="#ctx0" brushRef="#br0" timeOffset="77008.0761">15689 8092 1864,'-7'0'124,"-3"2"34,-1 0 29,-6 3 32,1 3 35,-1 2 43,-1 4 24,-7 4 31,6 3 14,-2 3-79,5 1-22,4 4-23,5 0-29,4-2-27,6-2-35,4-4-39,7-2-38,7-8-79,6 2-213,4-18-871,1 5 0,0-5 0,-2-7 0</inkml:trace>
  <inkml:trace contextRef="#ctx0" brushRef="#br0" timeOffset="77353.6709">15904 8073 1324,'0'0'214,"4"0"3,-4 0 16,2 0 43,-2 2 46,1 4 51,-2 2 31,-4 9 19,2 9 7,-1 3-191,-2 6-12,0-1-3,6-2-14,-3-5-44,6-2-51,-3-8-79,0-3-131,0-2-185,0-17-731,0 6 0,0-5 0,0-5 0</inkml:trace>
  <inkml:trace contextRef="#ctx0" brushRef="#br0" timeOffset="77895.6955">16094 8120 4317,'0'-1'64,"0"0"27,0 1 23,0 3 19,-3 8 10,-1 5 5,-3 8 3,-1 5 1,0 3 1,-1 1-51,2-5-14,3-2-24,-3-7-24,5-3-18,0-4-9,0-4-4,2-4-6,0-2-17,0-2-14,2-2-11,0-6-3,7-4-6,-1-4-1,6-5-2,4 1-3,0-1-2,0 2 6,-1 6 24,-2 0 26,-5 4 18,-2 3 10,-3 1 3,-3 5 5,-2-2 12,-2 4 6,-3 6 5,-1 3-3,-5 8-8,-1 4-11,2 2-12,7 1-4,1-3 2,7-5-15,12-5-49,16 0-263,10-47-795,7 34 0,1-1 0,-3-4 0</inkml:trace>
  <inkml:trace contextRef="#ctx0" brushRef="#br0" timeOffset="78626.426">17218 8207 2438,'0'0'106,"3"0"48,3 0 51,2 3 46,2 0 25,4 5 13,-2 4 9,0 6 2,-3 3 4,-3 1-81,-4 0-23,0 0-48,-5-2-50,-1-3-47,1-5-23,0-4-6,-3-5-8,1-2-5,4-6-5,1-4-1,0-7 0,6-7 1,3-7-4,5 0-6,6-1-6,3 3-11,3 4 1,-6 9-9,-2 5-21,-2 7-55,-1 3-109,5 2-283,-1 3-413,2 3 0,1 0 0,3 0 0</inkml:trace>
  <inkml:trace contextRef="#ctx0" brushRef="#br0" timeOffset="78935.1803">17690 8222 3173,'-3'0'117,"-9"0"41,-1 0 22,-8 0 13,2 0 2,-3 4 1,4 3 1,5 2-3,6 5 5,5 2-77,4 0-14,9 2-30,4-2-10,1 0-1,8 0 7,-2-1 4,-4-2 0,-4 1 3,-3-4-7,-7-3-26,-3 0-22,-3 0-49,-5-5-87,-3 1-174,2-4-265,-7-2-398,2-6 0,6-3 0,4-9 0</inkml:trace>
  <inkml:trace contextRef="#ctx0" brushRef="#br0" timeOffset="79230.9612">17827 8201 4014,'6'-3'100,"1"1"18,-3 1 29,4-1 28,-2 3 12,-3 3 13,-3 8 6,0 0 8,2 9 18,-4 5-51,2 3 10,0-2-5,2 1-21,-2-2-20,0-2-14,0 0-13,0-6-6,0-1-36,0-1-91,2-5-76,0-1-113,3-1-204,4-5-828,-6-1 0,0-1 0</inkml:trace>
  <inkml:trace contextRef="#ctx0" brushRef="#br0" timeOffset="79390.1177">17875 8434 3452,'1'-5'213,"0"-5"16,6 2 11,10-5 10,5 9 1,11-3-18,7 5-114,52-4-1116,-52 1 0,-9-5 0,-1-3 0</inkml:trace>
  <inkml:trace contextRef="#ctx0" brushRef="#br0" timeOffset="80166.4625">19026 8175 2941,'1'-1'161,"-1"0"35,0 0 32,3-2 16,4 1 22,4 2 18,7-2 19,7 2 12,9 0 3,7 0-113,2 0-56,5 0-63,-13 0-67,-2 0-111,-8 0-332,-15-1-615,-9-1 0,-10-2 0,-5 2 0</inkml:trace>
  <inkml:trace contextRef="#ctx0" brushRef="#br0" timeOffset="80400.9896">19232 8201 2175,'6'12'227,"-2"2"43,4 7 23,-1 3 18,-7-1 20,2 1 8,-4-3 6,-3-1 1,1-2 3,-6-6-172,-5 0-53,-3-6-57,-4-3-49,-1-3-91,4 0-191,30-14-743,-23 4 0,3-3 0</inkml:trace>
  <inkml:trace contextRef="#ctx0" brushRef="#br0" timeOffset="81397.8334">20088 8129 2337,'3'0'110,"-1"0"55,0 2 62,-1 2 50,-1 5 30,0 4 17,-3 8 6,-3 8 0,-1 4 4,-2 3-90,4-5-16,-1-1-54,5-6-65,-1-6-62,0-3-48,0-5-55,-4-1-62,0-5-61,3-2-71,-3-1-55,2-3-43,0-3-16,3-5-6,1-1 23,1-3 38,5-1 76,2 1 83,3 3 81,6 1 105,2 2 73,4-3 60,0 1 25,4 0 23,-4-1 12,2 2-7,-5 0-22,-5 3-16,-3 0-31,-9 1-40,-2 4-20,-5 0-9,-7 2-2,-2 1 5,-6 5-5,-3 2 0,-2 4-2,6 7 5,6 1 25,6 0 17,5-2 13,8 0-7,11-5-6,7 2-27,6-5-89,17 2-345,-8-8-737,1-3 0,-6-2 0,-3-9 0</inkml:trace>
  <inkml:trace contextRef="#ctx0" brushRef="#br0" timeOffset="82180.8094">21357 8108 1808,'0'1'176,"0"-1"39,0 0 20,0 1 39,0-1 35,0 4 38,-2 0 23,-1 5 16,-2 5 11,-4 3-112,-1 7-55,-3 1-38,5 5-20,0-1-37,2-3-34,3-5-39,1-6-20,2-5-8,0-3-8,0-3-6,0-4-4,0 0-6,0 0-3,0-3-5,0 0-5,0-1-5,0 0-4,0 0-3,0 1-5,0-2-2,0 2-3,0-1-6,0 1-14,0-1-39,0 1-72,2-1-148,26-10-721,-20 7 0,-2-4 0,2-2 0</inkml:trace>
  <inkml:trace contextRef="#ctx0" brushRef="#br0" timeOffset="82924.1844">21382 8115 794,'0'0'132,"0"0"44,0 0 41,0 0 41,-2-1 31,0-3 25,-4-1 18,-1-1 38,-1-1 20,1-1-84,-4-3-18,-2 3-29,0-1-32,-4 5-31,2-1-25,-5 3-20,1 2-13,1 2-36,-3 2-19,7 1-13,2 4-18,6 1-22,5 0-7,1-3-2,7 2-5,7-4-14,5 0-27,7-1-54,3 0-44,2-3-19,-1-1-12,-4 0 0,-6-1-5,-4-1-4,-4 0 7,-7-2 30,-3 1 38,-2 0 61,0 2 60,0 0 32,-2 1 40,-2 2 28,-2 3 16,-1 4 11,-3 5-2,0 7-16,-1 5-12,3 5 2,-2 2-10,2 0-9,1-3-22,4-2-17,0-4-14,0-5-11,3-7-4,0-3 1,0-2 2,0-5-9,6 1-8,1-6-7,4 1-13,7-5-26,3-2-26,4-2-59,0 1-105,1-2-232,-5-10-597,-2 9 0,-1 3 0,-6-2 0</inkml:trace>
  <inkml:trace contextRef="#ctx0" brushRef="#br0" timeOffset="83334.005">21616 8235 3723,'0'2'131,"0"2"47,0 4 26,0 3 12,2 6 1,-2 1 1,0 3 2,0 0 4,0-3-1,0-4-59,0-4-68,0-4-48,0-5-35,4-1-21,0-4-11,3-3-7,5-2-16,6-3-7,5-3-6,3 1 0,-1 4 12,4 2 22,-2 5 27,-4 5 16,-2 4 17,-6 4 9,-4 5 16,-8 3 5,0 5-12,-6-3-49,1 2-167,0-13-983,2 2 0,-1-7 0,9-10 0</inkml:trace>
  <inkml:trace contextRef="#ctx0" brushRef="#br0" timeOffset="84274.7669">23031 8190 1900,'0'0'185,"2"-1"37,-1-2 33,-1-1 33,1-3 13,-2-1 14,-2-2 10,-4 4 12,-5-1 11,-5 0-115,-7 5-50,-2 0-27,-5 2-29,4 4-28,-2 4-13,5 1-16,6 1-16,10 3-13,5-4-5,10 0-14,8-4-15,7-2-28,6 0-15,8-2-6,-2-1 1,-3 0 2,-6-1 9,-7-2-1,-5 3-14,-9-2 6,-6 1 8,-3 2 29,-6 1 14,-3 8 7,-5 5 2,-2 7 0,-1 9-1,0 4 1,3 2 11,7 0 7,5-4 5,5-9-2,4-4 5,4-9 0,7-5-3,6-3-15,4-5-40,6-3-137,0-8-954,2-1 0,-5-5 0,3-4 0</inkml:trace>
  <inkml:trace contextRef="#ctx0" brushRef="#br0" timeOffset="84646.0119">23235 8309 4333,'0'6'101,"0"2"26,0 4 15,0 1 5,0 2 0,0-3 6,-3 3-1,2-2 2,-1-3 1,1-4-66,0-3-37,2-3-40,2-2-20,2-2-11,4-4-10,3-1-17,2-3-7,2 3-5,1 0 4,-2 4 7,-1 2 8,-3 5 18,-4 4 8,-2 0 8,-3 4 9,-2 3 0,0 2-37,0-3-125,17-3-350,-9-2-428,7-4 0,5-6 0,2-4 0</inkml:trace>
  <inkml:trace contextRef="#ctx0" brushRef="#br0" timeOffset="84874.6087">23642 8336 4476,'0'9'130,"2"5"26,2 6 7,2 7 4,-4 1 2,4 4-10,-3-2-13,-1-4-30,-2-4-46,0-7-254,5-9-312,-5-9-518,-3 0 0,-1-2 0,-7-9 0</inkml:trace>
  <inkml:trace contextRef="#ctx0" brushRef="#br0" timeOffset="85044.055">23561 8419 2370,'0'-3'279,"0"0"30,4-2 27,4 3 20,6-1 12,8 3 6,5 3 2,9-2-9,-2 3-22,4-2-291,-2 2-298,1-13-814,-6 9 0,-5-7 0</inkml:trace>
  <inkml:trace contextRef="#ctx0" brushRef="#br0" timeOffset="85250.8581">23982 8351 3743,'0'-2'150,"2"2"44,-2 0 31,4 3 22,-3 4 42,0 5 23,1 7 4,-2 7-18,0 5-60,0 1-206,4 1-419,-1-2-744,0-9 0,2-7 0,2-8 0</inkml:trace>
  <inkml:trace contextRef="#ctx0" brushRef="#br0" timeOffset="86907.1555">15855 8691 1783,'3'4'159,"0"1"49,2-1 35,2 1 40,-7-2 28,2-3 22,0 1 19,0 2 15,-2 2 13,1 0-87,-1 2-53,0 2-40,0 3-22,-1 4-34,-1 1-20,0 6-23,0 6-14,-5 2-13,5 4 0,-4 4-3,-1 2 2,1 0-7,0-2-11,3-4 1,0 0-7,0-9 0,2-4-1,1-7-1,-3-6 1,3-5-10,0-2-12,-2-5-14,0-6-12,-4-1-15,1-4-12,-6-1-9,0 1-8,-4 1 6,3 2-16,-3 3 10,-3 2-5,3 2 10,-2 2 6,5 2 1,2 0 5,-1 1 2,4 2-2,4 1-11,2 0-7,-1 5-10,2-2 4,3 3-4,4-1 11,-2-2 2,4 3 8,3-4 9,1-1 10,1-1 10,1-3 16,3-1 13,3-2 10,8-6 12,4-2 15,6-3 12,0-6 6,1 3-2,-7 0-23,-4 5-46,-10 4-125,37-1-1087,-43 6 0,-6-2 0,4-1 0</inkml:trace>
  <inkml:trace contextRef="#ctx0" brushRef="#br0" timeOffset="87690.8537">17464 8831 1842,'0'0'112,"4"1"29,-4-1 42,2 2 35,-2-5 24,2 3 41,-2 0 42,0 1 26,3 1 15,-3 0-61,0 5-7,0 5-16,0 3-20,-3 8-3,1 6-3,-6 6-32,2 3-36,-5 3-18,3 2-14,-1-6-37,1-2-86,5-7-60,-4-3-163,47-13-1089,-46-6 0,0-3 0,0-8 0</inkml:trace>
  <inkml:trace contextRef="#ctx0" brushRef="#br0" timeOffset="88658.4633">19252 9030 1540,'-4'0'88,"-6"0"52,-1 2 40,-2 3 47,-3 0 28,1 5 36,-5 4 26,-1 4 18,3 1 14,3 3-18,2 0-28,11-2-43,4-2-32,5-3-44,10-4-22,4-3-35,9-6-22,4-1-19,-1-4-12,1-3-24,-4-3-21,-5-4-13,-9-4-13,-8-1-7,-6-3-8,-4-3-17,-6 1-10,-6 3-11,-2 4-72,-2 6-197,1-6-702,6 13 0,8 2 0</inkml:trace>
  <inkml:trace contextRef="#ctx0" brushRef="#br0" timeOffset="89466.2036">20250 8887 862,'0'2'138,"0"0"33,3 0 38,-3 2 47,3-3 45,-3 4 50,0 0 54,-3 4 42,-1 7 24,-4 3-77,-4 8-31,-1 9-28,-1 2-36,3 4-46,4-5-44,6-1-67,-1-7-99,6-6-228,0-25-907,-2 9 0,6-7 0,-1-7 0</inkml:trace>
  <inkml:trace contextRef="#ctx0" brushRef="#br0" timeOffset="91244.8195">21411 8825 978,'0'0'104,"0"1"41,0 0 38,0 2 35,0-4 32,0 2 35,0-1 31,0 0 41,0-1 28,0 1-49,0 0-25,0 0-35,0-2-26,0 2-29,0-1-26,3-2-32,2 0-28,1 0-40,4-1-28,-1 2-18,3 1-11,0 0-6,-5 1-12,3 0-1,-4 0-6,0 0-5,-4 0-2,0 0-1,1 1-1,-1 2 0,-1-1-1,-1 3-2,0 1 1,1 2-3,-2-1 1,0 3 3,-4-1 1,1 1-3,-2 1 6,-2 1-1,0 0 2,1 0 0,-3 1 0,2 0-2,-3-2 2,2-1 1,-2-1-4,3 0 5,-3 0-4,0 0 0,4-2 3,3-3 2,-2 1 0,6-2 0,0-1-2,0-1-2,3-1 2,0 0 0,1 0 1,4 0 1,2 0 0,-3 1-3,4 2 0,-7-1-2,0 3 1,-2 4 0,-1 0 3,-1 1-4,0 3-5,-1-2-12,-1 1-24,1 0-40,-5 0-82,4-1-159,3-4-711,-5 5 0,1-2 0</inkml:trace>
  <inkml:trace contextRef="#ctx0" brushRef="#br0" timeOffset="91656.5201">21378 9331 1328,'-3'5'126,"0"1"50,-1 1 51,-4 1 35,1 1 36,1-2 23,-2 1 20,4 1 16,-2-1 19,3 1-68,3 0-29,0-2-38,3 0-45,5-3-27,4 0-34,2-4-15,9 2-24,-4-4-14,1-2-22,-6-2-17,-3-2-24,-7-4-19,-2-2-18,-11-2-24,-6-2-48,-6 3-84,-8 1-170,-4-10-634,-6 17 0,1 2 0,-2 3 0</inkml:trace>
  <inkml:trace contextRef="#ctx0" brushRef="#br0" timeOffset="93390.0079">23391 8976 1283,'0'0'138,"0"0"34,-2 3 25,-1-3 23,-4-3 15,1 6 24,-3 0 23,-4 2 21,-1 2 28,0 5-72,-5 1-36,4 0-18,3 4-15,3 2-11,2-2-12,6 0-22,1 0-21,0-1-16,2-3-26,5 0-12,1-2-6,4-5-14,6 0-8,4-2-8,-1-4-4,1 1-2,-3-2-1,2-3-5,0-2-3,0-2-12,-3-4-5,-3-4-3,-2-1-3,-5-3 3,-4 0 5,-1 1 1,-6 0-1,-4-2-2,-5 4-4,-9 2-40,-5 3-163,-9-6-846,-4 8 0,-8-4 0,-7 1 0</inkml:trace>
  <inkml:trace contextRef="#ctx0" brushRef="#br0" timeOffset="102930.0722">15561 8506 1124,'-11'0'61,"1"0"16,-4 0 14,0 0 13,1 1 21,3 3 11,-1 0 20,0 1 20,1 2 14,-2 0-24,1 0 3,1 0 6,0-1 9,-1-1 4,0 1-1,-3 2 4,2 3-2,-2 2-8,0 2-6,0 1-11,3 5-15,0 2-15,1 2-20,2 4-16,-1 2-16,1 2-13,5 3-11,1 0-8,-1 3-5,3-2-5,0 0-4,0-1-6,3-3 1,-2-2 1,1-4 3,4-2-5,1-1-7,2-3 0,2-2-3,0 0 0,4-4-2,0 1-1,3-1-4,2-5 0,-1 1-8,1-2 4,0-4-2,1-1-1,4-1-1,0 1-2,3 2 1,1 0-3,7-1 3,-6 1-3,6 2 0,2-2-1,1 1 2,0 0-5,3 0-1,-2-1-2,-3-1-1,-1-1 2,-3 2-6,3-2 3,2-2 1,-2 1 0,0-1-1,4 0 5,-1-1 3,4 2-1,-1-2 0,2 2 1,-1 2 0,4-3 2,-1 0-1,-3 1 2,3 1-1,-5-3-4,6 0 2,-2-1 0,6 0 0,-2 2 0,2-1 2,-1-1-4,3 1-1,-1 2-2,1-2 0,-4-1 4,5 0-2,-3 2-1,-1-2-2,-2 0 1,4 0 2,-1 0 2,0 0 1,-1 0 0,3 0 0,-3 0-2,0 0-1,-6 2 0,-2-2 2,4 1 0,-5 0-2,-1-1 0,-2 0-2,1 0 1,0 0 1,1 0 2,1 0 1,1 0 2,1 0-1,1 0 1,-1 0-2,-1 0-1,2 0 2,-3 0 1,1 0 0,3 0-4,-4 0 4,1 0 0,1 0-2,1 0 0,-1 3 2,3-2-1,-1-1-1,-2 2 0,1-1-1,4-1 1,-2 3-1,3-3-2,0 3 2,-1 1 1,0-1-3,0-1 2,-1 1 1,0-1-1,0 0 1,-1-1 0,0 2 2,-3-2-2,2 3 0,-1-3-1,4 1 3,-1 2-2,0-3-1,-1 2 1,1 1 0,0 0-2,-1 0 1,-2-3 1,0 6-1,-1-4-1,-1-1-2,3 3 2,-2-1 2,1 1 0,-1-1-2,0 1 2,6 0-4,-3-3 2,1 3 1,-4 1 1,-2-2-3,1 2 2,-5 0 0,1-2-1,-2-1 4,-2 2-4,3-3 3,0 0-2,-2 1 0,2 1-2,-2 0 1,-1-3-2,-3 3 0,-2-1-1,3-1-2,-2-1 1,3 3-4,-2 1 1,3-1 3,-3-1-2,3 0 3,-1 1-1,3 1-4,-1 0-2,1 1 3,0-1-4,-2 0 3,4 0-2,0 0-4,-1-3 6,2 3-3,2-2 2,2-1 1,4 2 2,2-1 2,1 1 2,3 1-2,-2-1 2,-3 1 3,1 0-3,-2 0 0,1 0 1,2-1-2,1 1 1,0-3-4,2 2 0,5 0 1,1-1 1,-2 0-1,3 0-1,-6 1-1,0-3-1,-2 2 3,-5 0 0,1 0 1,1-2 0,-3 2 4,-1-1-2,4-1 2,-1-1 4,1 0-3,-2 0 4,3-1-1,-4 2 2,-5-1 4,1 0 4,-5 0-2,-3 0 1,-2 0 2,-2 0-3,-4 0 7,1-1 0,1 0 3,-2-3-2,2 0 2,2-1-7,6-1 2,-2 1-4,6-2 1,-1 3 1,2-1-1,-2 0-1,3-2-2,-8 2 1,2-2 0,-2-1 0,-5-1 2,1-2 0,-5-1-1,0-2 0,-1-1-2,-2 0 2,-3-3 4,2-1 0,0-1 1,-6 2-3,1 2 1,-4-2 0,-2 2 4,-3-2-4,0 1-1,-2 1 0,-2-2-6,1 1-2,1 0-1,-4-2 3,1 1-6,1-1 0,-3-2-5,0 1 3,0 1-1,0-2-1,-4-2-3,0 2 1,-6-4-1,-1 2-3,-4-1 4,1 1 0,-3 2 0,2 1-1,-2 1-1,1 2-2,-3 4-1,1-3 0,-1 4-6,-3 3-7,0 0-4,-2 0-4,-2 4-9,-3-3-1,0 0 3,-3-4 0,-1 0 2,-1 1 2,-3 0 8,2-1 7,0 2 1,1-1 6,2 5 13,1-2 1,2 1-3,-4 3 1,4 0 4,1 3-1,0-2-2,-2 1 2,4-1 1,1-1-3,0 2-1,4-1 0,-2 1 4,4 0 0,-3 0 0,1 0-1,-1 2-1,-2-1-1,-2-1 3,-5 1 0,-2-2-2,0 0 2,-6 0-1,0-3-2,0 3-1,-1-3 4,0-2-1,1 3 0,-1-1-2,1 0 0,-4 0 2,0 0 1,3-1-1,-2 2 1,-1-2 4,-1 0-4,1 1 3,-2 1 0,0-1 3,0 0 0,2 0-2,3 0 2,3 1 2,1 0 3,4 0-3,1 0 3,5 0-2,-4 1 1,5 1-2,1-1 1,-1 2 3,1 0-2,-1 1-4,-1 0-1,1 0 0,-4-1-1,1 1-2,-5 1 0,-1-1 2,1 1-2,-7-1-3,3-1 0,-2 1 3,-1-2-1,-2 0-1,2 3-1,1-2 1,0-1-1,-2 1 0,2 0 1,-2 0 2,2-1-2,-1-1-1,-1 1-1,1 1-1,-6-3 4,4 1-2,-2 2 0,-1-2-1,0 1 0,0 0-3,1 0 4,0 0-3,-2-1 1,3 3-1,0 0 2,-2 0-1,1-1-2,-3 0 1,0-1 3,1 0-1,0 3-5,-2-1 6,3 1-3,2 0 3,0-2-4,4 4 2,-1-4 2,4 2-1,1 0-3,2 0 4,4 0 0,-1 0-2,5 0-1,-2 2 0,4-1 2,0 2-2,1-2-1,-1 1 0,1 1 3,-2-1-3,0 0 2,4 2-4,-4-1 3,2 0 1,1 0-1,-2 0-1,-1 1 4,0 0-2,1 0-1,-2-1-1,1-1 0,-1 1 2,-1-2-2,1 2-1,0-1 1,-1 1 0,-1-1-1,-2 1 2,0 1-1,-3-1 3,-1 0-2,2 1 1,-5-2 1,6 2-1,-6-1 1,1-1 0,2 0 2,-5 0-1,-1-1 1,2 1-4,-2 0 0,3-1 0,0 1 1,0 0 1,1-1-1,2-1 0,0 1-5,2-1 2,2 0-2,-3 0 4,4 0 4,2 1-2,-2-1 0,2 0-1,0 1-2,1-1 2,1-1 1,-2 1 0,5 0 1,-3 0-1,1 0-2,-1 0-2,2 0 1,0 0 1,-3 0 2,0 0-3,-2 1 2,1-1-2,2 0 0,0 0 0,-1 0 0,0 0 3,-3 0-2,3 0 1,-1 0 0,2 0-1,-1 0 1,-4 0 0,4 0-1,0 0 0,-4 0 1,4 0 0,0 0 1,3 0 2,-2 0-5,2 0 1,0 0 1,1 0-2,-1 0 2,1 0 1,-3 0-2,5 0 0,0 0 0,-5 0-4,6 0 3,-2-1 3,0 1-3,-1-1 4,0-1-5,2 0 5,-2 0-1,3-1-4,-4 1 0,4 0 4,-6-1 0,2 1-2,0-1 2,0 1-5,-3-2 4,-3 0-2,1 1-3,-3 0 7,-5-2 1,2 3-4,-2-4 0,2 1-1,0 0 2,-2-1 1,0 0-2,-2 0 1,2 0 3,-4-1-3,2 2-4,-5-3 3,4 2 1,-4-3-1,2 2-1,-2-2 2,0 1 0,-2 0 0,1 2-1,-7-4 1,1 4 1,-2-1-1,0-1-1,-1 1 2,0-1 0,2 1 0,-4-1-2,1 1 2,2-2-2,-2 0 2,-1 0-2,0 0 3,3 1-1,-3 1-3,5 1 1,2-1 2,4-1 4,0 2-2,7 0 1,3-2 1,8 2 4,0 1 2,7-2 5,5 1 12,6-1 4,2 4-2,5-2-6,0 4-2,0 1-1,0 0-2,0 0 1,0 0-3,0 0-5,0 0-8,0 0-9,0 0-2,0 0 3,0 0-4,0 0-6,0 0-17,0 1-32,0-1-37,0 2-53,0 1-54,0-2-101,7-1-236,-6 0-326,3 0 0,-2-4 0,0-1 0</inkml:trace>
  <inkml:trace contextRef="#ctx0" brushRef="#br0" timeOffset="108152.0011">25228 5175 1704,'-3'-3'79,"3"1"44,-3-1 45,-1-1 28,1-1 24,3-2 20,-1 2 18,0-2 23,-1 2 23,2-2-34,-3 1-7,2 0-42,1 1-41,-7-1-25,7 3-17,-1-2-10,1 3-11,0 0-20,0 2-23,0-2-26,0 2-20,0 0-1,1 0-6,2 0-1,2 0-4,6 0-8,3 0-5,3 2-2,1 0 0,0 2 3,0 2 3,-4 3-5,0-2 1,-6 4-10,-4 0-4,-1 5-3,-3 3-1,-3 5-3,-1 4 0,-1 6 2,-5 4 8,3 3 6,1 2 2,1-4 7,2 0 5,-1-2-1,4-4 3,-4-4 1,1 0 0,0-7-2,-1-4-5,0-4-3,3-5-4,1-1-2,-1-5 1,1-1-7,0 0-1,-1-2 0,1 0-3,-4 0 0,2 0 3,0 0 1,-1 0 3,-2 0 3,3 0-6,-2 0 9,2 0-10,2 0-7,0 0-12,0 0-3,0 0-5,1 2 0,4 1 3,-1 1 0,9 1 0,-1 2 2,5 1 10,1 1 11,-4 0 12,0 3 4,-5-3-2,-2 2 0,-4 2-11,-1 1-9,-4-2-2,-8 2-3,1 2-8,-7-1 1,0-3 1,-7-1 2,5-3 4,1-1 0,4-2 10,1-3 10,6 0 1,-1-2-2,1 0 5,4 0-4,0 0 1,2 0-1,0 0-5,-1 0 3,1 0-12,-1 0-6,-1 2 0,-1-1-1,2 1-6,-3 3 4,0 3 0,-1 0 0,0 6 7,-1 2 6,-2 4 17,0 2 15,-5 6 9,3 2 12,-2 6 12,1 2 2,-1 3 8,2 1 2,-1 0-1,0-1-3,4-1 0,-3-3-8,-1-1-1,0-4-3,-4-1-5,-1 0-7,-2-4-6,0 0-4,3-3 2,-3-5-7,0-1-8,0-6-5,0-2-4,-3-5 4,-4-3 1,-3-4 9,-1-3 3,0-7 5,0 0-2,3-1-5,5 0-32,7 4-88,8 5-357,-5 4-574,9 2 0,0 2 0,2-1 0</inkml:trace>
  <inkml:trace contextRef="#ctx0" brushRef="#br0" timeOffset="110794.0885">24455 8923 2001,'0'4'125,"0"-1"48,3 2 39,3-2 42,2-1 35,3 1 22,-1-3 16,8 0 16,-4 0 13,1 1-68,6 0-42,-3 0-43,3 1-34,-1 0-40,3-1-32,-1 2-20,-2-1-17,4 1-13,1-2-12,4-1-3,4 0 2,6 0 1,4-1-2,4-3 3,5-3 9,5 2 18,-2-8 15,2 2 13,-3-1 11,-4 0 0,-4-2-9,-2-1 3,-4 0-4,-2 1-1,2-2-10,-1-2-20,0-3-15,4-2-11,4-1-11,3-1-4,1-2-2,4 1-6,0-2 0,-3 2-4,-3-1 1,-2 0-3,-1 1-2,-8-1-10,-3 3-3,0-3-14,-3-1 13,-2-4-3,2-4 8,4 1 4,0-3 0,2-3 4,-1 3 1,2-2 5,-1 2 3,-3-3 7,-1-1-15,-2-4-1,-3 2-5,-3-5-1,-2-2 8,-2 1 1,-1 0-1,0-2 7,-1 0 2,1 4 6,0 0 12,-2-2 3,1 3-1,-2 0 6,-4-1-17,0 1-5,-3 0 10,1-2-4,-1 1-2,-1 0-4,-3 3-6,1 0-3,-1 1 1,-1 3-15,-2 0 2,-1 0 5,-3 3-18,1 1-7,-5 0-5,0 3-11,-2-3 8,-6 4 3,-1-1 2,1 0 6,-1 4 2,1 1 0,0 1 9,-1 2 2,1 0 3,-1 2 2,2 1-14,-4 4-11,-1-2-3,-2 1-4,-3 2-6,-2-1-2,-2 1 5,0 2 0,-1-1 4,1 1 2,-3-1 4,1 2 8,1-1-9,1 0-1,-1 4 11,1-2-2,-4 1-6,-2 3-1,-3 1 9,-4 1 0,-1 3 2,1-1-2,-1 3 10,0 3 3,0 0-1,6 2-16,1 2 3,6 2 2,5-1-9,7 1 0,3-1-14,2 0-3,7-3-6,-1 1 0,-2-2-4,3 1 15,-1 0 1,3-2 0,0 0 0,-1 0 4,1 0 10,0 0 2,0 0 1,0 0 0,1-2 2,4 1 4,1 0 0,1 0 2,7-4 4,1 2 4,3-2 5,3-1 5,-3 1 4,2 0 4,3-4 2,-1 2 2,2-2 1,5-2-3,-1-1 0,2 1-2,1-2-4,1 1 1,-3-1-1,2 1-1,-4 1 0,1 0-6,-9 1 1,-2 2 0,1-2-2,-6 1 1,1 2 0,-5 0 1,-1 0-3,-3 3-2,-2-1-2,0 1 2,0 1-5,-1 0-1,-1-1-2,0 1-6,1 0-13,-1 1-25,0 0-14,-1-1-7,-7 2 1,-3 0-5,-9 1 2,-2-1 1,-10 1 4,-1 2 5,-1 2 13,-6 1 27,3 5 15,0 3 9,1 0-2,5 3 4,2 0 5,5-1 2,5-3-3,1 0 2,0-2 1,5 1 0,1-2-1,3-4 1,1 2 1,6-3-1,-3 0-5,4-1 0,0 0 2,-1 0 3,2 0 3,0 2 3,0 0 8,0 0 14,0 1 14,4 2 16,3 2 8,7 2 8,7 5 8,7 4 13,4 3 6,2 3 6,8 4 1,1 1-29,0 3-52,-4 1-50,-7-3-103,-5-3-458,-17-6-553,-13-6 0,-13-10 0</inkml:trace>
  <inkml:trace contextRef="#ctx0" brushRef="#br0" timeOffset="114413.9563">21375 8721 1642,'0'-2'140,"0"1"48,0-1 42,0-2 21,0-1 26,0-2 33,0 0 27,3-1 18,-3 3 11,0-2-82,2 1-38,-2 1-44,0-3-40,-2 3-20,-1-2-24,-7 1-36,0-1-22,-5 2-16,-1 0-12,-2 1-8,-3 3-11,-1 0-1,2 1-5,-2 0-2,0 2 3,0 0-1,1 2-2,-1 4-2,1 1-2,3 0 2,-3 3-5,4 2-1,0 0 0,0 3 4,1 4-4,-1-2 0,-3 4-1,-1 0 1,0 2 1,-2 2-1,3 0 2,1 1 1,-1-2 0,1 2-5,1-3 2,3 1 2,0-2-2,5-1 0,-1 2-1,5-3 0,2 0 3,3 0-2,-2-2 2,6 0 5,-3 1 0,0-1 2,0 0 2,0 1-4,0-2 4,0 0 0,0 0-2,1-3 2,-1-1-3,2 1-4,0 0 1,4-2-3,-2 3-1,3-2 2,3 1-2,3-1 0,-2 4-1,2-1 0,0 2 1,1-2 5,-2 1-4,4-1 3,0-5 3,2 3 2,0 0 1,4-6-1,-1 1 3,1 0-1,3 2 4,0-3-4,0 0 0,0-1-2,1 1 2,-1-1-1,0-4-2,2-1 3,0-1 2,4-2 4,2-1 7,3 0 6,1-1 7,2 0 6,-1-2 4,-2 0 15,-4-2 5,0 0 9,-7-2 1,-2 0 7,-3 2-14,-2-2 2,0 0-4,1-2-8,2-1-3,4-1-22,-1-4 4,1 2-16,1-3-7,-4-2-3,2-2 4,-1 2-5,-4-1 2,-2 1-6,4 2-5,-7 0 8,-2 2-10,-1 0 5,-2-3 9,2 1-8,-4-3 3,4-2 1,-4 0 0,4 2 7,0-3 2,1 0-1,1 1 0,-1 3-1,1-1-1,-3 3 0,1-2-12,0 1-6,-3 0-7,-2 1-3,0-3-4,-1 1-6,-4-1 1,2-2 0,-3-2-5,3 1 1,-3-1 0,0-1 9,-3 3-2,0-4 6,-4 3 1,-5 1-2,-8-1 7,-5 3 1,-7-2-1,-8 1-1,-10 1 2,-12-2-20,-10 2-24,-10 1-28,-6 3-63,-2 4-291,-7 0-737,-1 3 0,-15-7 0,-7-2 0</inkml:trace>
  <inkml:trace contextRef="#ctx0" brushRef="#br0" timeOffset="122816.1433">14346 4812 2744,'-1'-6'75,"-2"-4"45,2 1 24,-1-4 43,2 5 29,0-1 17,2 1 12,-2 4 3,-2 2-7,-1 1-50,0 1-30,-9 0-41,-7 1-20,-12 4-42,-6 7-25,-8 2-17,1 4-8,1 3-2,9 3 7,7 0 8,6 3-7,11 4-5,6 1-6,11-1 0,13 1-2,6-1-6,3-2-13,7-1-16,-5 1-17,-5-1-12,-15 2-3,-6 3-3,-15 8 4,-15 2 2,-11 5 1,-7 3 7,-11 0 12,1-7 14,0-3 18,7-6 17,9-8 4,8-9 10,8-5 0,17-6-33,0-5-47,9-2-3,7-4-5,4-2 2,3-3 0,5 1 1,1 1 0,-1 5-4,-2 2-7,-6 6 37,-4 5 50,-6 6 18,-3 7 8,-8 7 6,-1 6 4,-7 10-2,-3 4 6,-5 6 25,2 3 30,-1 2 12,3 1 8,1-2-2,7-2 1,3 0 3,3-4 5,10-1 2,8-3-9,20-5-22,16-4-31,30-6-105,31-10-335,12-7-677,7-12 0,-6-9 0</inkml:trace>
  <inkml:trace contextRef="#ctx0" brushRef="#br0" timeOffset="124174.565">13880 8825 3079,'0'0'128,"0"-2"15,0 1 17,3 0 28,0-1 20,2 1 10,4-2 9,5 1 7,1 2 8,4 0-87,2-2-22,5 2-10,5 0-13,6 2-20,8 2-13,6 2-10,14 5-9,7-1-6,9 1-8,-1-2-8,5-1-17,-8 1-10,-6-3-11,-11 0-23,-10-1-10,-14 2-11,-11-4-6,-10 0-1,-9-2 0,-2-1 4,-4-1 7,0-3 4,0-1 7,1 1 11,-2-3-14,2 2-38,-1 0-65,0 0-76,0-1-115,0-6-118,-1-3-378,-3 3 0,-8 1 0,3 1 0,-8-1 3604,2 4-3265,1-5 38,-1-3 41,1 0 55,0 5 86,-1 3 105,1-1 100,4 1 141,0 1 136,5 3 80,2-2-26,0 3-38,3 2-28,0-1-19,0 1-5,0 1-10,3 3 5,0 2-8,11 4-8,7 5-2,6 5 3,11 6 0,3 6-6,-5 3-22,-4 4-27,-7-1-30,-11-1-32,-8-1-22,-13-3-13,-11-2-58,-18-4-85,-10 0-186,-19-33-504</inkml:trace>
  <inkml:trace contextRef="#ctx0" brushRef="#br0" timeOffset="131142.8315">1849 9605 1305,'0'0'76,"0"0"1,-1 0 11,1 2 23,-2-2 23,1 0 31,1 0 32,-4 0 28,2 0 18,-2 0-47,2 0-8,1 0 5,1 0-9,-1 0-18,1 0-23,0 0-28,0 0-31,0 0-26,0 0-15,0 0-16,0 0-7,0 0-6,0 0 0,0 0-6,0 0 0,0 0 0,0 0 2,0 0 0,0 0 17,4 1 16,3 0 5,5 1 6,7-2 4,3 2 3,3-2 2,5 1 1,-3 1-3,3-1-4,-5 1-27,0-2-20,-4 2 0,-6-2-12,-1 3-12,-2-1-5,-6 0-13,1-1-25,0 0-33,0 3-56,-3-4-66,3 0-99,4-6-122,-1-6-243,-2 9 0,-4-3 0</inkml:trace>
  <inkml:trace contextRef="#ctx0" brushRef="#br0" timeOffset="131520.0015">2155 9480 1592,'0'-2'141,"0"-1"22,0 0 9,0-2 1,0 2 12,0 2 7,0 1 11,0-1 22,0 1 17,3 0-96,4 1-21,1 3-11,5 1 8,1 2 21,4 6 4,-4 3-2,1 1-6,-1 4-18,-6-2-12,-1 2-10,-3 0-13,-2 0-7,-7-1-16,-4 4-72,-9-3-129,-6 1-161,-5-12-597,1 7 0,6-5 0</inkml:trace>
  <inkml:trace contextRef="#ctx0" brushRef="#br0" timeOffset="134953.8921">5637 9337 753,'0'-1'49,"0"1"26,0-1 36,0 1 47,1 0 33,0 0 26,-1-4 25,2 1 25,-2-3 22,0 0-15,1 2-6,-1-1-20,1 0-30,-1 1-46,0 0-29,0 1-20,-1-1-20,-2 0-24,-1 0-19,-1-2-7,-1 2-16,-2-3-7,-1 3-6,1 0-6,-2 0-4,-2 0-4,1 2-7,-2 2 1,-3 0-1,-1 0-4,-1 0 0,-2 0 1,2 0 2,-4 0 3,2 4 4,-1-1-1,0 2 2,3 1 0,4 1 1,1-3 0,1 4 2,5 0 6,-4 3 2,4-2 2,2 4 0,-2 0 2,1 1 3,2 3-1,0 2-1,1-1 1,-3 6-5,4-2-6,-4 4-1,2-1 0,1-2-1,2-2-2,-2-2-4,3-1 8,0-2 4,0-1 3,4-3 9,2 1-4,-2 1-1,4-1-1,5 1 2,-2-2 1,0 0 0,4 2-5,-1-1-6,4-2-4,0 0-3,1 3 1,4-6 1,-1 2 0,3-1-3,0-2 0,2 2 0,0-4 3,3 2-4,2-2-1,0-1-2,4-1 2,2-1 1,5-2 0,0 1 0,0-1 0,1-1 0,-5-4-5,-3-2 6,0 0 0,-6-3-4,-3-3-2,-2-1-2,-4-3-2,-2-2-3,-2-2 0,-5-6 0,1 1-4,-5 0 1,-4 0 0,1-6 10,-4 4 8,-1-2 8,-1 0 4,-5 0 4,-5 2 1,-6 3 0,-5-1 1,-9 2-2,0 1-22,-4 5-56,0 3-81,-2 5-100,6 1-185,2-6-485,4 14 0,12-2 0,7 4 0</inkml:trace>
  <inkml:trace contextRef="#ctx0" brushRef="#br0" timeOffset="136229.9609">6957 9281 1193,'-3'0'69,"3"0"9,-3 0 6,2 0 10,-5 0 14,1 0 12,-2 0 12,0 0 15,-6 0 19,-2 2-29,0 1-3,-5 3 10,1 2 5,-3 2 8,1 4 4,-1 1-5,5 4-3,1 1 1,3 0-9,1 2-18,6 2-5,-1-1-15,2 2-11,2-2-11,0-1-14,2 3-6,1-3-6,0 2-14,0-1-11,0 1-3,0-5-7,0 1-2,4-2 1,0-1-5,3-4-2,4 1-2,7-2 1,0 0-2,0 0 1,4-2-2,2-2-1,4 1 1,-3-2-1,4-2-1,0-2-1,3-2 2,1-1-6,4 0 0,2-4-1,-1-3-7,2-2 0,-4-4-2,0-6-6,-5-3-10,-5-3-12,-5-5-15,-10-7-4,-7-6 5,-4-2-6,-10-2 4,-9 1-1,-6 4 1,-11 7-8,-4 5-87,-3 6-193,0-18-425,8 29 0,9 2 0</inkml:trace>
  <inkml:trace contextRef="#ctx0" brushRef="#br0" timeOffset="138935.0235">8614 9278 1331,'2'0'112,"-1"0"35,2 0 31,-3 0 29,0-1 26,0 0 23,3 1 17,-3-4 7,0 2 3,0 1-76,1-3-37,-5 1-36,2-1-29,-2 0-29,-4 0-26,-3 0-18,-1 2-17,2-1-8,-5 2-1,3 0 1,3 0-1,-1-1 3,-1 2-1,0 0-4,-1 0 3,1 0-4,-1 0-1,-2 3 2,-1-1 0,1 3-1,-1 2-2,-2 0 2,2-1-2,2 1 4,-1 3-3,2-2 1,1 0 4,0 0 4,3 0 1,-1-1 4,4 0 4,-1 3 0,-5 0 4,4 0 7,-3 2 1,5-1 9,-5 1 10,0 2 2,2-3 8,1 3 5,0 0 4,2-3 7,-1 1-2,2-2 1,1 2-3,-2-1-9,2-1-11,3 3-7,-2-2-8,0 2-7,2-1-4,-2 0-9,2-2-3,-1 4-5,2-1 2,-2-2 0,0 2-1,1-1-1,0-2-2,0 1-1,0-1 2,0-3 0,0 4 1,0-3-2,0 0 2,1 1-4,2-1 4,-1-1-1,3-1 0,0 0 3,-2 2-7,1-3 1,0 1 3,3 0-3,-3 1-1,2-1 1,-2 0-3,1-2 2,1-1 1,1 3-6,0-1 5,-1 0-2,3 0-2,-1 0 3,1 0-2,-1-1 0,2-1 1,-2 1-4,-1-2 1,0 1 2,0 1-1,-2-3-2,5 2 1,-4-2 0,5 1 0,-3 0 0,0-2-2,1 2 2,-1-1-1,2 2-1,-2 0-1,3-1 1,-2 0-1,-1 1-2,0-2-1,3-1 1,-1 1 0,4-1 3,0-1-3,0 1 3,3 1 0,-4-1 0,5 1 0,-1-1 1,-3 2 3,2-2-2,-2 1-2,0-1-1,3 0 0,-3 0-2,-2 0 0,1 0 0,-1 0 1,-2 0-2,0 0 3,0 0-1,0-1 3,0-2-2,1 1 2,-2-2 0,3 1 1,-1-1 0,-1-1 1,-1 0 2,-2-1-5,2-1 5,-2 1-4,-1 0 1,0-3 0,-2 2 0,2-1 0,1-1 0,1 1 0,-4-3-2,4 2 6,-1-2-6,2 2 4,-3 0 0,-1 0-2,2 0 2,0-1-1,-2 1 0,-2 0-2,3 1 1,-5 1-3,0-3 1,0 1-1,3-3 0,-4 1 2,0-1-3,1-1 6,-1 0-1,0-1 1,0 4 1,1-2 2,-1 2 2,1-3-2,-1 3 1,0 0-2,0-1 2,-1 2-4,0-1 1,-3-1-1,1 3 0,-1-4-1,-2 1-1,5 2 3,-6 1-4,4 0 3,0 0 1,-2 5-6,0-2-1,-1-2 2,0 3-3,1 1 5,-2-2-4,-1 1 1,0 0 1,2-2-2,-4-1 2,1 2 6,5-2 2,-1 3-4,-2-1 2,3 0-4,1 1 1,-3 1 2,-1-1-1,2 0 0,-5 1-3,5 0 0,-6 0 0,0 1 1,1-2-1,-4 1 4,0-2-3,-3 2-3,-3-2 0,1 2 1,-1-1 1,-4 0-2,2 2 0,1 0-2,-4 1 2,6 0-2,1 1 2,0 0-5,2 0-28,3 2-43,2 0-91,1 5-121,10-4-237,-3 4-337,3-2 0,1 1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288-C913-478A-974E-1B9D0BF1B851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AADD-AC7F-4C72-887C-261BBD234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75358"/>
            <a:ext cx="8568531" cy="12250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238500"/>
            <a:ext cx="7056438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8865"/>
            <a:ext cx="9072563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333500"/>
            <a:ext cx="9072563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AF45-A1ED-443F-B7DC-99AC896968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672420"/>
            <a:ext cx="856853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422261"/>
            <a:ext cx="8568531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E8333-71C2-4DC6-B430-940BC8F3F7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425654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2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PPT valu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8193" y="5500688"/>
            <a:ext cx="6552406" cy="120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1" descr="PPT inside"/>
          <p:cNvPicPr>
            <a:picLocks noChangeAspect="1" noChangeArrowheads="1"/>
          </p:cNvPicPr>
          <p:nvPr/>
        </p:nvPicPr>
        <p:blipFill>
          <a:blip r:embed="rId7" cstate="print"/>
          <a:srcRect t="19157" b="25415"/>
          <a:stretch>
            <a:fillRect/>
          </a:stretch>
        </p:blipFill>
        <p:spPr bwMode="auto">
          <a:xfrm>
            <a:off x="0" y="0"/>
            <a:ext cx="10082376" cy="5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25771" y="102045"/>
            <a:ext cx="1370106" cy="36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21" name="Text Box 9"/>
          <p:cNvSpPr txBox="1">
            <a:spLocks noChangeArrowheads="1"/>
          </p:cNvSpPr>
          <p:nvPr/>
        </p:nvSpPr>
        <p:spPr bwMode="auto">
          <a:xfrm rot="-5400000">
            <a:off x="-2372018" y="2964511"/>
            <a:ext cx="5150062" cy="369332"/>
          </a:xfrm>
          <a:prstGeom prst="rect">
            <a:avLst/>
          </a:prstGeom>
          <a:solidFill>
            <a:srgbClr val="00428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GMR Institute of Technology</a:t>
            </a:r>
            <a:r>
              <a:rPr lang="en-US" sz="1800" b="0" dirty="0">
                <a:solidFill>
                  <a:schemeClr val="bg1"/>
                </a:solidFill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1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2149" y="127000"/>
            <a:ext cx="5116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Design using Verilog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9" y="3492503"/>
            <a:ext cx="1869116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924791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Contents of the lecture</a:t>
            </a:r>
          </a:p>
          <a:p>
            <a:pPr marL="342900" indent="-342900">
              <a:buAutoNum type="arabicParenBoth"/>
            </a:pPr>
            <a:r>
              <a:rPr lang="en-IN" b="1" dirty="0"/>
              <a:t>UDP for T flip flop</a:t>
            </a:r>
          </a:p>
          <a:p>
            <a:pPr marL="342900" indent="-342900">
              <a:buFontTx/>
              <a:buAutoNum type="arabicParenBoth"/>
            </a:pPr>
            <a:r>
              <a:rPr lang="en-IN" b="1" dirty="0"/>
              <a:t>UDP for JK flip </a:t>
            </a:r>
            <a:r>
              <a:rPr lang="en-IN" b="1" dirty="0" smtClean="0"/>
              <a:t>flop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915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5624" y="1325177"/>
            <a:ext cx="6161088" cy="3693319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</a:t>
            </a:r>
            <a:r>
              <a:rPr lang="en-IN" dirty="0" err="1"/>
              <a:t>tflipflop</a:t>
            </a:r>
            <a:r>
              <a:rPr lang="en-IN" dirty="0"/>
              <a:t> (</a:t>
            </a:r>
            <a:r>
              <a:rPr lang="en-IN" dirty="0" err="1"/>
              <a:t>q,t,rst,clk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t,clk,rst</a:t>
            </a:r>
            <a:r>
              <a:rPr lang="en-IN" dirty="0"/>
              <a:t>;</a:t>
            </a:r>
          </a:p>
          <a:p>
            <a:r>
              <a:rPr lang="en-IN" dirty="0"/>
              <a:t>output q;</a:t>
            </a:r>
          </a:p>
          <a:p>
            <a:r>
              <a:rPr lang="en-IN" dirty="0" err="1"/>
              <a:t>reg</a:t>
            </a:r>
            <a:r>
              <a:rPr lang="en-IN" dirty="0"/>
              <a:t> q;</a:t>
            </a:r>
          </a:p>
          <a:p>
            <a:r>
              <a:rPr lang="en-IN" dirty="0"/>
              <a:t>table</a:t>
            </a:r>
          </a:p>
          <a:p>
            <a:r>
              <a:rPr lang="en-IN" i="1" dirty="0">
                <a:solidFill>
                  <a:srgbClr val="FF0000"/>
                </a:solidFill>
              </a:rPr>
              <a:t>//  t       </a:t>
            </a:r>
            <a:r>
              <a:rPr lang="en-IN" i="1" dirty="0" err="1">
                <a:solidFill>
                  <a:srgbClr val="FF0000"/>
                </a:solidFill>
              </a:rPr>
              <a:t>clk</a:t>
            </a:r>
            <a:r>
              <a:rPr lang="en-IN" i="1" dirty="0">
                <a:solidFill>
                  <a:srgbClr val="FF0000"/>
                </a:solidFill>
              </a:rPr>
              <a:t>     </a:t>
            </a:r>
            <a:r>
              <a:rPr lang="en-IN" i="1" dirty="0" err="1">
                <a:solidFill>
                  <a:srgbClr val="FF0000"/>
                </a:solidFill>
              </a:rPr>
              <a:t>rst</a:t>
            </a:r>
            <a:r>
              <a:rPr lang="en-IN" i="1" dirty="0">
                <a:solidFill>
                  <a:srgbClr val="FF0000"/>
                </a:solidFill>
              </a:rPr>
              <a:t>   :    q    :   </a:t>
            </a:r>
            <a:r>
              <a:rPr lang="en-IN" i="1" dirty="0" err="1">
                <a:solidFill>
                  <a:srgbClr val="FF0000"/>
                </a:solidFill>
              </a:rPr>
              <a:t>q_new</a:t>
            </a:r>
            <a:endParaRPr lang="en-IN" i="1" dirty="0">
              <a:solidFill>
                <a:srgbClr val="FF0000"/>
              </a:solidFill>
            </a:endParaRPr>
          </a:p>
          <a:p>
            <a:r>
              <a:rPr lang="en-IN" dirty="0"/>
              <a:t>    ?       ?        0    :    ?    :      0;</a:t>
            </a:r>
          </a:p>
          <a:p>
            <a:r>
              <a:rPr lang="en-IN" dirty="0"/>
              <a:t>    0      (10)     1   :    ?    :       -;</a:t>
            </a:r>
          </a:p>
          <a:p>
            <a:r>
              <a:rPr lang="en-IN" dirty="0"/>
              <a:t>    1      (10)     1   :    0    :      1;</a:t>
            </a:r>
          </a:p>
          <a:p>
            <a:r>
              <a:rPr lang="en-IN" dirty="0"/>
              <a:t>    1      (10)     1   :    1    :      0;</a:t>
            </a:r>
          </a:p>
          <a:p>
            <a:r>
              <a:rPr lang="en-IN" dirty="0"/>
              <a:t>    ?      (01)     1   :    ?    :      -;   //retains previous state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4091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–</a:t>
            </a:r>
            <a:r>
              <a:rPr lang="en-IN" b="1" dirty="0" err="1">
                <a:solidFill>
                  <a:schemeClr val="bg1"/>
                </a:solidFill>
              </a:rPr>
              <a:t>ve</a:t>
            </a:r>
            <a:r>
              <a:rPr lang="en-IN" b="1" dirty="0">
                <a:solidFill>
                  <a:schemeClr val="bg1"/>
                </a:solidFill>
              </a:rPr>
              <a:t> Edge Triggered T Flip 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712" y="658064"/>
            <a:ext cx="64075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 smtClean="0"/>
              <a:t>(2)  For sequential circuits the state table entries are specified as:</a:t>
            </a:r>
          </a:p>
          <a:p>
            <a:pPr marL="342900" indent="-342900">
              <a:buAutoNum type="arabicParenBoth"/>
            </a:pPr>
            <a:endParaRPr lang="en-IN" sz="1200" b="1" dirty="0"/>
          </a:p>
          <a:p>
            <a:r>
              <a:rPr lang="en-IN" sz="1200" b="1" dirty="0" smtClean="0"/>
              <a:t>&lt;input </a:t>
            </a:r>
            <a:r>
              <a:rPr lang="en-IN" sz="1200" b="1" dirty="0"/>
              <a:t>1&gt; </a:t>
            </a:r>
            <a:r>
              <a:rPr lang="en-IN" sz="1200" b="1" dirty="0" smtClean="0"/>
              <a:t>    &lt;</a:t>
            </a:r>
            <a:r>
              <a:rPr lang="en-IN" sz="1200" b="1" dirty="0"/>
              <a:t>input </a:t>
            </a:r>
            <a:r>
              <a:rPr lang="en-IN" sz="1200" b="1" dirty="0" smtClean="0"/>
              <a:t>2&gt;     &lt;</a:t>
            </a:r>
            <a:r>
              <a:rPr lang="en-IN" sz="1200" b="1" dirty="0"/>
              <a:t>input </a:t>
            </a:r>
            <a:r>
              <a:rPr lang="en-IN" sz="1200" b="1" dirty="0" smtClean="0"/>
              <a:t>3&gt; ……… </a:t>
            </a:r>
            <a:r>
              <a:rPr lang="en-IN" sz="1200" b="1" dirty="0"/>
              <a:t>&lt;input </a:t>
            </a:r>
            <a:r>
              <a:rPr lang="en-IN" sz="1200" b="1" dirty="0" smtClean="0"/>
              <a:t>n&gt;  : &lt;present state&gt;  :  &lt;next </a:t>
            </a:r>
            <a:r>
              <a:rPr lang="en-IN" sz="1200" b="1" dirty="0"/>
              <a:t>state</a:t>
            </a:r>
            <a:r>
              <a:rPr lang="en-IN" sz="1200" b="1" dirty="0" smtClean="0"/>
              <a:t>&gt;;</a:t>
            </a:r>
            <a:endParaRPr lang="en-IN" sz="1600" b="1" dirty="0" smtClean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596160" y="613800"/>
              <a:ext cx="8994960" cy="383400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440" y="601920"/>
                <a:ext cx="9014400" cy="38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4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5623" y="1325177"/>
            <a:ext cx="4778777" cy="4031873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primitive </a:t>
            </a:r>
            <a:r>
              <a:rPr lang="en-IN" sz="1600" dirty="0" err="1"/>
              <a:t>tflipflop</a:t>
            </a:r>
            <a:r>
              <a:rPr lang="en-IN" sz="1600" dirty="0"/>
              <a:t> (</a:t>
            </a:r>
            <a:r>
              <a:rPr lang="en-IN" sz="1600" dirty="0" err="1"/>
              <a:t>q,j,k,rst,clk</a:t>
            </a:r>
            <a:r>
              <a:rPr lang="en-IN" sz="1600" dirty="0"/>
              <a:t>);</a:t>
            </a:r>
          </a:p>
          <a:p>
            <a:r>
              <a:rPr lang="en-IN" sz="1600" dirty="0"/>
              <a:t>input </a:t>
            </a:r>
            <a:r>
              <a:rPr lang="en-IN" sz="1600" dirty="0" err="1"/>
              <a:t>j,k,clk,rst</a:t>
            </a:r>
            <a:r>
              <a:rPr lang="en-IN" sz="1600" dirty="0"/>
              <a:t>;</a:t>
            </a:r>
          </a:p>
          <a:p>
            <a:r>
              <a:rPr lang="en-IN" sz="1600" dirty="0"/>
              <a:t>output q;</a:t>
            </a:r>
          </a:p>
          <a:p>
            <a:r>
              <a:rPr lang="en-IN" sz="1600" dirty="0" err="1"/>
              <a:t>reg</a:t>
            </a:r>
            <a:r>
              <a:rPr lang="en-IN" sz="1600" dirty="0"/>
              <a:t> q;</a:t>
            </a:r>
          </a:p>
          <a:p>
            <a:r>
              <a:rPr lang="en-IN" sz="1600" dirty="0"/>
              <a:t>table</a:t>
            </a:r>
          </a:p>
          <a:p>
            <a:r>
              <a:rPr lang="en-IN" sz="1600" i="1" dirty="0">
                <a:solidFill>
                  <a:srgbClr val="FF0000"/>
                </a:solidFill>
              </a:rPr>
              <a:t>//  j      k        </a:t>
            </a:r>
            <a:r>
              <a:rPr lang="en-IN" sz="1600" i="1" dirty="0" err="1">
                <a:solidFill>
                  <a:srgbClr val="FF0000"/>
                </a:solidFill>
              </a:rPr>
              <a:t>clk</a:t>
            </a:r>
            <a:r>
              <a:rPr lang="en-IN" sz="1600" i="1" dirty="0">
                <a:solidFill>
                  <a:srgbClr val="FF0000"/>
                </a:solidFill>
              </a:rPr>
              <a:t>     </a:t>
            </a:r>
            <a:r>
              <a:rPr lang="en-IN" sz="1600" i="1" dirty="0" err="1">
                <a:solidFill>
                  <a:srgbClr val="FF0000"/>
                </a:solidFill>
              </a:rPr>
              <a:t>rst</a:t>
            </a:r>
            <a:r>
              <a:rPr lang="en-IN" sz="1600" i="1" dirty="0">
                <a:solidFill>
                  <a:srgbClr val="FF0000"/>
                </a:solidFill>
              </a:rPr>
              <a:t>   :    q    :   </a:t>
            </a:r>
            <a:r>
              <a:rPr lang="en-IN" sz="1600" i="1" dirty="0" err="1">
                <a:solidFill>
                  <a:srgbClr val="FF0000"/>
                </a:solidFill>
              </a:rPr>
              <a:t>q_new</a:t>
            </a:r>
            <a:endParaRPr lang="en-IN" sz="1600" i="1" dirty="0">
              <a:solidFill>
                <a:srgbClr val="FF0000"/>
              </a:solidFill>
            </a:endParaRPr>
          </a:p>
          <a:p>
            <a:r>
              <a:rPr lang="en-IN" sz="1600" dirty="0"/>
              <a:t>    ?     ?          ?      0    :    ?    :      0;</a:t>
            </a:r>
          </a:p>
          <a:p>
            <a:r>
              <a:rPr lang="en-IN" sz="1600" dirty="0"/>
              <a:t>    0     0        (10)    1   :    ?    :       -;</a:t>
            </a:r>
          </a:p>
          <a:p>
            <a:r>
              <a:rPr lang="en-IN" sz="1600" dirty="0"/>
              <a:t>    0     1        (10)    1   :    ?    :      0;</a:t>
            </a:r>
          </a:p>
          <a:p>
            <a:r>
              <a:rPr lang="en-IN" sz="1600" dirty="0"/>
              <a:t>    1     0        (10)    1   :    ?    :      1;</a:t>
            </a:r>
          </a:p>
          <a:p>
            <a:r>
              <a:rPr lang="en-IN" sz="1600" dirty="0"/>
              <a:t>    1     1        (10)    1   :    0    :      1;</a:t>
            </a:r>
          </a:p>
          <a:p>
            <a:r>
              <a:rPr lang="en-IN" sz="1600" dirty="0"/>
              <a:t>    1     1        (10)    1   :    1    :      0;</a:t>
            </a:r>
          </a:p>
          <a:p>
            <a:r>
              <a:rPr lang="en-IN" sz="1600" dirty="0"/>
              <a:t>    ?     ?        (01)    1   :    ?    :      -;   //retains previous state</a:t>
            </a:r>
          </a:p>
          <a:p>
            <a:r>
              <a:rPr lang="en-IN" sz="1600" dirty="0" err="1"/>
              <a:t>endtable</a:t>
            </a:r>
            <a:endParaRPr lang="en-IN" sz="1600" dirty="0"/>
          </a:p>
          <a:p>
            <a:r>
              <a:rPr lang="en-IN" sz="1600" dirty="0" err="1"/>
              <a:t>endprimitive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4245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–</a:t>
            </a:r>
            <a:r>
              <a:rPr lang="en-IN" b="1" dirty="0" err="1">
                <a:solidFill>
                  <a:schemeClr val="bg1"/>
                </a:solidFill>
              </a:rPr>
              <a:t>ve</a:t>
            </a:r>
            <a:r>
              <a:rPr lang="en-IN" b="1" dirty="0">
                <a:solidFill>
                  <a:schemeClr val="bg1"/>
                </a:solidFill>
              </a:rPr>
              <a:t> Edge Triggered JK Flip 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712" y="658064"/>
            <a:ext cx="64075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 smtClean="0"/>
              <a:t>(2)  For sequential circuits the state table entries are specified as:</a:t>
            </a:r>
          </a:p>
          <a:p>
            <a:pPr marL="342900" indent="-342900">
              <a:buAutoNum type="arabicParenBoth"/>
            </a:pPr>
            <a:endParaRPr lang="en-IN" sz="1200" b="1" dirty="0"/>
          </a:p>
          <a:p>
            <a:r>
              <a:rPr lang="en-IN" sz="1200" b="1" dirty="0" smtClean="0"/>
              <a:t>&lt;input </a:t>
            </a:r>
            <a:r>
              <a:rPr lang="en-IN" sz="1200" b="1" dirty="0"/>
              <a:t>1&gt; </a:t>
            </a:r>
            <a:r>
              <a:rPr lang="en-IN" sz="1200" b="1" dirty="0" smtClean="0"/>
              <a:t>    &lt;</a:t>
            </a:r>
            <a:r>
              <a:rPr lang="en-IN" sz="1200" b="1" dirty="0"/>
              <a:t>input </a:t>
            </a:r>
            <a:r>
              <a:rPr lang="en-IN" sz="1200" b="1" dirty="0" smtClean="0"/>
              <a:t>2&gt;     &lt;</a:t>
            </a:r>
            <a:r>
              <a:rPr lang="en-IN" sz="1200" b="1" dirty="0"/>
              <a:t>input </a:t>
            </a:r>
            <a:r>
              <a:rPr lang="en-IN" sz="1200" b="1" dirty="0" smtClean="0"/>
              <a:t>3&gt; ……… </a:t>
            </a:r>
            <a:r>
              <a:rPr lang="en-IN" sz="1200" b="1" dirty="0"/>
              <a:t>&lt;input </a:t>
            </a:r>
            <a:r>
              <a:rPr lang="en-IN" sz="1200" b="1" dirty="0" smtClean="0"/>
              <a:t>n&gt;  : &lt;present state&gt;  :  &lt;next </a:t>
            </a:r>
            <a:r>
              <a:rPr lang="en-IN" sz="1200" b="1" dirty="0"/>
              <a:t>state</a:t>
            </a:r>
            <a:r>
              <a:rPr lang="en-IN" sz="1200" b="1" dirty="0" smtClean="0"/>
              <a:t>&gt;;</a:t>
            </a:r>
            <a:endParaRPr lang="en-IN" sz="1600" b="1" dirty="0" smtClean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659160" y="1493640"/>
              <a:ext cx="9035280" cy="206388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440" y="1485000"/>
                <a:ext cx="9060480" cy="20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735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S Template">
  <a:themeElements>
    <a:clrScheme name="MIS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IS Templat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4161</TotalTime>
  <Words>308</Words>
  <Application>Microsoft Office PowerPoint</Application>
  <PresentationFormat>Custom</PresentationFormat>
  <Paragraphs>42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MIS Template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Reward</dc:title>
  <dc:creator>Admin</dc:creator>
  <cp:lastModifiedBy>mylaptop</cp:lastModifiedBy>
  <cp:revision>447</cp:revision>
  <dcterms:created xsi:type="dcterms:W3CDTF">2017-10-27T12:24:27Z</dcterms:created>
  <dcterms:modified xsi:type="dcterms:W3CDTF">2023-12-11T17:07:31Z</dcterms:modified>
</cp:coreProperties>
</file>