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10"/>
  </p:notesMasterIdLst>
  <p:sldIdLst>
    <p:sldId id="394" r:id="rId2"/>
    <p:sldId id="422" r:id="rId3"/>
    <p:sldId id="433" r:id="rId4"/>
    <p:sldId id="427" r:id="rId5"/>
    <p:sldId id="429" r:id="rId6"/>
    <p:sldId id="432" r:id="rId7"/>
    <p:sldId id="430" r:id="rId8"/>
    <p:sldId id="431" r:id="rId9"/>
  </p:sldIdLst>
  <p:sldSz cx="10080625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00CC00"/>
    <a:srgbClr val="CC00CC"/>
    <a:srgbClr val="9966FF"/>
    <a:srgbClr val="00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93" autoAdjust="0"/>
  </p:normalViewPr>
  <p:slideViewPr>
    <p:cSldViewPr>
      <p:cViewPr>
        <p:scale>
          <a:sx n="73" d="100"/>
          <a:sy n="73" d="100"/>
        </p:scale>
        <p:origin x="-1498" y="-595"/>
      </p:cViewPr>
      <p:guideLst>
        <p:guide orient="horz" pos="1800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08T16:24:51.4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16382 1833 1501,'0'1'213,"2"-1"47,0 1 40,1-1 28,-3 0 18,3-1 9,-3 1 14,3 0 20,-3 0 23,0 0-133,0 0-50,0 0-42,0 0-31,0 0-25,0 0-18,1 0 0,-1 0-6,0 0-11,0 4 12,0 2-5,0 5 21,0 6 6,0 4 9,0 6 5,0 2 14,0 0-10,0 0-3,0-2-3,-1-2-35,1-4-12,-3-4-30,3-4-13,0-5-17,-3-4-32,6 0-43,-6-2-63,3 0-68,0 0-99,0-1-232,28-4-797,-28 3 0,-3 0 0,3 0 0</inkml:trace>
  <inkml:trace contextRef="#ctx0" brushRef="#br0" timeOffset="482.7411">16460 2024 2018,'3'0'128,"-1"-1"38,1-1 35,4-4 30,0 2 31,-1-5 19,2-1 20,3-1 47,-1 1 26,3 1-71,-1-2-40,-1 2-38,1 2-32,-2 1-29,-4 1-36,-1 3-23,-1 0-35,0 1-69,-1 1-51,-2 0-54,1-1-54,1 2-68,-2-1-107,1 0-171,20-5-373,-22 5 0,-3 1 0,0 0 0</inkml:trace>
  <inkml:trace contextRef="#ctx0" brushRef="#br0" timeOffset="789.1432">16427 2039 2293,'0'1'174,"0"2"68,2-1 65,1 1 43,3 1 31,2-1 26,3 2 55,3 2 30,3 0 10,-4 2-131,0 0-28,-6 0-69,4 0-86,-7-2-91,-1 0-104,0-1-160,5 0-383,-5-53-681,-3 47 0,2-4 0,0-1 0</inkml:trace>
  <inkml:trace contextRef="#ctx0" brushRef="#br0" timeOffset="1117.8984">16635 2082 3868,'0'0'110,"0"0"27,0-2 31,0 2 25,1 0 19,3 0 15,4 0 8,5 0 31,2 0 21,6-2-77,-6 2-74,0 0-86,5-2-321,-9-3-894,3 0 0,-6-6 0,3-2 0</inkml:trace>
  <inkml:trace contextRef="#ctx0" brushRef="#br0" timeOffset="2134.0318">16994 1943 3541,'0'7'175,"0"1"42,-2 8 32,1 2 11,-3 5 11,3 0 17,0 0 22,0-1 21,1-4-3,0-3-117,0-6-42,-1-4-35,2 1-20,-1-6-10,0 0-18,0-3-28,0 0-30,0-3-38,1-6-13,0-4-38,0-4-14,3-5-15,2-2-19,0 1-1,3 2 8,2 5 11,-4 6 16,-2 3 18,2 5 22,-1 2 40,-1 2 33,4 7 24,-5 3 27,-4 4 9,1 3 4,2 7-2,-3-1-8,0-2 0,0-1 2,0-6-11,0-3-26,0-4-10,0-4-30,0-1-25,3-4-32,1-1-26,3-5-31,4-5-25,1-5-35,2-2-19,-3-1-4,3-2-4,-1 7 13,-1 1 39,1 4 59,-4 5 42,-3 2 43,3 3 59,-3 2 53,0 0 31,1 1 10,-6 5 17,2 5 6,-3 4-10,-6 6-30,-1 5-18,1 1-11,-4-2-29,4-2-37,1-3-35,2-6-66,2-1-85,1-3-144,4-3-316,-4-42-638,4 33 0,-3-1 0,9-4 0</inkml:trace>
  <inkml:trace contextRef="#ctx0" brushRef="#br0" timeOffset="2697.5035">17462 2059 2728,'2'-1'152,"2"-2"68,0-1 49,-1-1 41,-3-1 22,0 2 17,2 0 26,-2 2 9,0-1 17,0 3-94,-5-3-43,1 2-60,-8 1-37,-2 1-33,-6 3-20,1 1-7,-2 6-18,3 4-9,-1 0-16,6 1 1,5-1-12,4-2 1,2-4-4,10-3-19,1 0-43,8-6-85,1 1-25,8-1-10,-2-1 1,-2-1-5,-7 1 0,-8-2-10,-1 2-8,-6-1 21,0 2 46,0 2 77,0 2 19,0 2 18,0 0-10,0 1-13,0 1-30,0-2-94,5-2-307,-1-14-671,4 8 0,2-3 0,4-3 0</inkml:trace>
  <inkml:trace contextRef="#ctx0" brushRef="#br0" timeOffset="3217.7526">17611 2083 3626,'0'0'120,"0"4"55,0 3 35,0 4 20,0 6 10,0 6 5,-4 5 4,1 3 1,-1 0 7,0-3-79,1-3-39,3-8-48,0-6-18,0-6 3,0 0-10,0-5-5,0-1-14,0-5-2,0-1-20,0-7-10,3-4-16,-1-7-15,4-6-22,1-4-30,0-3 2,7 3 5,-3 2 16,2 7 4,-1 5 20,-1 6 24,-3 6 29,2 4 21,-2 2 11,5 3 14,-1 4 2,-2 3-2,1 6-2,-4 3-13,0 3-2,-2 3-17,-2-3-25,-3-1-25,0-3-22,-5-3-31,-5-3-33,-3-1-123,4-5-305,-12-1-638,-1-4 0,0-4 0,1-3 0</inkml:trace>
  <inkml:trace contextRef="#ctx0" brushRef="#br0" timeOffset="4129.316">18344 2018 3180,'-5'3'60,"-2"-1"35,-4 3 46,-2 3 57,0 3 33,-4 5 20,5 1 4,0 2 9,4-1 7,7-2-28,1-1-12,7-5-27,1-2-45,9-6-50,2-1-35,13-2-18,-9-4-1,7-4-10,-10 0-8,-6-3-10,-8-1-18,-2-1-12,-5 2-5,-5 0-3,-5 1 2,-3-1-2,-1 4-12,-2 1-3,5 2-6,4 3-44,6 1-148,6-1-256,3-11-578,4 7 0,6 2 0,1-4 0</inkml:trace>
  <inkml:trace contextRef="#ctx0" brushRef="#br0" timeOffset="4593.6864">18730 1942 2611,'6'-7'181,"-3"-1"50,1-4 38,4 0 41,-4 0 10,-1 0 12,-3 2 9,3 1 2,-6-1-4,0 6-125,-5 2-52,-3 0-48,-7 0-38,1 6-35,-2-2-9,3 7-9,-1 1-2,5 6 10,0 2 16,5 2 14,3 3 6,1 2 10,3 3 14,0 0-9,0 0 0,1 1-5,-1-2-8,0-1-25,0-1-29,-3-4-48,1-4-29,-1-3-59,-7 0-116,5-6-173,13-5-758,-18-2 0,4-1 0</inkml:trace>
  <inkml:trace contextRef="#ctx0" brushRef="#br0" timeOffset="4850.5659">18507 2146 3765,'-2'-1'129,"2"-5"35,0 3 31,0-3 15,0 3 11,0 1 3,2-1 3,4 3 2,2-2 1,7 0-84,7-1-54,7-1-105,8 1-302,-2-51-785,-1 43 0,-5-2 0,-8 0 0</inkml:trace>
  <inkml:trace contextRef="#ctx0" brushRef="#br0" timeOffset="5759.7189">19221 1893 3040,'0'0'60,"0"0"35,2-1 39,-2 0 51,0-1 49,0 2 34,1-1 26,-1 4 21,0 1 51,0 6 13,0 4-15,0 5-24,-1 3-34,-2 3-48,0 1-51,-1-4-35,-2 0-51,4-4-63,-4-4-103,5-2-71,-1-5-80,2 0-135,-1-4-358,1-3-474,0-1 0,-4-4 0,4-4 0</inkml:trace>
  <inkml:trace contextRef="#ctx0" brushRef="#br0" timeOffset="6559.3074">19208 1958 1048,'1'0'183,"0"0"48,2-3 44,-2 1 27,-1-3 25,0-1 22,0 0 14,0 0 12,0 0 19,0 1-102,0-1-43,0 1-35,3 2-33,-3-3-19,0 2-20,0 1-18,3-1-4,1-1-9,-1 1-17,2-2-22,1 4-16,-2-2-13,4 2-9,1-2-9,2 0-5,1 1-5,-2 0-11,2 2-2,3 0-4,-5 1 0,1 0-3,0 2-5,-5 3-2,-4 1-2,-1 2 0,-2 4 1,-4 1 0,1 0-8,-6 1-7,-2 1-5,-3-2-6,1-1-24,0-3-16,4-1-18,5-2-19,2-1-8,3-3-8,0 1-16,0-3-6,0 2 5,0-1 9,3 2 29,-1-2 20,4 3 22,2-1 21,1 1 14,-2 1 14,2 4 29,-1 1 18,-2 1 21,-4 2 10,0 0 8,-2-2 20,0 1 16,0-3 8,-1 0 9,-1-2 6,-3-1 4,-5-2-1,0 0-22,-5-1-19,0-3-43,1 0-116,-1 0-189,6-9-726,-1 5 0,4-2 0,6-1 0</inkml:trace>
  <inkml:trace contextRef="#ctx0" brushRef="#br0" timeOffset="7897.5709">19519 1906 1577,'0'0'113,"0"0"57,0 0 57,0 0 29,0 0 27,0 0 21,0 0 34,0-1 34,0 1 18,0-2-70,0 2-16,0-4-38,0 0-44,0 1-21,0-1-23,0 4-23,2-2-31,2-1-34,1 3-17,3 0-19,2 0-7,2 0-22,-3 0-13,0 0-11,-1 5-2,-4-1-6,-1 3-2,-2 2-4,2 3-7,-7-2-4,-2 3-5,-2-1-4,-2 0 0,-4 0-2,-1 0-7,3-3 6,-1-2-6,5-2-11,4 0-5,1-1-5,0-2-4,2 2-12,1-1-11,0-2-7,0 0 9,0 0 0,2 2 3,0-2 17,5 1 9,0 2 9,2 0 10,0 2 14,-1 2 15,0 2 15,1-1 2,-4 3 1,1 0 8,-3 2 5,-3 0 11,0-1 16,3-3 9,-3-1 17,-3-1 23,1-1 12,-2-2 5,-4 0 3,-6-3-2,-1-1-4,-7-1-15,-5 0-39,-2 0-105,7-1-323,-10-1-708,4 2 0,4-5 0,6 0 0</inkml:trace>
  <inkml:trace contextRef="#ctx0" brushRef="#br0" timeOffset="10696.8997">16280 2435 1152,'0'0'54,"1"0"24,-1 0 40,2 0 56,0 0 44,1 0 32,4 0 18,-6 0 18,2 0 26,0 0-21,-3 0 11,3 0-17,-2 0-35,1 0-53,0 0-42,-2 0-32,7 0-17,-3 0-17,2-3-23,3 3-27,0 0-11,2 0-8,0 0-2,4 0-3,-2 0 0,-1 0-2,0 0 0,-2 0 1,4 0-5,0 0 0,0 0-3,5 0 1,2 0-2,-2 0 3,4 3 1,-3-3 3,0 3-1,5-2-2,-5 2 3,3 2-1,0-1 0,0 2-2,0 0 0,-1 0-2,2 0-2,0-1 0,2 0 1,-1 0-1,3 0 1,1-2-4,-1 0 1,2 1 0,1 1-2,0-3 0,0 1 0,0 0 0,-4 1-4,2-4 3,-4 5-2,3-5 3,-3 2 0,0-1-1,0 2 0,-1-1 1,2-1 0,-1 2-2,4-2 3,-1 0-1,2 1 0,-2-1-1,5 2 1,-1 0-1,1-3 1,-2 3 0,1-2 0,-1 1-2,2-1 0,-1 2-1,-1-3 2,1 0-1,-4 0 0,2 0 1,-3 0-1,1 0 1,-2 0-2,-1 0 4,4 0-3,-2 0 1,3 2 0,2-1 0,-3-1 1,1 1-1,4-1 0,-5 1-1,0-2 1,3 1 0,-4 0 2,3 0-3,-5 0 1,-1 0 1,0 0-2,1 0 2,-1 0 0,-3 0 0,6 0 1,0 0-2,-2 0 1,-1 0 0,4 0 1,-6 0-3,1 0 1,1 0-2,-1 0 1,1 0 1,0 0 1,1 0 3,-3 0-1,5 0 4,-1 0-2,0 0 3,1 0 1,1 0 0,-1 0 5,-3 0 2,-1 0 1,2 0 4,0 0 14,-1 0 6,-3-1 10,2 1 5,-2-3 4,-3 3 5,2-4-4,-2 1-1,0 0 0,-1 0-5,1 0-12,1 3-7,0-3-7,1 3-4,0-2 3,0 1 5,1-2 9,2 1 5,-1-1 1,-1 1 11,-1 1 4,0 1 8,-3-3 16,-4 1 18,2 0-3,-2 0 16,-1 1-3,-1-1 8,1 0-2,-2 1-8,-3 0-9,-2 0-9,-1-2-26,1 3-49,-6 0-64,0-1-111,3 1-147,1 0-396,-3 0-560,2 0 0,-3-3 0,2 1 0</inkml:trace>
  <inkml:trace contextRef="#ctx0" brushRef="#br0" timeOffset="16603.6182">16854 3497 680,'0'0'97,"0"1"49,0 2 60,0-1 48,0 1 42,0-1 20,0 0 13,0-1 10,0-1 17,0 0-25,0 0-59,0 1-45,0-2-55,0 1-41,0 1-32,0 0-7,0 1-7,0 0-5,0 1-14,0-1-6,0 3 0,0 1-2,0 0-2,0 0-1,0 3-8,0-1-3,0 1 6,0 1 7,0 2 3,-3-1 2,3 0 5,-3 2 4,-1 2 2,1-1 2,0 1 3,1 0-4,0 0-10,0 1-10,0-1-5,2 1-4,-4 1-8,4-3-3,0 2-3,0-3-8,0-1-5,0 0-1,0-2-4,-3 2 4,3-3 1,-4 2 0,2-1 9,-4 2-2,4-1-3,-2 2 5,0 0 8,2 0-4,0 2 5,2-3 0,0 2 2,0 0 2,0 0-8,0-2 10,0 3 5,-3 0 4,3-1-15,-2 0-3,1 2 2,-1 0-6,-1 2-2,1-2 7,1 2 2,1-2-6,-1-1 2,1 0-2,0 1 14,0 0 15,0-1-4,0 0 4,0 0 6,0-2-9,0-2 0,0 3 4,0 2-2,-2-2-8,2 3-4,-5-1-12,2 3-2,-1-3-1,2 2-8,0-3-3,-1 2-6,3-2-8,0-3-3,0 1 0,0 0 2,0 0 5,0-1 1,0 1-7,-3 0 6,0 2-1,0-1 6,0-1 8,-2 2-14,4 2 6,-1-3-3,1 2-14,0-1 2,-1 1 6,1-1-13,1-1 7,-2 2 9,2-1-10,-1-1 17,1-1-3,-3 2 1,0-2 9,1 0-6,-1 1 6,3 1 7,-4 1-6,1-2-8,0 5-1,0-1-5,1-2-4,-1 3-2,2-1 8,-1-1 2,0-3-16,0 2 11,2-2-3,0 0-4,-3-2 4,2 1 2,-2-1 6,0 1 2,3 1-8,-1 0 0,-1 0 6,2 1-12,0 1 8,0 1 0,0-1 0,0 1 3,0 0-6,0 0-2,0-1 0,0-2-1,0 1 4,0-1 3,0-1-9,0-1 1,0 0 0,0 3-3,0-2 0,0 2 0,0 1 0,0 0 0,0 0 0,0 2 0,0 0 0,0 1 0,0 1 0,0 1 0,0 0 0,0 1 0,0-3 0,0 3 0,0 1 0,0-2 0,0 2 0,2-1 0,-1 0 0,2-1 0,0-1 0,1-1 0,-2-3 0,-2-1-4,0 0-41,0-2-51,0-4-113,0-1-133,0-2-381,-2-3-631,-5-6 0,-1-6 0,-1-5 0</inkml:trace>
  <inkml:trace contextRef="#ctx0" brushRef="#br0" timeOffset="18726.0311">16863 3503 1124,'3'0'154,"1"3"40,2-3 59,0 0 34,-2-3 28,3 3 33,-3 0 29,0 0 21,-4-2 14,3 2-96,-3-3-31,4 2-30,-4-1-52,0 1-32,0-2-28,0 3-29,2 0-25,-2 0-17,2 0-12,6 0-12,6-4-13,1 4-12,5-2-5,3-1-2,1 3-1,-3-1-1,4 1-7,0 0-7,1 0-4,0 0 0,1-1-3,0 0-3,4 1-3,1-2 2,1 2-2,5-1-5,-1 1-7,-1 0-2,1 0-3,-4 0 1,0 0 0,-1 0 6,2 0 3,-2 0-1,3 0 0,-2 0 5,-2 0 13,3 0 11,0 0 8,-1 0 5,-2-1 2,0 1-1,0-1 0,-2 0 2,0-1 1,0 1-2,1 0-3,0 1-6,-1 0-4,-1 0-3,-1 0 0,4 0 1,-5-1-5,1 1 0,5 0 2,-3 0 3,-3-2 8,9 2 2,-1-1 7,1-1 1,2 1 2,4 0-4,-2-1 3,1 0 1,0 1-2,0 0-3,-4 1-9,-1 0-3,-4-1-5,0 1-4,-3-1-1,-1 1 1,-1-1-1,3-1 0,1 2-2,1-3 3,5 1-1,-1 1 1,1-1-3,-3 1 3,2 0-1,-5 1 2,1 0-2,0-1-1,-1 1 3,-4-1-2,-1 1 0,0-3 0,-4 3 4,-2-1-3,2-1-2,-2 1 1,0-1 0,-2 0 1,2 0-3,2 1 0,2 1 4,-1-1-3,6-1-1,3 2 2,0-1-1,4 0 1,0 1 0,1 0 1,-3 0 0,-4 0-3,-1 0-4,-6 0 5,-1 0-4,-3 0 0,0 0 1,0 0-1,4 0 0,-1 0 0,4 0 1,5 0 2,-3 0 1,3 0-2,1 0 3,-5 0 1,3 0-2,-4 0 0,-4 0-15,-4 0-24,-3 2-41,-4 0-83,-5-1-161,7-2-264,-10 2-364,3-2 0,-5 1 0,3-2 0</inkml:trace>
  <inkml:trace contextRef="#ctx0" brushRef="#br0" timeOffset="20034.1214">20220 3429 1008,'4'0'38,"-4"0"28,0 3 82,0 0 74,2 2 54,1 2 32,-1-1 44,2 0 31,-1-3 36,-2 3 10,2 0 1,-3 2-11,1 1-72,-1 3-69,0 4-51,0 4-29,-1 1-44,-2 5-28,2 0-33,-2 0-24,-1 1-21,2-2-17,-1 3-7,3-1-1,-2 3 5,2-1 1,-4 3 4,4-4-2,0 4 1,0-4-4,-2 4-2,1-3 2,-3 3-1,-6 1-11,2 0-1,1 3 4,-4-2-4,0-2 10,4-1-7,0 1 11,3-3 6,2 0 1,-2 1 3,4-1 6,0 0-7,-3 3-6,0 0-6,1 1-13,-1 2-4,-1-1-6,-2 0-6,1-1-9,-2-1-3,1 1-1,2-1 11,-4-2 2,1 1 2,0-1 1,1-2 11,6-1 0,-1 1-6,0-2 1,1-1-9,0-1-5,0-2-26,0 0-17,0 0-10,0 0-3,0 0-5,0 0-4,-5 1 5,0-2 2,-1 4 8,0-1 2,0-2 19,2 1 10,-2 0 10,2-1 7,0 0 1,2 3 3,0-1 1,2-2 2,-4 3 2,4 0-4,0 0-5,0 1-4,4 1-6,-4-1-17,0 1-6,0-3-8,-4-1-2,4-3-2,-2-1-1,-2-3 5,0-2 5,1-2 9,-1 1 12,3 0 25,0-1 16,1-1 10,0 4 2,0-3 5,0 0-2,0 2 3,0 1-4,-4 0 2,4 1-10,0-1-6,0 0-6,-2-2-1,2 1 5,0-2-3,0-2 1,0 1 0,0-2 2,0-1 0,0-5 4,0 1-4,0 0-13,0-3-42,0 3-77,0-3-189,0-8-787,0 2 0,0-4 0,0-6 0</inkml:trace>
  <inkml:trace contextRef="#ctx0" brushRef="#br0" timeOffset="22353.491">16690 5872 630,'3'0'72,"-2"2"19,4-1 22,-3 1 31,4 0 39,5 2 33,-2 0 51,4 0 24,-1 0 9,5-2-37,0-1-19,-2 1-8,3-2-11,-1 3-18,1-3-21,0 2-21,1-2-41,-6 2-11,6-1-2,-1 1-7,4 0-7,1 0-8,6-2-12,-2 3-13,5-3-17,1 3-13,1-1-8,-4 1-11,1-2-4,-2 2-4,1 0 1,-2-1-2,-1-1 4,2 1 4,4-2 2,2 0-3,2 1 2,2-1-3,-2 0 3,2 2 5,0-2 7,-2 0-6,1 2 1,-2-1 3,1-1 1,1 2 4,-1 0-2,2-3 1,1 2-2,2-1-4,2 3-6,-1-2 6,2 1-5,-2 0-6,-3-1-3,-1 0 0,0-1-3,-2 0 1,-1 1-4,0 3 0,-4-4-1,-1 5-2,2-5 0,-3 2 4,1-2-2,5 2-2,-1-2 5,1 2 2,-3-2 0,0 4-2,-2-4-1,-1 2-1,2-1 1,-4 0-4,1 1 3,1-1 2,1 0-3,0 0-3,2 1 1,3-4 5,2 4 1,2-2 0,-6 0-2,5 2 2,-4 0-3,1-1 3,-4 1-2,-2 0 1,2 0-1,-1-1-1,-2-1-1,-2 0 4,0 0 3,2 0 8,0 0 18,3 0 12,-5 0 9,4 0 1,0 0 4,-1 0 2,-1 0-4,-2 0 1,-2 0-1,-3 0-7,-1 0-16,-2-1-11,1-1-3,-2 2-3,5-1-7,-5 1 2,0-2 0,3 2 9,-4-2-7,-2-1-4,3 2 8,-4 1-16,-3-2-3,3 2 1,-4 0 2,2 0-3,-2 0 4,0 0-14,0 0 7,-1 0 5,3 0-11,-5-1 11,-1 0-1,-1 0-2,-2-1 8,0 1-8,0 1-3,-3 0-3,0 0-18,0 0-60,0 0-156,0-2-319,-3 1-489,-4-2 0,-1 0 0,-1-6 0</inkml:trace>
  <inkml:trace contextRef="#ctx0" brushRef="#br0" timeOffset="25032.383">16797 4037 2036,'0'2'122,"0"1"40,0-1 20,0 1 22,0-3 28,0 0 31,2 0 32,-2 0 18,1-1 16,0 1-66,2 0-29,-3 0-27,1-1-19,-1 1-17,2 0-27,2 0-29,4 0-34,6 0-15,1 0-16,5 0-14,0 0-13,5 0-9,3 0-4,0 0-11,0 0-2,3 0-3,-3 0-1,0 0-1,1 0-1,-1 0 1,1 0-3,0 0 2,6 0-1,-2 0 6,3 0 2,4 0 3,-1 0 1,4 0-1,-6 0-5,-2 0-6,-1 0 0,-5 0-6,-1 0 2,-2 0 0,1 0 1,1 0 0,0 0-4,2 0 4,1 0 4,1 0 6,5 0 2,-3 0 0,-1 0 0,2 1 1,-1-1-3,-3 1-1,-2-1 2,3 2-4,-3-1 3,1 0-3,-2 2 3,8-3 4,-1 2-1,4-2 0,4 2 1,-2 0 3,5 0-2,-2-1 0,0 1-2,-3 0 3,-5-1-5,2 1 0,-7-1 0,0 0 1,-2-2 1,3 2 0,1-1 4,3 0 2,-1 1-2,4 0 0,1 0 2,-2 2-1,-1-1 1,1 1-2,-3-3-3,-1 3 0,-4 0-2,-1-2-1,2-1 4,-3 1 0,1 0 0,3 1 0,2-1-1,1 0 1,3 1 2,-3 2-2,3-2 3,-2 1-4,-4 0 1,-2 0-4,0 0 3,-8 0-1,1-1 0,-1-2 5,2 0-4,-1 1 2,4 0-5,-2 1 3,6-1-3,-1 1 5,1-2-3,-2 0-1,-2 0 1,-3 0-4,0 2 2,-5-2 0,-1 0 4,0 0 0,1 0 0,-2 0 0,0 0-1,2 0 4,2 0 1,0 0 0,4 0 1,-2 0 2,2 0-4,-5 0 2,-1 0-2,2 0 2,-3 0 0,0 0-3,0 0-1,0 0 1,-1 0 2,-1 0-1,-2 0 1,-3 0-7,-4 0-18,-4 0-37,-5 0-90,0 0-208,-11-11-664,-3 9 0,-5-2 0,-7-3 0</inkml:trace>
  <inkml:trace contextRef="#ctx0" brushRef="#br0" timeOffset="26931.8494">16751 4711 2743,'0'0'79,"0"0"18,0 0 28,0 0 43,0 0 50,0 0 37,1 0 14,-1 0 9,3-2 8,3 0-58,-2 1-22,3 1-17,1-2-26,4 2-44,3 0-49,4 0-36,3 0-13,6-1-13,0 1-10,6 0 0,2-1-2,1 1 2,5 0-2,0 0 2,4-1-2,2 1 0,-2 1-4,2 0 5,0 0 1,-1 1 2,0 0 2,-2 1-2,-1-1 1,2 1-1,-5 0-2,5 2 2,-4-2 3,3 0-4,-2-2 5,3 1-4,-2-2 2,1 0-3,-2 0 2,4 1-1,-5-2 0,-1 1 3,-2 0-4,-1 0 1,-4 0-1,1 1 2,-2-1-3,2 3 2,5-3 0,2 0 2,-2 0-2,3 0 0,-2 2 2,1 1-2,-2-2 0,-2 1-2,-1-1 3,-3 0 1,0-1 0,-2 1 0,1-1 1,2 0 1,1 0 0,-3 0 0,5 0 2,-4 0 0,4 0 1,-2 0-6,-4 0 0,-3 0-5,0 0 2,-4 0-3,-2 0 2,0 0 0,-2 0-3,2 0 0,-1 0-1,1 0 5,-1 0-2,1 0 3,4 0 1,-2 1 1,4 1-1,-3-2-1,0 1 0,-1 0 3,-1-1 2,-3 0-1,1 1-1,0-1 0,-2 0-1,0 0 0,0 0-1,1 0 2,-3 0 4,5 0-4,-2 0-2,0 1 0,0 1-2,-2-2 6,-1 1-2,3 0-3,0-1 3,0 1 0,-1 1-2,4-1 2,-3 0 3,0 1 8,-5-1 10,2 0 3,-4-1 11,-1 0 5,-4 0 3,2 0-2,-1 0 0,-2 0-3,1 0-11,-4 0-15,-5 1-32,3 0-47,-3 1-131,3 0-249,0-8-594,-6 5 0,-3 1 0,-3-3 0</inkml:trace>
  <inkml:trace contextRef="#ctx0" brushRef="#br0" timeOffset="28765.6587">16701 5273 2934,'2'-1'78,"0"1"22,0 0 34,3-1 54,-2 2 41,1-2 29,2 1 17,2 0 13,-1 0 8,2 0-63,3 0-5,-1 0-17,3 0-32,5 0-53,2 0-40,1 0-29,2 0-17,5 0-10,6 0-7,1 0-5,1 0-5,7 0-6,1 1 0,1-1-3,1 1 0,1 2-1,-4-1 0,-1 0-3,1 1 0,-4-1 3,3-1-4,1 0 4,3 0-4,5-1 1,2 0 0,0 2 0,0-2 0,-5 0-3,-6 2 0,-5-1-1,-3 0 0,-3-1-2,0 2-1,1 0 1,-1-2-2,1 0-1,2 0 1,4 0 4,-2 1-3,1-1 2,-1 2-1,2-1-1,-2 2-1,0-2-4,0 3-3,-4-4-7,1 2-4,3 0-3,-2-2 1,-1 1-1,9 0 0,-1-1 0,-1 4 2,2-2 2,-1-2-2,1 4 4,-4-4 1,-2 5-1,0-3-1,-3 2-1,-3-2 1,-1 1 0,-2-2 4,-2 0 0,2-1 8,2 1 8,2 1 1,3-2 4,0 0 2,-1 0 4,-3 0-3,1 2 3,-7 1-2,1-3 0,-5 2-1,-2-1-2,2-1 1,-4 0 3,0 0 0,2 0-2,2 0 10,2 2 4,4-1 4,-5-1 0,4 0 0,-2 1-1,-5-1 0,-2 0-1,-2 1-3,-3-1 1,-2 0-7,0 0-5,2 1-3,3 1-1,1-2 3,3 0-2,2 0-2,4 2-1,-4-2 2,2 3-1,-3 1 0,-1-1 2,-2-3 0,-6 4-1,-4-2-4,-1-1-14,-6 2-15,0-3-18,0 0-39,0 0-109,0 0-277,0-12-501,-2 11 0,-2-1 0,2-4 0</inkml:trace>
  <inkml:trace contextRef="#ctx0" brushRef="#br0" timeOffset="30815.3834">17625 3474 1611,'0'0'56,"0"0"37,0 0 43,0 0 32,0 0 22,0 0 21,0 0 12,0 0 9,0 0 14,0 0-10,0 0 3,0 0-12,0 0-19,0 0-7,0 1-4,0 1-9,0 3 2,0 0-2,0 6 0,0 2-18,0 5-20,0 6-23,0 1-21,0 7-23,-2 1-14,1 2-13,-3 3-11,0 2 1,1 0-14,3-2-3,-4-1 0,4 0-8,-3 0 1,3-2 4,0 1 4,0-1-2,0 1 5,0 0 10,0-1 2,-3-1-2,2 1-9,-2 1 7,-3-3-1,3 2-8,-4 2-7,1-6 5,2 2-7,-2-4-22,3 1-2,1-2 5,-1-1-3,-3 3-4,5-2 3,1 1-5,-4 1 8,4-1-9,-2 3 14,0-1 4,-3 3-2,1-3 0,-3 1 7,6-3 1,-3-2-11,1 1 13,-1-2-10,2-3 7,0 1-13,-1-3-2,3 3 4,-3-2-1,-1 1-4,1 1-1,1 1 7,-6 2-7,3-1 2,-5 2-4,6 0 1,-3 2-1,2-1 5,-1-1 10,2 1-6,3-6 2,-1-1 1,1 1 2,1-2 1,0 1 9,-4 0-6,4 0-4,-1 0-4,1-3-12,-2 0 8,2 0-6,-3-2-4,-1 1-8,-2 0 4,1 1-8,-5 2 1,3 1-6,-2 1-6,0 1 4,5-1-1,-2 2 0,1-3 2,2-3 2,-1 0-14,1-1-4,0-5-5,1-1 16,2-1 1,-3-2-2,3-2-6,0 2-8,-4-3-14,4-4-10,0 1-8,0 1-41,0-4-90,0 0-131,4-2-176,-1-9-112,-1 5-258,-2-1 0,3-4 0,4-2 0</inkml:trace>
  <inkml:trace contextRef="#ctx0" brushRef="#br0" timeOffset="32673.6989">18457 3484 1176,'0'0'171,"3"0"55,-3 0 55,1 0 25,-1-2 21,1 2 16,-2 0 21,2-1 24,-1-1 17,0-1-105,0 1-42,0 1-51,0-2-49,0 2-22,0 0-15,0-1-15,0 1-15,1-1-21,-1 0-17,0 1-12,0 0-13,1 1-5,-1 0-6,0 0-1,0 3-4,0 4 2,-2 5-4,-3 4-1,2 9 0,-5 7 3,-1 5 2,0 7 2,2 2 2,-2 4-1,4-2-2,-2 1-3,2 0-1,3-2-4,2 0 3,0-4-2,0-1-1,0 3 8,0-2 1,0-1 10,-4-1 2,1 1 1,-1-1 0,0 1 1,-4-1-1,1 1-1,1 0 1,-2 0-9,0-1-4,2-2-11,-1-2-2,4-2-1,-2 1 3,2-6 0,0 0 5,-2-3-6,2 1-2,-4-4 4,3 1-2,-2 3 4,1-1-5,0 0 3,3 0-1,-4 2-7,2-3-4,1 1 4,-4 0 6,2 1-4,2-3-1,-1 2-3,2 1 3,0-3-3,-1 1-2,-1 3 4,0-1-4,1 0 14,0 0-4,0 0 5,-1 0 0,1-1-1,-2-3 4,1-1-4,1 1 10,-3-1-5,2-4 1,1 0-11,1 2-3,-1-3-2,1 1-3,1 0 6,0-1 1,-1 3 4,-1-4-11,1 2 10,0-4 1,-3 1-8,3 0 4,0-1-2,-1-2 3,3 1-7,-3 0 0,-1 1 2,4 0 0,-2 3-3,2 0 1,-2 1 4,-4 1 3,6-1 7,-3-1 6,-2-2 4,3-3-1,0 1-2,-3-4 3,3 1-3,-1-2-1,0-1 8,3-3-10,0-2-20,0 0-22,0-2-40,0-1-148,6-6-361,-6-4-527,0-14 0,1-8 0,6-15 0</inkml:trace>
  <inkml:trace contextRef="#ctx0" brushRef="#br0" timeOffset="34275.5407">19346 3431 2359,'-3'3'74,"-2"2"47,-4 4 32,1 4 38,0 1 58,-1 2 32,4 3 37,-5 1 14,5 4 26,-1 1-24,0 2-18,1 2-10,-2 5-10,-1-1-9,1 2-45,-2 6-32,-2 1-29,0 1-14,-4 3-23,-1 3-15,0 3-18,1 3-25,-3 1-25,1-3-22,3 0-15,2-1-6,2-5-10,2 3-6,4-7-9,-1-1-9,3-2-9,0-1-18,1-3-5,-2 0-20,0 2 0,-2 0 9,-4 1 0,-1-2-1,-3 0 5,1 2 14,-4-3 9,2-2 5,2 1 10,2-1 13,5-1 2,-1-3-6,6 0 8,0-3 2,0 2 8,0-2-10,-1 0-2,-2-1 4,-1 2-9,0-1 1,-2 3-1,2-1 7,-3 1-2,0-1 9,0 1-4,2-4 12,-1 1 2,4 0 1,-2-3 10,2 1-2,-3-3 5,1 4-5,0-5-1,-2 3-13,2-2 4,-2 1-8,0-1 7,-1 1 2,4-1-7,-2 1-3,1-1-6,2 1 11,-3-2-4,2 0 2,-4 3-4,4-3 4,-1-1-3,1 2-2,0-2 7,0-3 0,2 1 13,-3-1-17,3-1 2,1-1 6,-3-1-1,0 0 0,2-1-3,-1-2-3,0-4-13,0 0 0,2-3-17,0-1-29,0-2-63,0-1-106,0 0-209,-3-10-848,2 2 0,0-6 0,-4-7 0</inkml:trace>
  <inkml:trace contextRef="#ctx0" brushRef="#br0" timeOffset="35841.8525">16120 2828 389,'-7'0'146,"3"-1"62,-3 1 71,0-2 46,6 2 27,1-2 20,0-1 31,0 0 19,0 0 20,0 0-34,0 0-64,0-1-48,0 2-57,0-1-38,0 0-13,0 1-15,0 2-24,0-1-18,0 1-16,0-2-25,0 2-17,0 0-15,3-1-11,2 1-10,3 0-14,3 0-4,5 1-5,0 2-3,4 3-1,2 2-6,1 4-1,2 0 0,5 0-1,-4 2 1,4 4 0,0 0 0,-4 1-2,-2 2 1,-1 2-3,-4-2 4,-2 2 1,0-1 0,0-2 0,2 0-2,2 0 4,2-2-4,0 3 2,1-4 0,0 0 2,-3 1-4,0-1 0,-2-1 2,-4-1-2,0 0-1,-1-1-2,-3 2 3,1-5 2,-4 3-3,3-1 0,-3-2 1,1 1 1,0 0 0,1-2 1,1 1-2,0 1 3,2 1 0,3 0-3,0-1 2,-1 2-1,0-4 0,-2 3-2,-4-1-1,0-1 1,-1-1 1,-2-1-2,-1-2 2,-2-1-6,0-2-11,-1 1-37,-2 0-125,11-3-308,-10-1-585,-3-2 0,-6-4 0,-2-6 0</inkml:trace>
  <inkml:trace contextRef="#ctx0" brushRef="#br0" timeOffset="38584.1035">15942 3078 1202,'0'0'160,"0"0"65,0 2 50,0-2 33,1-4 34,-1 3 41,0 1 18,0-4 17,1 3 15,-1-1-92,0 0-45,0 0-51,0 0-46,0 1-23,0-1-31,0 1-36,0-1-15,0 2-18,0-2-16,0 2-10,-2 0-11,-3 0-14,2 0-4,-8 0-10,3 2-2,-3 1 1,5 1 1,-5 3 20,3-1 9,2 3 8,-3 1 11,3 2 17,0 1 10,2 0 4,4 2 10,-1-3-2,1 3-3,1-3-12,-1 1-6,2-2 0,2-1-11,0-2-18,2-2-10,5-1-17,1-3-38,2-1-39,2-2-45,-3 0-26,5-3-11,-10-1-11,2 0-3,-2-2 0,-2 1 0,-2 2 16,-3 1 23,1 1 33,-2 1 51,4 1 23,-4 0 23,0 3 14,0 3 13,0 2 24,0 3 25,0 4-4,0-1 13,0-1 7,0 1-6,0-1-6,2-4-38,-2 1-72,0-5-97,2 1-240,1-9-875,-3 3 0,1-2 0,4-1 0</inkml:trace>
  <inkml:trace contextRef="#ctx0" brushRef="#br0" timeOffset="39406.3669">16097 3223 2496,'0'0'148,"0"0"34,0-1 41,0 0 42,0 1 27,0-1 17,0-2 10,0 3 7,0-1 10,1 1-105,3-2-36,-1 1-33,4 1-40,3 0-44,2 0-25,-2 1-17,-1 1-10,-3 3-12,-3 1-8,-1 3-9,-2 2-4,0-1-2,-2 0-3,-4 2-1,-2-1-8,-1-1-7,1-1-5,3-2-1,0-3-18,4-1-16,1-1-15,-1 2-1,2-3 5,-1 3 10,1-2 12,4 2 8,-1 1 8,3 2 11,1 2 21,0 3 33,1 0 20,-1 0 10,-5 0 10,2-2 9,-5 0 13,0-5 16,0 1 1,-5-2-1,2-1 10,-5 0-5,-6-3-4,0 0-10,0 0-38,-4-5-39,4-1-58,3 1-137,4 0-162,3-9-781,4 9 0,4-2 0,0-2 0</inkml:trace>
  <inkml:trace contextRef="#ctx0" brushRef="#br0" timeOffset="40613.7495">16392 3142 1116,'0'0'109,"3"0"43,-3 0 47,0 0 51,0 0 37,0 0 24,0 0 19,0-3 25,0 3 39,0-3-46,0-1-15,-3 0-31,-3 1-36,2-2-46,-5 3-33,-1-1-17,-1 0-9,1 1-22,1 1-30,0-1-26,2 2-2,-5 0-1,2 2 2,-2 0 2,4 2 4,-2 1-9,4 3-1,2 3 3,-1-1-7,1 4 2,4 0-10,-3 1-6,3 3-13,3-3-1,-1 1-8,-1-2 1,5-2-5,2-1-24,0-3-15,4-2-28,4-4-49,-1-1-28,0-1-16,2 0-18,-2-1-4,-3-1-1,-1 0-4,-3 0 13,-5 0 7,2 2 18,-5-1 49,0 1 31,1 3 31,-1-1 23,0 5 18,0 3 10,0 3 5,0 1 8,0 1 4,-1 1 3,-2-3-3,2-1-9,0-3-33,1 0-63,-3-2-132,6-2-287,-3-28-606,0 20 0,0 1 0,2-5 0</inkml:trace>
  <inkml:trace contextRef="#ctx0" brushRef="#br0" timeOffset="41164.1283">16525 3321 3924,'0'-1'122,"0"-3"27,0 1 30,0-1 28,0 0 14,3 0 3,-3 0 4,4 2 3,0-1 9,4 1-92,1 2-21,-1-2-28,1 2-30,-4 0-27,1 0-12,-4 4-5,1 1-10,-3 4 3,0 1-10,-7 3-2,-4 2 2,-4 1-3,-2 0 2,-2 0-5,4-2 3,5-2 3,3-3 13,4-4 4,3-2 8,0 0 10,0-3 7,0 0 11,4 0 5,3 0 12,7 0-7,4 0-17,6 0-87,-1 0-127,8 0-357,-9 0-710,1 0 0,-6-4 0,0-1 0</inkml:trace>
  <inkml:trace contextRef="#ctx0" brushRef="#br0" timeOffset="42418.061">16571 2661 974,'1'0'240,"2"0"52,-3 2 39,6-2 38,-4-4 12,1 4 17,0-4 30,1 1 29,-3 0 16,1-1-164,-2-1-44,0 2-41,0 1-31,0-2-30,0 4-6,0-3-9,0 2-38,-3-2-28,0 1-17,-1 1-18,-3 0-13,-2 0-7,-3 1 1,3 0 18,-4 1 1,2 2 6,0 2 20,0 3 12,2 3 6,3 1 8,1 1 0,1 1-4,2-1-9,2-1-18,1-2-8,4 1-10,2-2-17,4-2-27,5-1-47,3-2-77,0-4-48,1 3-41,-1-3-17,-1 0-18,-5 0-2,-1 0-7,-6 0 3,-3 0 9,-2 0 49,0 0 87,-1 2 77,0 3 62,0 1 30,0 1 19,0 2 13,0 1 7,0 1 3,0-1 9,0 1-13,0-2-53,0-1-98,2 4-152,5-8-327,-3 1-451,-3-1 0,5-2 0</inkml:trace>
  <inkml:trace contextRef="#ctx0" brushRef="#br0" timeOffset="42795.1633">16794 2770 3210,'0'0'89,"0"0"41,0 0 40,0 0 29,0 0 41,0 3 35,-1-1 38,1 4 58,0 1 30,0 4-46,0 1-17,0 4-38,0-2-35,0 3-27,0-1-45,0-2-76,0 0-140,0-6-216,26-3-1149,-19 0 0,-4-5 0,0-5 0</inkml:trace>
  <inkml:trace contextRef="#ctx0" brushRef="#br0" timeOffset="43813.3263">17023 2631 1071,'0'0'227,"0"0"48,-3 2 29,3-2 21,-4-2 15,0 2 21,-3 0 19,1 0 19,-5 0 28,3 0-142,-3 0-45,1 0-32,-1 0-15,0 2-8,2 1-11,0 4-15,0 2-13,3 2-6,3 0-12,0 2-4,3 0-32,0 0-1,0-2-22,3-2-12,4 0-16,3 0-39,5-4-32,1 0-51,1-3-37,2 1-13,-3-1-3,-5 0-23,-3 1 9,-2 2 4,-4 1 25,-2 1 47,0 4 39,0 0 47,0 1 22,0 1 6,0-2-13,0-2-48,2 0-186,-2-20-829,3 11 0,-1-1 0,2-5 0</inkml:trace>
  <inkml:trace contextRef="#ctx0" brushRef="#br0" timeOffset="44250.4948">17148 2787 4526,'0'0'12,"0"0"-1,0 0 5,0 3 12,0 3 7,0 2 5,0 2 7,0 1 7,0 2 19,0-5 11,1-1 18,5-3 8,2-1-2,3-2-11,6-1-3,0 0-3,-1-3-5,-2 0-10,-2-3-22,-3-2-23,-4-1-19,-2-2-10,-3 2 0,-3-1 1,-2 1 3,-2-1 12,0 0 4,-7 0 0,1 1 4,1 1-2,-3 2-22,2 3-52,1-1-108,5 3-146,5-2-776,-3 5 0,0-2 0,4 2 0</inkml:trace>
  <inkml:trace contextRef="#ctx0" brushRef="#br0" timeOffset="46015.032">17121 3172 1401,'0'0'189,"0"0"39,0 2 28,-4-4 24,2 0 24,2 1 26,-2 0 23,-2-3 22,0 3 21,1-2-127,-4 1-36,0 0-27,-1 2-20,-6-1-17,4 1-16,-5 1-18,2-1-12,1 2-12,-1 3-7,2 0-2,3 2 0,1 2 3,2-1-3,2 1-2,3 3-2,0 0-6,0-2-5,5 2-8,1-2-13,5 0-8,0-5-19,4 1-18,1-1-21,-2-4-40,-2-1-36,1 0-32,-1-1-52,1-4-34,-3-1-41,0-2-35,-3-1-5,-1-2 0,-4-1 16,-2 2 34,0 2 31,0 1 33,0 1 47,0 3 29,2 1 31,-2 2 30,0 0 14,4 0 4,2 0-1,2 0 0,-1 0 0,5 0-1,-2 0 6,2 0 11,-3 0 18,-2 0 7,0 2 10,-2 1 12,-5 1 14,0 4 10,3 1 5,-3 0 0,0 3 3,0-2-2,1 0-9,2-2 0,3-1-7,3-1-10,1-2-15,4-4-12,2 0-21,-4 0-13,3-2-20,-1-3-6,-3 0-4,-3-4-7,-2-1-5,-3 0 2,-1-3 4,-2 1 13,-2 1 21,-1 1 9,-5 4 7,-2 0-14,-5 1-31,1 0-67,1 3-171,1-6-207,-1 6-316,5-1 0,1-1 0,4 0 0</inkml:trace>
  <inkml:trace contextRef="#ctx0" brushRef="#br0" timeOffset="46769.492">17730 3231 2010,'0'0'214,"0"0"33,0 0 36,-1 1 20,-1-2 19,0 1 33,-5 0 22,0 0 13,0 3 15,-1 1-153,1 4-31,1 1-1,5 0-16,-1 3 6,5-2-11,7 0-26,5-1-15,7-5-13,6 0-11,0-3-17,1-1-17,-3-4-33,-6 0-27,-5-2-21,-5-2-23,-6-4-12,-3-1-19,-5 3-9,-8-3-8,-9 3 8,1 1-1,-5 4-4,3 1 1,5 2-56,9 2-32,3 0-84,3-1-136,9 0-288,-1 1-429,2-1 0,6 1 0,4-1 0</inkml:trace>
  <inkml:trace contextRef="#ctx0" brushRef="#br0" timeOffset="47228.0891">18041 3080 3772,'0'0'45,"0"0"63,0 0 67,0-2 49,0 2 70,0 4 57,0 3 28,0 2 39,0 9 24,0 5-22,0 1-21,0 2-63,0 1-67,1 0-48,-1-3-71,0-3-97,0-2-111,0-5-179,0-1-285,-1-31-925,-2 22 0,-1-4 0,0-6 0</inkml:trace>
  <inkml:trace contextRef="#ctx0" brushRef="#br0" timeOffset="48014.0402">18700 3076 2709,'1'0'150,"2"0"41,-2 0 43,2 0 30,3 0 12,-4 0 13,0 0 28,3 2 21,-2 2 28,0 3-104,-2 1 22,2 5-19,0 4-27,-3 4-27,0 2-9,0 2-12,0 2-29,0-2-20,0-2-23,0-4-39,0-3-81,0-6-103,0-1-125,7-5-334,0-5-712,-3-2 0,3-5 0,2-2 0</inkml:trace>
  <inkml:trace contextRef="#ctx0" brushRef="#br0" timeOffset="48510.8326">18941 3033 2377,'0'0'115,"0"0"46,0 0 38,3 0 33,-3 0 22,0 0 33,0 0 26,0 2 32,0 6 32,0 3-49,0 2 6,0 7-30,0 2-27,0 2-30,0 3-14,0-1-32,0-2-26,0-3-41,0-2-60,0-5-106,0 0-138,3-4-256,-3-10-841,0 2 0,0-2 0,0-4 0</inkml:trace>
  <inkml:trace contextRef="#ctx0" brushRef="#br0" timeOffset="49105.6524">19483 2998 2795,'0'-1'101,"0"1"33,0 0 61,0 0 64,0 3 65,0 1 43,0 4 67,0 4 26,0 4 23,-2 6-70,2 3-6,0 0-24,-3 2-63,0-3-64,3-1-58,-3-2-51,2-3-91,0-2-72,1-6-128,-2 0-142,2-2-212,0-10-859,-4 2 0,1 0 0,0-3 0</inkml:trace>
  <inkml:trace contextRef="#ctx0" brushRef="#br0" timeOffset="49635.5299">19711 3082 1006,'-6'3'217,"2"4"45,-5 2 26,-1 5 21,2-1 23,2 1 33,4 2 24,1-2 18,0-2 18,2 2-136,2-5-52,1 0-39,6-5-22,2-1-20,8-1-20,-1-2-35,3-2-26,-1-2-19,4-2-18,-10-2-15,-3-5-13,-4-2 5,-6-2 9,-2 1 6,-4 2-2,-7 3-3,-3 3-16,-8 3-46,-2 4-138,12-1-907,-9 2 0,7 0 0,2-2 0</inkml:trace>
  <inkml:trace contextRef="#ctx0" brushRef="#br0" timeOffset="51466.0665">16308 3619 1740,'0'0'153,"0"0"44,-1 0 30,-1 0 21,-4 0 20,3 0 15,-2 0 17,-1 0 22,2 0 16,0 0-100,-2 0-38,-2 0-39,2 0-24,-5 1-11,-1 2-16,-1 2-7,1 3-15,-1 3-20,2 0-11,1 0-7,5 1-2,-1 1 0,4 0-1,-1 0-9,3-2 1,0 0-5,3-1 3,5-4-2,0 0-5,8-2-10,3-3-21,0-1-22,1 0-28,2-1-37,-4-1-54,-2-3-55,0 0-18,-2-4-7,-7-1-3,0 3-13,0-3-6,-5 3-18,1-3 13,-3 1 8,0-1 42,0 1 55,3 3 15,-6 0 11,6 4 8,-3 0 19,0 0 16,0 2 43,3 0 24,2-2 36,2 2 14,3 0 3,5 0 5,2 0 3,-3 3 8,2 0 14,-1 2 11,-2 1 0,-3 0 1,-1 0 0,-3 2-3,-2-1 1,2 3-1,-4-1-1,0 1 6,2-1 5,-1-1 8,1 0 9,0-3 2,4-1 1,1-2 1,3 0-7,2-2-3,1-2-10,3 1-19,-2-2-19,-4-3-13,-2-2-22,1-1-27,-10-3-25,2 2-11,-6-2-5,-2 2-9,-9 1-10,-1 0-20,-9 5-81,3-1-158,19-8-466,-21 12 0,5-3 0</inkml:trace>
  <inkml:trace contextRef="#ctx0" brushRef="#br0" timeOffset="52363.7104">16164 4191 2622,'-2'1'50,"-1"-1"43,0 4 30,-2-2 23,-2 4 24,-3 2 16,2 3 36,-4 2 29,3 1 29,3 0 8,3 0-10,2-2-30,2-1-18,0-2 1,4-5-20,7-1-2,4 0-37,2-3-22,1-4-33,2-2-26,-6 2-23,-2-7-12,-2 0-24,-10-2-36,-1-1-17,-4-2-22,-7 0 3,-4-1-11,-2 4-8,0 2-49,1 6-51,7 2-100,4 3-143,10-4-202,-5 4-350,9-1 0,2-2 0,0 0 0</inkml:trace>
  <inkml:trace contextRef="#ctx0" brushRef="#br0" timeOffset="52689.0955">16401 4144 2584,'2'0'118,"-2"0"6,0 0 12,0 0 27,4 0 53,-4 2 31,0 3 44,0 2 46,0 6 39,0 5-58,-4 5 18,1 2 5,-2 7-14,-2 0-29,1 2-114,2-1-113,-1-2-198,10-4-407,-5-8-627,-3-6 0,3-7 0,-2-5 0</inkml:trace>
  <inkml:trace contextRef="#ctx0" brushRef="#br0" timeOffset="53552.5684">16215 4838 2884,'0'5'166,"0"1"45,0 3 58,0 3 47,0-4 40,0 1 38,0 3 32,0-1 20,0 5 22,0 0-110,0 0-50,-2 3-36,2-3-60,-3-2-61,2-2-75,-2-1-108,-1-2-105,0-1-106,4-1-165,0-5-293,0 0-457,0-1 0,0-2 0,0-3 0</inkml:trace>
  <inkml:trace contextRef="#ctx0" brushRef="#br0" timeOffset="53957.547">16342 4861 1750,'0'1'187,"0"2"45,0 1 47,0-1 64,0 2 45,-3 3 46,2 0 51,-5 4 53,1 2 30,1 2-98,1 4-48,3 2-36,-3-2-50,6 0-93,-3 1-148,0-1-221,13-4-493,-13-1-663,2-6 0,-4-1 0,-4-1 0</inkml:trace>
  <inkml:trace contextRef="#ctx0" brushRef="#br0" timeOffset="54753.213">16238 5519 1984,'0'1'212,"0"3"54,0-2 55,0 2 42,0 1 40,0 1 26,0 3 38,-4 1 42,2 2 24,-2 2-152,0 2-27,-2 1-51,1 0-55,-6 1-42,4-1-39,0 0-55,0-2-109,3-3-142,2-3-213,61-6-1002,-59-2 0,0-1 0</inkml:trace>
  <inkml:trace contextRef="#ctx0" brushRef="#br0" timeOffset="55226.0192">16333 5621 3282,'0'0'88,"2"0"51,-2 0 34,0 0 47,-2 1 31,1 1 29,0 4 23,-1 2 26,0 3 25,2-1-61,-2 0 17,2-1-46,2-1-24,4-4-35,3 1-29,1-5-31,8 1-29,4-5-35,-1 0-31,-2-2-35,-2-2-49,-6 0-22,-2-1-27,-7 2-31,2 0-17,-10 2-4,0 1 1,-8-1-1,-6 3-46,1-1-144,6 3-242,-2-48-516,0 39 0,9 2 0,-3-7 0</inkml:trace>
  <inkml:trace contextRef="#ctx0" brushRef="#br0" timeOffset="63355.6742">9118 1828 1236,'0'0'122,"0"0"16,0 0 20,0 0 18,0 0 11,0 0 14,0 0 14,0 0 16,0 0 18,0 0-77,0 0-17,0 0-10,0 0-18,0 0-17,0 0-11,0 0-14,0 0-16,0 0-14,-1 0-18,-1 0-16,-2 0-12,0 0-6,-1 0-1,1 0-2,-2 0-1,-2 0 4,0 0-2,-3 2 0,0 2 0,0 0-1,-5 0 0,7 3 1,-5-3-1,1 4 2,4-2 2,0 1-2,1 1 4,0-2 1,1 3 4,3-3 3,1-1 5,-3 2 6,6 0 3,-1 0 2,-3 0-1,1 1 6,3-1 3,-4 0 9,-3 2 1,0 2 7,0 1 1,-1 0-3,-1 1 1,1-1 10,0-2 5,4 1 3,-2 0-4,1-2-2,3-1-2,-2 1-5,2 0-2,-1 1-3,1-1 0,-2 3-13,0-1-5,0 1-9,-1-2-1,1 2-6,3 0-5,-1-2-4,0 2-1,-3-1-1,3 3 0,-1-2 1,3-2 5,0 3 4,0-3 1,0 0 0,0-1 3,0-1-1,0 0 1,0 0-1,0 1-1,0 2-3,0 1-3,0-1-3,0 1-5,1-1 3,1 3 1,-1-3-1,2 1-2,0-1-1,-1-3-1,0 1 3,2 0 1,-4-3 0,3 0 7,1 0-4,-1 0-2,1-2 2,2 2-1,-1 1 1,1 0 0,2 1-1,-1 1-4,1-1 3,-1 2-4,3-3 3,0 0-3,-2-1 1,3-1 3,1 1-2,-2-1 2,0-1-1,1 0 0,-4-1-1,5 0 0,-2 0 0,1 0-1,3 1 1,-3 0-5,4-2 2,-1 4-1,3-6 4,-1 3 1,4-2-1,-2 2 0,-1-3-1,2 0 1,-4 0 0,3 0 7,-4 0 4,4 0 2,-1 0 6,-2 0 11,-1 0 3,1 0 3,-1 0 0,3-3 2,-2 2 5,-1 1-10,2-3 1,3 1-4,0-2-8,-3 2-11,4-3 1,-2 1-7,0-1-4,-1 0 2,-1 0-4,-2 1 1,0-3 0,-1 4 4,-4-1-8,-2-1 4,1 1-8,2-2 13,-3 0 0,4 1-3,0-2-3,3 0 5,0-2-9,1-1-4,2 1 8,-5-1-11,4 2 4,-9-2-15,1 4 1,-3-1-2,1 0-5,-6-1 3,5-1 6,-5-1-5,2-3 4,2 4 3,-2-3 4,2 0 1,0-2 3,0 0-1,1 2 0,-3-2 5,2 4-5,-2-2 2,0 3-1,0-1 3,-1-1-9,-1 1 1,4 0 4,-4 0 2,0-1 0,0 0-3,1 0-4,-1-1 4,0 1-4,0-1 0,0 1 6,0 1-1,0-1-3,0 4-3,0-3 4,0 0 1,0 1-4,0-2 6,-1 1-5,-3-1-7,1 0 1,1-1-9,-7 0-6,1 1 0,0 0-4,-4 0-4,1 0 11,-1 0-6,2 1 4,-2 3 4,2-1-3,1 1 18,0-1-2,0 3-2,1-3 4,-3 0 7,-1 0-7,2 1 1,-4-1-6,3 1 6,-3 0-1,2 0-8,2 3 7,-3-1 4,0 2 1,-1 1-8,0-2 6,-4 1-2,4 0 4,-1 2 1,1-2-1,4 1 1,-1 2 0,0 0-1,-3 0 1,-4 0-2,-4 0 1,-3 0-1,-3 2 2,-4 2-14,3 3-44,-3 5-116,13 2-338,-6 2-553,7-1 0,4 1 0,7 5 0</inkml:trace>
  <inkml:trace contextRef="#ctx0" brushRef="#br0" timeOffset="65215.5587">9559 2522 1293,'0'0'132,"0"2"43,2-2 36,-2 3 24,0-3 16,2 1 14,-1-1 16,-1 0 26,0 0 30,0-1-64,0 1-36,0 0-34,0 0-30,0 0-22,0 0-18,0 0-16,0 0-18,0 0-23,3 0-27,-3 1-17,0 2-9,1 4 0,-1-1 5,0 7 13,0 1 9,2 2 18,-2 3 29,0 1 2,4 1 0,-1 1 3,-1-1-2,4 3-9,-2-1-6,0 1-9,-2-1-2,2 1-5,-2-2-31,0-2-4,-1 0-3,2-2-3,-3 0 3,0-2-10,0-2 0,0 0-4,0-4-1,0-3-7,0-1 6,0-1-1,0-3-1,0 1-4,0 0-3,0-1 10,0 0-6,0-1 6,0-1 3,0 0 4,0 0 13,0 0 4,0 0-5,0-3 7,0-3-1,0 0-2,-5-4-2,-2-3-6,-3-2-8,-4 3-6,0-4-24,-4 3 1,0-2 2,3 3 0,-1 0-2,3 3-4,2 4 2,7 0 2,-1 0-6,4 3-7,1 0-3,0 1-32,0 1-14,0 0-6,0 0 1,0 3 6,3 2-3,0 2-1,1 2 5,4 3 2,0 2 13,1 0 26,0-1 12,0 1-2,-1-1-3,-2-1-5,2-4 0,-3-1 2,-2-3 1,3-1 1,-2-1 5,2 0 1,-2-2 8,1 0 4,5-4 2,1-3 6,3-3 1,5-7-2,2-1-4,-1 1-23,2 3-39,-10 3-100,1 5-141,-5 4-143,0-8-545,-5 9 0,0-2 0,-5 1 0</inkml:trace>
  <inkml:trace contextRef="#ctx0" brushRef="#br0" timeOffset="69525.988">9326 9239 2176,'0'1'124,"0"0"28,0-1 24,0 0 28,0 0 33,0 0 25,0 0 16,0 0 17,0 0 13,0 0-80,2 0-25,-2 0-20,0 0-23,0 0-22,0 0-32,0 0-26,0 0-17,0 0-12,0 0-9,0 3-9,0-1-6,0 3-2,0 1-4,0-1 1,1-1 2,-1 2 11,1-6 6,3 1-1,4-1-4,3-3-6,7-2-18,5-5-40,0-4-57,1-2-108,-2 1-110,-8-1-168,18-4-475,-24 13 0,-2 1 0,-6 3 0</inkml:trace>
  <inkml:trace contextRef="#ctx0" brushRef="#br0" timeOffset="69953.1904">9348 9395 1779,'0'3'100,"0"2"41,0-1 37,3 0 38,-3-2 36,1-2 20,4-2 13,5-1 22,5-3 5,2-2-79,1-3-97,4-1-183,-4-10-785,-1 8 0,-7 0 0,-3-1 0</inkml:trace>
  <inkml:trace contextRef="#ctx0" brushRef="#br0" timeOffset="79181.8255">17026 5479 2708,'0'-2'142,"2"-2"37,-2 1 24,0-2 22,0 2 27,0-1 40,0-1 28,0 0 23,0 2 30,0-1-91,0 0-25,0 2-37,0 2-29,0 0-19,0 0-20,0 0-25,-2 6-12,-1 2-1,0 6-23,-6 6-11,1 3-2,2 4 8,0 0 7,0-4 1,4-2-7,-1-4-2,3-4-15,0-4-23,0-3-2,0-3 0,0-2-15,0-1-58,0 0-110,-3 0-123,3 0-314,-3-10-744,1 6 0,-4-1 0,6-2 0</inkml:trace>
  <inkml:trace contextRef="#ctx0" brushRef="#br0" timeOffset="79931.7371">17758 5506 2753,'3'0'128,"-2"0"28,-1-2 29,3 1 27,0 1 11,-3-3 14,0 3 20,0 0 22,0 0 30,0 0-82,0 3-8,0 1 11,0 4 16,0 4 4,-3 5 8,0 1 0,2 6-12,-3-1-17,-1 3-23,0 1-14,1-3-26,-2-1-33,3-2-48,2-6-68,-2-2-110,0-5-128,1-1-270,-1-29-888,-4 20 0,3-3 0,-2-1 0</inkml:trace>
  <inkml:trace contextRef="#ctx0" brushRef="#br0" timeOffset="80797.9911">19314 5550 3200,'0'0'131,"0"-4"32,0 3 25,0-3 25,0 3 19,0 0 15,3 0 8,-3-1 5,0 1 2,0 1-103,0 0-26,0-1-29,0 1 2,0 2-17,-3 6 13,2 2 10,-5 5 15,1 7 5,-2 2 1,-2 2 5,2-1 5,3-1-7,0-3-21,3-4-17,-2-3-68,3-4-93,-3-2-96,2-1-194,-3-11-933,-3 5 0,3-1 0,-6-2 0</inkml:trace>
  <inkml:trace contextRef="#ctx0" brushRef="#br0" timeOffset="81583.8245">18560 5525 2255,'0'0'107,"0"0"62,-2 1 34,-1 0 44,1 1 50,-1 4 34,0 0 32,-2 2 34,-1 3 63,0 1-8,2 4-39,-1 3-40,1 2-29,0 3-39,2 2-48,-4-3-28,4 3-46,2-6-110,0-1-207,2-2-426,0-6-792,-2-6 0,4-5 0,-4-7 0</inkml:trace>
  <inkml:trace contextRef="#ctx0" brushRef="#br0" timeOffset="82699.2994">17144 4848 1615,'0'0'112,"0"0"37,2 1 45,-2-1 32,0-1 19,0 1 19,1 0 13,-1 0 19,0 0 12,0 0-78,0 0-12,0 0-20,0 1-19,0 2-4,-1 3 9,-6 5 2,-4 7 0,0 0-2,-1 7-5,2 2 0,3-3-14,3 1-8,2-7-26,2-4-14,0-3-28,0-4-42,0-3-64,0 1-106,2-3-237,-2-8-838,4 5 0,-3-3 0</inkml:trace>
  <inkml:trace contextRef="#ctx0" brushRef="#br0" timeOffset="83483.9178">17842 4864 1539,'0'1'131,"0"3"58,-1 0 48,1 2 28,0-2 54,0 1 33,0 1 25,0-1 29,-1 1 19,-1 4-79,2 1-22,0 4-43,-2 2-38,0 3-7,0 4-49,-1 0-33,-1 4-21,2-2-23,-2-3-14,4-3-26,-4-4-52,4-4-86,0-1-162,2-5-357,-4 0-523,2-4 0,0-3 0,0-5 0</inkml:trace>
  <inkml:trace contextRef="#ctx0" brushRef="#br0" timeOffset="84281.3301">19326 4926 2302,'1'0'158,"1"-2"46,1 0 66,0-1 50,0-2 41,-3 1 29,2-1 32,1 1 30,-3 1 8,0 2-115,1-2-47,-1 3-45,0 0-45,0 3-29,0 1-40,-4 5-23,-1 5-28,-2 9-22,-2 3-8,1 2-3,1 1 13,5-1 1,0-3-22,1-3-19,1-5-34,0-2-117,-4-4-157,10-4-395,-11-2-579,-2-3 0,-3-4 0,-2-4 0</inkml:trace>
  <inkml:trace contextRef="#ctx0" brushRef="#br0" timeOffset="85035.5467">18581 4917 2100,'1'0'105,"-1"-2"21,1 1 21,-1 1 18,0 0 14,2 0 16,-2 0 20,0 0 23,0 0 36,0 0-48,0 0 14,0 0 10,0 3 2,0 4 2,-2 4 9,0 6 4,-3 5-19,1 4-19,0 0-36,4 0-39,-4-2-46,4-4-84,0-3-169,4-3-393,-4-3-615,-6-7 0,4-2 0,-3-4 0</inkml:trace>
  <inkml:trace contextRef="#ctx0" brushRef="#br0" timeOffset="92585.1849">16888 4808 300,'0'0'25,"0"0"4,0 0 13,0-2 17,0 2 19,0 0 25,0 0 24,0 0 28,0 2 35,3-2 6,-3 4 24,0-1 21,0-2 7,0-1-7,0 1-13,0 2-24,0-3-21,0 2-26,0-2-28,0 1-3,0 1-8,0 1-5,-4 2-4,0 2 16,0 2 19,-2 3 8,1 0 7,-2 2 16,5-3-2,-2-4-22,3 2-16,1-6-19,0 1-7,-3-3-16,3 1-10,0-2-5,3 0-6,-3 0-19,0-2-4,0 2 0,0-1-12,0-3-9,0 1-20,0-3-18,0 3-18,0-3-11,0 1-5,0 0 3,0 1-1,0-2-4,0 3 6,0-1 3,1 1 11,1-1 4,-1 1-1,0 1-9,1-2-8,-2 3-8,2-2-2,1 0 1,-3 0 1,2 0 4,-2 2 1,0-1 1,0 2 5,0-3 12,1 0 4,0 1 9,1-2 1,-1 2 3,2 1 0,-3-1 0,3 1 2,-3-1 4,0-1 0,0 3 2,0-2 6,3 0-2,-3 0-5,0 1 1,1-1 1,-1-1 2,0 1 0,1 0-1,1 2-4,-1 0-4,0 0-2,2 0-1,1-2 6,2 2-2,-3 0 0,3 0-1,0-3 1,0 3-3,-2 0 5,4 0 3,-1 0 7,1-2 1,-2 2 2,0 0 1,5 0 2,-7 0-2,3 0-1,1 0 1,-1 0 0,0 0 2,3 0-4,-5 0 1,5 0-5,-3 0 0,3 0-2,-1 0 3,1 0 0,-3 0 1,1 0 5,-2 0-1,-1 0 3,2 0 0,-1 0 1,-2 0-1,2 0 5,2 0 1,0 0 0,2 0 0,-2 0-1,2 0-3,-3 0-4,1 0-1,-1 0 1,0 0-3,-2 0 0,-2 0-5,3 0-1,0 0 0,-4 0 0,4 0-2,3 0 2,-3 0 0,5 0-2,0 0 3,0 0-1,-1 0 0,-1 0 0,0 0 0,-2 0 1,0 0 0,0 0 0,-2 0 3,3 0 0,1 0-1,-1 0 1,1 0-1,3 0 1,-1 0 0,-4 0-5,3 0 5,-2 0-3,-1 0-4,5 0 0,-6 0 3,1 0-4,-1 0 2,2 2 1,-1-2-1,2 3 4,-1-3-2,5 2 15,4 0 9,8-2 1,-2 2 1,4 1 1,-2 1-2,-2 0 1,-3 0 0,-1-1-3,-2 0 1,-7-1-12,-1 1-7,4-2 1,-3-1 2,3 1-1,0 0 3,5-2 0,1 2 0,2-1-4,-1 2 2,-1-1 0,2 0-1,-2 1 0,-5-2-4,0 0-2,-4 2 2,-1-2-3,0 0 1,-4 0 6,2 0-1,0 0-4,1 0 1,1 0-3,2 0 3,0 0-2,3 0-1,1 0-3,-1 0 0,-3 0-2,0 0-1,0 0 1,-1 0-1,1 1 3,-1-1-3,0 0 4,0 0-2,3 0-1,-1 0 3,1 0-2,1 0 0,-1 0 2,-1 0-1,0 0 0,2 0 0,-1 0-2,-5 0 0,2 0 5,-3 0-2,-2 0 1,2 0-1,-1 0-2,2 0 0,-1 0 2,3 0-2,-1 0-2,5 0 3,-1 0-2,3 0 1,4 3-5,-1-3 5,-1 0-1,1 2 1,-4-2-4,1 1 1,-2-1 4,0 0-3,1 3-1,-1-3 1,-3 0 4,3 0-6,0 0 2,4 1 0,-3-1 2,6 0-1,-5 2 1,4-2 2,-2 1 0,0-1-4,0 2 1,-4-2 5,0 0-3,-3 0 0,-4 0 0,-3 0 2,1 0-2,1 0 0,-2 0-2,3 0 6,1 0-3,2 0 1,0 0-2,1 0 1,0 0 0,4 0 2,0 0-3,-2 0 0,-1 0 1,1 0 0,1 0-2,-3 0 2,1 0-2,0 0 2,0-2-3,2 2 0,0 0 4,3 0-3,-1-1 2,3 1-1,-2 0 2,4 0-4,-2 0 3,1 0-2,-2 0 3,0 0-3,-4 0 0,1 0 1,-5 0 0,-2 0-1,0 0 0,-1 1 2,0-1-2,3 0 2,-2 0-2,5 0 0,2 0 1,0 0-2,-2 2-1,2-2 3,0 0-4,-2 0 1,0 0 2,-1 0-2,2 0 1,-2 0-1,2 0 1,2 0 1,-2 0 1,2 0-3,3 0 3,2 2-1,1-2-1,-3 1 1,2-1 0,2 0 1,-7 0-1,3 0 1,-1 1-2,-4 0 1,-3-1 0,-2 0 3,-2 1 0,-3 0-1,-4-2 1,3 2 6,-1-1 0,1 0 3,-1-1 1,0 1 1,0 0 1,-2 0-4,4 0 2,-2 0 0,0 1-1,2 1-2,-1-1 0,-3 0-1,0 0 1,3 1 0,-2 1 1,1-2 6,-1 2 0,-1 3 8,1-2 3,1 5 2,-2 1 6,3 4 1,-3 4 12,0 4 1,0 2 7,0 4 1,0 0 4,0 0-11,0-3-41,0-1-124,5-2-401,-7-7-605,-10-6 0,-9-4 0,-2-6 0</inkml:trace>
  <inkml:trace contextRef="#ctx0" brushRef="#br0" timeOffset="95941.931">16766 5659 986,'0'1'158,"0"-1"42,0 0 28,2 2 24,-2-4 15,0 2 16,0 0 20,0 0 12,0 0 4,0 0-100,0 0-46,0 0-42,1 0-22,-1 0-17,0 0 1,0 2 4,0 0-6,0 1-4,0 1 1,0 3-1,0 0 1,0 3 4,0-2 0,0 5-7,3 1-13,-3 0-19,0 2-12,2 0-5,-1 0-3,-1-4-5,1 1-3,0-3 4,-1-1 7,3-5 5,-1-1 2,0-2 1,3-1 3,-2 0-3,2 0-2,3 0-2,-4-2-4,2 2-13,-2 0-11,3-2-11,-3 2-5,-2 0-3,2 0-4,-2-1-6,2 1-5,-1-1-3,3 0-3,1 0-3,1-1-11,2 2 0,-2-1-3,2 2-4,0-1-1,2-1 4,-5 1 2,6 0-2,-2 0-1,-3 0 6,6 0 10,0 0 3,-3 0 4,0 0 0,4 0 3,-5 0 1,5 0 4,-1 0 3,1 0 6,0 0 1,3 0 0,-1 0 2,3 0-2,-1 0 8,-2 0-5,-1 0 0,0 0-3,-3 0 4,-3 1 0,1 1 1,-1-1 2,1 0-3,0 1 2,3-1-10,4 0 7,-1 0 3,5 0-3,-3 1-1,2 1-7,-3-3-2,0 4-3,0-1 1,-3 1 1,-1-2 5,3 1-3,-3 0-3,0 0 4,0 0 1,3-1 8,-3 1-1,6 0 4,-1-2 0,3 0 2,-2 1-6,2 0 0,-5 1 4,1-1-1,-3 2 0,0-1 0,-2-3 1,2 0-1,-3 1-2,4-1 0,-1 2 4,3 0-1,1-2-2,1 3 1,1 1 0,-2 0-1,2-3 1,-3 3-1,-2-1 2,-2-1-5,-2 0 2,0-1 3,-1 0 1,0 1-2,4 1 0,-2-2 0,5-1-2,-4 2 1,4-2-2,0 2 3,-3 0 1,1 1-3,0-3 1,-1 1 0,-4-1 2,3 1-3,-1-1 4,2 0 0,-1 0 4,1 1-3,2-1 1,-1 2 4,0 0-4,2-1 3,-2 1-5,-1-1 4,1 0-1,-1 0 2,-2-1-4,2 4 3,-1-4-3,2 0 0,-1 2-1,2-2-1,-2 3 7,3-3-5,-1 0 0,0 4-1,1-4 2,-3 2-1,0-1 2,-2 3-3,-1-2 3,0 1-1,-3 0 1,4-1 2,-2-2 4,0 1 1,3 2 5,1-1 3,2 0 5,2-1 3,0 1 1,2-1 4,1 0-3,-1 0 0,-2 1-4,2 0-2,-4 1-2,1-3-3,-3 0-4,-2 0-3,3 0-5,-4 0-1,3 0 0,0 0 0,-1 0-2,4 0-1,2 0-2,-1 1-1,0 1 0,2 0 2,-3-2-1,0 2-1,-1-1-2,0-1 5,-2 0 5,1 3 1,-3-2 5,2-1 2,1 0 0,1 0 3,3 0 0,-4 0 3,2 0 0,-1 0-1,2 0-3,-2 0-2,-5 0-5,2 0-1,-1 0-1,-1 0-3,1 0 3,-1 0-3,2 0-2,-3 0 0,4 0-1,-2-1-2,1 1 3,-1-3-1,-1 0-1,1 3 2,0-3-1,1 1 7,-4-1 10,1-1 5,0 1 1,-3-3 3,-2 1 1,1 1-1,0-2 3,-2 1-1,1-1-2,1 3-3,-1-3-9,2 3-5,-4-1 5,3 0 4,-3-1 5,4-1 0,-6 1 0,-2-1 3,4 0 0,0-1-3,-4 2 0,2-2-2,-2 0-7,0-1-5,0 0-5,2-1-4,-2 1 2,0 0-5,4 0 1,-4 3 1,0-1-5,0 2 1,0 1 0,0 0-4,0 2 3,0-1 1,0 2-6,0-3 2,0 3-1,0 0-3,0-1 6,0 1 0,0 0-1,0 0 0,0 0 1,0 0-5,0 0-8,0 0-31,0 0-40,0 0-71,0 0-107,10 0-290,-13 0-417,-1-1 0,-3-2 0,-3-2 0</inkml:trace>
  <inkml:trace contextRef="#ctx0" brushRef="#br0" timeOffset="106289.1635">16468 6372 672,'0'0'75,"0"0"33,1 0 25,1 0 19,2 0 25,-3 0 35,0 0 34,0 0 26,-1 0 23,0 0-21,1 0-18,2 0-9,-3 0 2,0 0 1,0 0-17,0 0-36,0 0-30,0 0-24,-3 1-12,1 5 8,-4 0 10,-2 8-7,-2 6-21,-5 5-16,4 4-4,3-2 3,0-2 2,4-4-2,4-7-9,0-4-52,0-3-100,2-1-183,-2-12-840,0 5 0,-2-4 0,-2-1 0</inkml:trace>
  <inkml:trace contextRef="#ctx0" brushRef="#br0" timeOffset="108886.4345">16443 6403 1002,'0'0'62,"0"0"9,0 0 17,1 0 27,-1 1 35,0 1 34,0 0 34,0-1 33,0 1 28,0-2-27,0 0 8,0-2 10,0 2-7,0 0-19,0 0-29,2 0-29,-2 0-28,3 0-28,-3 0-23,1 0-14,0 0-14,1-1-12,-1-1 0,-1 0-4,6 0-5,-3-1 2,2 0-5,-2 1-6,3-2-3,-1 2-9,2-2-3,-2 2-7,3-1-10,1 2-6,1-2 1,2 1-6,1-1-2,-1 2 2,3 0-3,-2-2 1,1 2-3,0 1-1,1-1-3,-6 1-1,1 0-3,-1 1 2,-4 1-4,-2 1-2,3 2-3,-6 0 2,2 1 1,-2 3-1,0-1 1,-2-1 4,-1 0 0,-3 0-2,1-1 4,-9 0-5,0-1-7,-3-1-14,-1 1-8,-1 0-3,5 2 0,-1-3-2,5 1-3,2-1-2,1-1-3,3-1 4,4 2 3,0-2 7,0 1 2,0 0 7,0-3 17,0 3 5,2-3 6,4 0 7,1 0 5,1 2 4,2-1 7,1-1 5,1 3 7,-2 0-3,4 0-11,-3 2-4,-1 1-2,-3 0-7,-1-1-2,-1 3 2,-3 0 4,-2-2 7,2 4 6,-2-1 2,0-1 6,-2 1 5,-1-2 3,-4 3 6,-2-4 5,-2 4 1,1-5-4,-2-1-4,1-1-4,1 0-4,-2-3-4,-2 0-3,0 0-3,-4 0-3,3 0-6,-1 0 0,3-3-2,2 0-3,2-1-19,2 1-43,3 1-98,1-1-168,20-1-675,-17 1 0,-7 3 0,6-2 0</inkml:trace>
  <inkml:trace contextRef="#ctx0" brushRef="#br0" timeOffset="111593.7867">16780 6604 847,'0'0'126,"0"0"49,0 3 35,0-3 30,0 0 27,0 0 31,0 1 21,0-2 19,0 1 27,0-1-48,0 1-15,0 0-27,0-2-24,0 1-23,0 1-18,0-3-21,0 2-15,0-1-15,2-1-21,-1 2-26,-1 0-30,3 0-19,-3-2-11,5 2-7,1 0-7,1 1-11,-2 0-7,3 0-5,4 0-2,-5 0-8,5 0-3,-5 0-4,1 0-7,-2 0-1,-2 3-4,-1 1-1,-3 1-2,0 1-6,0 2-4,0-4 0,-3 4 4,0-2-2,-4 0 5,-2 0 3,0-1 1,-3-2-1,2 2 6,2 1 3,-2-3-1,4 1-2,1-1-6,3 0-4,2 1 0,0-2-5,0-1 5,1 1 2,3 1-2,-1 0 2,2 2 5,1 1 2,2 1 5,-1-1 7,-3 2 3,2 1 3,-4 0 4,2 1 8,-2-1 3,-1 0 4,-1-1 14,0-3 12,-1 1 9,-2-3 3,-4 0 1,-1 1 1,-7-4-3,-2 0-8,-2 0-2,-1 0-12,2 0-33,0 0-56,3 0-106,8 0-217,0-13-721,4 10 0,6-2 0,4-2 0</inkml:trace>
  <inkml:trace contextRef="#ctx0" brushRef="#br0" timeOffset="112463.5932">17095 6534 809,'0'0'100,"0"2"29,2-2 33,-2 2 34,1-2 22,-1 1 16,0 0 26,4 0 18,-1-1 17,-3 0-62,4 0-5,2 0-13,0 3-14,0-6-10,-1 3 9,4 0 5,2 3-6,0-3-3,4 0-3,3 0-13,2 0-1,-1 0-12,-1 0-13,0 0-22,-6 0-35,-3 0-22,-3 0-19,-4 0-19,0 0-12,-2 0-5,0 0-15,0 0-12,0 0-13,0 0-29,0 0-43,0 0-81,0 0-100,0 2-214,0-31-466,-4 27 0,-2-1 0,-3 2 0</inkml:trace>
  <inkml:trace contextRef="#ctx0" brushRef="#br0" timeOffset="113208.0512">17062 6685 967,'0'1'133,"0"1"35,2-1 46,0 2 33,-2-1 32,4-1 30,0-1 28,1 0 32,-2 0 20,-1-1-82,3 1-20,-3 0-22,2 0-32,-1 0-15,2 0-19,-1 0-12,4 0-13,4 0-20,0 0-6,4 0 6,6 0 3,3 0 6,4 0-13,1 0-11,-2 0-13,-1 0-19,-10 0-22,-5 0-58,-5 1-59,-5 0-79,1 3-112,-3-2-59,0 3-135,-3-6-708,1 2 0,-1-1 0,-1-1 0</inkml:trace>
  <inkml:trace contextRef="#ctx0" brushRef="#br0" timeOffset="115681.8398">17865 6456 1040,'0'0'98,"0"0"55,0 0 44,0 0 37,0 0 27,0 0 17,0 0 19,0 0 22,0-2 22,0 2-54,0 0-14,0-2-42,0 1-34,0-1-33,0 0-22,0-1-18,0 3-16,0-3-19,-2-1-21,0 4-18,-5 0-11,3-2-12,-2 2-10,-2 0-3,1 0-2,1 0-4,-6 0-1,1 0-3,1 0-1,2 0-1,-6 2-1,4-2-1,-5 7-1,1-2 0,0 4 1,-3 2 1,1 1 3,2 3 7,0 1 5,1 1 6,3 0 11,2-1 11,1-2 6,5-2 8,2 0 4,-3 0 6,3-2-3,3-1-4,-1 2-2,0 0-6,3-1-6,4-2-8,0-1-7,0-2-4,3 0-4,-1-3-3,-1 0-4,3-2-3,-1 0-5,3 0-2,-2-3-13,2-1-7,-4-1-6,0-1-9,-4-2-8,-3 0-3,-2 2-3,-1 1-6,-1-1-7,0 2-1,0 0 1,-1 0 0,-1 1 0,0 3 6,0-2 3,-2 2 0,3 2 2,1-4 3,1 2 6,6 0 5,0-2 8,5 1 6,5 1 4,-2-2 1,-1 2-2,-1 0-1,-8 0 11,-2 2 36,0 3 17,-6 2 11,0 3 3,-2 1 5,-2 2 8,3-2 4,2 0 5,2-3 5,0-1-12,0-2-64,0-2-114,2-1-204,0-7-765,4 5 0,-1-2 0,4-1 0</inkml:trace>
  <inkml:trace contextRef="#ctx0" brushRef="#br0" timeOffset="116419.0173">18030 6628 1320,'0'0'139,"0"0"36,0 0 35,0 1 35,0-4 35,0 3 35,0-2 23,0 0 8,3 1 7,-2-1-78,6 2-10,3 0-11,2-3-11,9 3-22,0 0-30,-1 0-32,0 3-24,-2-3-8,-7 5-10,-5 0-18,-5 3-31,-1 2-25,-7 0-25,-2 1-22,-4-1-13,2 0-4,-2-1-4,2-2-5,4-1-3,4-3-13,2 1-5,1 0 2,0-1 2,3 1 10,3 2 11,2 4 7,6 0 7,-1 2 16,0 0 20,-3 2 18,-2-1 11,-7-2 2,1-1 4,-2-2 23,0-1 5,-6-2 11,-7-2-43,-7-3-65,-8 3-180,45-6-985,-52 3 0,-1-5 0,6 0 0</inkml:trace>
  <inkml:trace contextRef="#ctx0" brushRef="#br0" timeOffset="117764.1399">16170 6255 1495,'0'0'73,"0"0"37,0 0 30,0 1 19,0-2 7,0 1 6,0 0 11,0 0 20,0 0 15,0 0-30,0 0-12,0 1-25,3 0-5,-3 2 8,0 0 12,0 1 12,0 4 6,0 3-6,-3 2 4,-3 4-3,1 4-4,-2 6 0,-1 2-18,3 4-17,0 5-9,2 1-8,0 2 4,1 1-18,-4-2-14,2 0-10,-2-3-7,-2-3-11,1-4 0,0-5-13,-1-3 0,2-5-28,2-6-28,0-4-30,1-4-80,-1-3-181,36-4-912,-34-5 0,1-3 0</inkml:trace>
  <inkml:trace contextRef="#ctx0" brushRef="#br0" timeOffset="119795.8164">16195 6273 590,'0'0'110,"0"0"33,0 0 29,0 0 20,0 0 14,0-1 17,0 1 24,1 0 22,1-1 20,-2 0-54,4 1-18,3-3-24,-3 3-24,1 0-8,1-1 15,4 1 8,2 0-1,-1 0-10,6 0-4,1 0-9,4 0-7,-1 0 1,3 0 0,-1 0-7,2 0-24,-5 0-21,3 0-14,-4 0-4,5 0-10,0 0-7,2 0-6,1 0-11,-3 0-4,0 0-3,-2 0-6,-1 0-5,-3 0-6,0 0-8,-3 0-4,3 0-6,1 0 0,-2 0-4,1 0 0,2 0 1,-1 0-1,-1 0 2,-1 0-2,-2 0-2,-1 0-1,0 0 3,-5 0-6,-1 0 4,-3 0-2,-2 0 3,1 0 1,2 0-3,-1 0 3,5 0 1,-2 0-2,5 0 0,2 0 3,3 0-1,3 0-1,4 0-6,1 1 1,2 1 2,-2 0-3,2 2 3,-3-1-2,0-1-1,-3 2 0,0-3 4,0 0-1,-4 0 0,5-1 0,-1 0 1,0 2 0,3-1-3,0 0 3,1 1-2,-5 0-1,0-1 1,-4 2-2,2-1 2,-7 1 0,1-1-1,2-1 2,-1-1 0,1 3-2,3-3 2,3 0 2,0 1-4,5-1 3,-1 0-1,0 1-1,-1 1-1,-2-2 0,3 0 3,-3 1 0,1-1-1,3 0-2,-1 0 6,1 0-4,0 1 3,2-1-1,-3 0 2,3 3-2,-2-3-1,1 1 0,-4-1 1,2 0 2,-3 2-5,-1-2 1,-2 0 0,1 0 1,2 0-1,-1 0 0,4 0 1,0 0-2,4 0 0,0 1-2,4 2 4,-1-3 0,-4 0-2,-3 2 0,-7-2-1,-2 0 0,-4 3-1,-7-3 2,-2-3 4,-2 3 0,1 0 2,-4 0 5,2 0 10,0 0 0,2 0 0,-2 0-4,0 0-4,0 0-1,0 0 0,1 3-7,-1-2 4,0 0-5,0 3-9,0 1 8,0 0 13,0 0 5,0 1 8,0 4 5,0 0 2,0 2 20,0 1-2,0 2 2,0 0 5,0 1-2,0 2-7,0 2 8,0-1 1,0 2 8,-1 2 2,-2 1-7,-2 5-2,-1-2-4,-1 4-2,3-2-4,1 5-11,3-2 2,-3 2-2,3-2-16,0 1-1,-2-2-1,0-3-2,-2-1 9,2-1-1,0-5-7,-1-3 12,3-3-7,-3-6-42,0-1-69,-1-3-164,29-4-1205,-32 0 0,-1-5 0,-3-1 0</inkml:trace>
  <inkml:trace contextRef="#ctx0" brushRef="#br0" timeOffset="121665.5367">16027 6884 1546,'0'0'125,"0"0"30,0 0 23,0 0 24,0 0 23,0 0 16,3 0 18,1 0 22,-1 0 24,4 0-53,-2 0-31,2 0-19,1 0-16,0 0-21,0 0-16,3 0-13,0 0-16,3 0-22,1 0-23,5 0-22,-7 0-19,7 0-11,-1 0-6,5 0-4,1 0-4,0 0-6,0 0 2,0 1-2,0 0-1,1 1-1,3 2 1,0-1 0,3 0-2,-1-2 0,0 1-1,-3 1 1,0-2-3,4 1 1,-7-1 3,3 2-1,-2-2-1,2 1 0,-3-2 1,0 1 0,0 1 1,1-2 0,-4 2-1,3-2 1,0 1-3,0-1 2,3 2-1,-2-1-2,-1 3 1,1-2 0,-1 0-3,-1 1 2,1-1 2,0 0-2,1 2 3,1 0-3,1-2 0,-1 1 6,-1 1-2,-1-2-1,-1-1 3,1 2-2,-3-2-3,-1 1 2,1-2-1,0 3 1,1-3 2,4 0-3,1 2-1,1 0 2,4 0-1,-2-1 0,1 3 3,1-1-4,-4 1-1,-1-1 0,-3 1-3,-3-2-4,-1 1 1,-3 0-2,3-1 3,-5 0-3,4-2 2,-1 1 2,4-1 0,0 1-1,1-1 4,0 3 4,-1-3-3,-1 2 3,0 1-1,-5-2 1,1 0-3,0 0 1,0-1 2,-4 0 0,2 0-1,1-1 0,-2 2 1,-2-1 0,8 0-2,-5 3 4,4-2-1,-1 0 1,-2 0-2,1-1 1,-2 0 2,1 0 1,-3 0 3,1 0 1,0 0-1,-1 0-1,1 0 2,-1 0 0,-1 0 1,-1 0-3,2 0 1,0 1 1,-3-1-6,3 0 1,-4 0 2,0 0-3,-1 0 3,-3 0-2,-2 0 3,0 0 1,-1 0 2,1 0 1,-3 0 3,2 0-1,0 0-1,-2 0 1,1 0-2,-2 0-10,1 0-39,-1 0-99,0 0-103,4 0-239,-5 0-409,-1-1 0,1-1 0,0-3 0</inkml:trace>
  <inkml:trace contextRef="#ctx0" brushRef="#br0" timeOffset="123910.8646">22755 1834 1599,'0'0'97,"0"0"43,3 0 41,-3 1 32,1-2 23,-1 1 30,1 0 27,-1 0 11,0 0 6,0 0-59,1 0-43,-1 0-50,0 0-46,0 0-27,0 1-16,0 2-20,0 3-18,0 3 3,-2 7 10,-2 1 12,0 5 19,-2 4 12,-1 0 9,3 0-2,0 0-7,0-2-6,1-2-9,3-6-10,-1-1-16,1-3-8,0-5-21,0 0-27,0-2-80,0-3-119,8 0-827,-10-2 0,-3-2 0,4-4 0</inkml:trace>
  <inkml:trace contextRef="#ctx0" brushRef="#br0" timeOffset="124558.1318">22790 1987 884,'0'0'21,"0"1"82,1 1 60,-1 0 43,1 1 11,4-2 13,1 0 14,0-1 25,5-1 15,2 0-1,-1-2 4,2-1-74,7-2-56,-4-2-34,2 1-9,-3 2-13,-1-2-12,-3 5-31,-7-1-32,1 2-28,-5 0-30,-1 1-28,0 0-30,0 0-50,0 0-72,0-3-56,0 1-77,0-6-239,0 6 0,-5-1 0,2 2 0</inkml:trace>
  <inkml:trace contextRef="#ctx0" brushRef="#br0" timeOffset="124900.1057">22803 2031 1714,'0'3'162,"0"1"45,2 0 20,-2-1 5,0-1 6,5-1 6,-1 1 13,4 1 38,0 2 37,3-2-88,0 2-47,3 0-33,-6 2-15,5 0-5,-8 0-2,2 2-4,-1-2-13,-2 0-45,-4 0-98,0 1-141,3-2-196,-3-10-596,0 8 0,1-4 0,-1-3 0</inkml:trace>
  <inkml:trace contextRef="#ctx0" brushRef="#br0" timeOffset="127155.8306">23143 2033 1100,'0'3'149,"0"0"45,0 0 36,0 0 33,0-1 26,0-2 22,0 0 37,0 0 31,0 0 23,0 0-80,0 0-41,0 0-38,0 0-27,0 0-17,2 0-17,-2 0-14,5 0-34,5 0-30,5 0-22,4 0-17,1-1-21,3 1-49,-3 0-121,-6 0-170,29-3-759,-32 3 0,-1-1 0,-3-1 0</inkml:trace>
  <inkml:trace contextRef="#ctx0" brushRef="#br0" timeOffset="128481.0393">23534 1910 1002,'0'2'108,"0"-2"37,2 1 28,-2-1 16,0-1 10,0 2 15,0-1 14,0 1 14,0 0 14,0-1-72,1 0-21,-1 1-31,0 1-9,0-1 19,0 1 25,0 3 10,0 1 5,0 3 18,0 3-2,0 0-3,-1 5 4,-2 4-4,-3 0-18,1 2-31,1-1-36,1-2-24,0-5-19,3-2-29,0-4-9,-1-3 1,1-2 1,1-3 1,-1-1 1,0 0-3,0 0 3,0-1-2,0-3-5,0-3-7,0-2-9,3-3-18,-3-3-23,6 0-18,0-2-4,3-2-5,-2 2-6,1 0-5,2 0 4,-4 1-4,2 3 4,-1-1 5,1 3 12,-4 1 11,4 3 1,-5 3 0,0 0-7,-3 2-4,1 2 0,-1 0 4,2 2 1,-2 3 5,0 3 1,0 1 5,0 5 2,1 0 4,-1-1 16,3 3 5,-3-2 4,1 0 5,0-2 2,1-5 0,-2 1 5,3-4 4,-2 0 18,-1-4 11,2 0-1,2 0-6,3-2-10,5-1-44,-1-4-58,6-3-56,-1-3-56,1-4-32,0-1-18,1 2-10,-6 0 5,3 1 16,-2 3 39,-5 3 66,-2 3 63,-3 3 50,-3 2 49,0-2 29,0 3 28,0 3 31,0 0 19,-3 5-1,0 2-7,-5 5-7,0 5 0,0 0 20,-1 3 10,6-1-1,3 0-21,-3-4-29,3-1-49,3-5-172,-3-8-858,0-1 0,0-3 0,0-4 0</inkml:trace>
  <inkml:trace contextRef="#ctx0" brushRef="#br0" timeOffset="130501.3052">23971 2012 1488,'0'0'53,"0"0"35,-1 0 27,-3 0 28,3-1 21,-5 1 18,2 0 13,-2 0 15,2 0 14,-4 0-14,-2 0-11,0 0-26,-2 0-11,-1 0-19,-2 2-12,1 3-7,0 5-6,3 2-9,3 1-6,5 1-13,3-1 2,1-3 6,6-1-10,5-2-4,4-1-19,5-3-36,7-2-31,-3-1-10,-3-1-19,-3-2-8,-5 1-11,-4-2-4,-7 2-13,-2-1-29,-1 1 6,0 2 39,0 2 35,0 1 13,0 1 19,0 3 8,1 0-28,1-1-103,19-4-329,-12 0-336,-2-4 0,6-4 0,2-2 0</inkml:trace>
  <inkml:trace contextRef="#ctx0" brushRef="#br0" timeOffset="131083.0418">24157 2048 2890,'0'7'128,"0"2"40,0 5 37,-1 3 10,-4 4 7,3-1 20,-2 2 13,1-1 25,2-2 12,1 0-77,-2 0-38,2-2-37,0-1-34,0-2-7,0-3-8,0-3-18,0-1-8,0-6-17,0-1-8,-3 0-4,3 0-7,0-1-7,-2-4-4,2-5-7,0-6-4,0-7-19,2-6-26,3-5-14,1 0-1,4 2-5,1 5 1,-1 2 8,0 8 1,1 4 9,-3 1 7,3 4 18,-4 2 22,3 5 6,0-1-2,0 2 6,-1 0 6,3 3 4,-2 3 12,-1 3-3,-4 4 0,-1 2-1,-4 0 1,1-2 2,-2-3-3,-7 1-66,-2-1-239,-8-29-868,-5 22 0,-4-3 0,5-3 0</inkml:trace>
  <inkml:trace contextRef="#ctx0" brushRef="#br0" timeOffset="132361.4862">25023 1923 2071,'2'0'137,"0"-1"32,3 1 21,-2-1 26,-2-2 22,2-1 29,-3 0 29,3 0 25,0 1 20,-3-1-92,0 2-29,0-2-31,0 4-14,0-2-23,0 0-21,0 1-31,0-1-31,0-1-27,-3 1-21,-1-3-12,-3 0-11,0 1-7,-3 2-7,2-1-8,-2 3-2,-2 0 2,-1 3-1,-1 1 2,-2 5 0,-1 4 5,-1 5 2,0 6 7,3 1 1,5 3 3,3-2 4,4-1 4,2-3 6,1-5 3,0-1 3,0-2 5,0-3 3,0-2-2,-4-2 0,2-1 2,2-3-4,-2 1 1,-1-1-5,3 0-1,-3-1-3,0 0-4,3 0 0,0-2 2,0 2 0,0-1 1,0-1 2,0 0-4,0 0-6,0 0-30,0 0-53,0 0-123,3 0-166,0-19-626,0 13 0,-1-3 0,0 0 0</inkml:trace>
  <inkml:trace contextRef="#ctx0" brushRef="#br0" timeOffset="133181.1525">25021 1934 713,'-1'-1'11,"-5"-2"15,2 3 40,-1-1 36,0 0 18,1 1 11,0 1 6,1-2 12,2 1 16,-5 0 1,1 0 8,1 0 2,-4 0-17,-1 1-17,-5 3-2,2 0 6,-8 4 4,2 2-8,-1 2-11,-2 1-3,3 2 2,0 1-10,4-3-22,3 2-6,4-2-3,4-2 3,1 0 9,1-2 29,1 0 4,0 0 4,0 1-1,1-1-2,-1-2 0,0 2-8,0-3-13,0 0-18,0 2-16,0 2-33,0-1-5,0 3-13,0-1-7,0 3-3,0 0-1,-1 2-5,-4-1 2,2 0-3,-1-2 3,0-3-6,1 0-3,0-5-3,3-3-16,0 2-52,0-4-155,56-6-814,-55 1 0,-1-4 0,0-3 0</inkml:trace>
  <inkml:trace contextRef="#ctx0" brushRef="#br0" timeOffset="133475.0462">24754 2087 1110,'0'2'211,"5"1"74,0-1 65,8 0 56,1-2 35,11 0 16,5 0 7,8-1 4,1 1 0,1 0-144,-7 0-172,-6 0-259,24-6-898,-40 4 0,-11 0 0,-8-1 0</inkml:trace>
  <inkml:trace contextRef="#ctx0" brushRef="#br0" timeOffset="134137.562">24580 2069 1912,'0'0'-25,"0"0"13,-1 0 15,-2 4 35,0 1 34,-8 6 20,3 1 24,-3 4 34,1 0 42,7-1 42,3 0 36,0-5 18,3 1 25,7-6-25,2-3-24,9-1-16,5-4-22,3-1-32,-6-2-42,-4-4-24,-5-1-40,-7-2-53,-4 0-55,-9-1-26,-1 0-26,-8 2-40,0 5-62,-4 4-94,7-3-236,-1 6-310,7 0 0,6 0 0</inkml:trace>
  <inkml:trace contextRef="#ctx0" brushRef="#br0" timeOffset="135233.4162">25461 1939 1046,'0'0'88,"0"0"41,0 2 40,0-1 34,0-2 33,0 2 27,0-1 24,3 0 16,-3 0 13,0 0-38,0 0-9,0 0-24,0 0-29,0 0-27,0 0 11,0 0-10,0 0-26,0 0-17,0 0-18,0 0-28,0 0-24,0 1-5,-3 4 13,-3 2 7,-5 7-30,-1 9-9,-5 8 8,-1 4 1,-1 1 8,6-2 15,3-4 7,2-6-5,5-8-21,2-4-12,1-5-34,-3-3-54,3 0-103,0-3-297,-3-38-686,3 32 0,-5-6 0,3 1 0</inkml:trace>
  <inkml:trace contextRef="#ctx0" brushRef="#br0" timeOffset="135861.6227">25362 2044 993,'3'-1'130,"1"0"58,2-2 40,-1 0 14,1-2 26,-2 1 25,-1-2 39,3-3 42,-2 3 19,0-3-71,1 3-51,1-2-51,0 3-38,-1-2-13,2 3-24,7 1-17,1 1-26,2 0-30,2 0-16,0 2-1,-3 0-8,-1 2-5,-4 2-2,-1 1-7,-6 5-21,-1 2-31,-2 0-49,-5 2-49,-6-1-18,-2 1-15,-6-1-3,4-4-2,1-2-18,5 0-10,4-4 15,0 1 11,2-1 34,2-1 34,0 3 30,0-1 26,0 5 53,2 1 30,2 0 37,0 5 43,2-2 28,-2 1 17,1 1 10,-3-4 3,-1-1-11,-1-4-28,0 0-36,-3-2-26,-5-2-64,-3 1-129,-4-3-209,-2-16-620,-1 11 0,7-2 0,7-3 0</inkml:trace>
  <inkml:trace contextRef="#ctx0" brushRef="#br0" timeOffset="136302.0989">25676 2148 3569,'2'0'133,"3"0"23,-2 0 5,5 0 10,3 0 5,1 0 0,6 0 1,-1 1-4,-3 4-4,-1 2-94,-8 4-45,-2 4-25,-3-1-8,-5 2-15,-5 1-5,-6 2-3,-5 0 3,-2 1 3,2-2 3,6-2 2,7-5 9,2-4 25,5-1 21,1-2 31,2-3 19,5-1 9,8 0 4,10 0 5,12-1-10,7 3-107,18 3-347,-6-4-700,-5 1 0,-7 0 0,-9-7 0</inkml:trace>
  <inkml:trace contextRef="#ctx0" brushRef="#br0" timeOffset="138249.1533">22651 2354 1164,'3'0'44,"0"0"16,2 0 14,2 1 4,0-1 5,0 0 10,-2 1 33,2 0 30,-1 1 21,-2-1-27,2 0-4,-1-1-12,-2 0-5,1 0 2,3 1 10,-2 2 4,1-3-22,2 1-10,2-1-12,1 0-4,2-1-4,2 2 0,1-1-3,0 0-2,3 0 22,5 0 2,5 0-8,0 1-17,6 0-9,1 3 0,1 0-4,-1 0-4,3 2-4,-3 2-4,2-1-32,-1-2-14,2 2-4,1-2 0,-1-3-1,1 1-2,0 1 3,-1 0 3,-1 0-2,-1 0-1,2 1-3,-4-1 2,2 1-1,-4-1 0,-2-1 0,-2-1-3,0 1 4,-3 0-3,1-2 6,2 2-1,-1 0 1,1-1-2,1 1 3,2-1 0,0-2 0,4 3 5,-1-1-4,0 2 2,1-1-6,-3-2 3,2 1 0,-3 2-3,-2-4-4,0 2 1,2 1 1,0-1-5,3 0 1,0 1 0,0-2 0,3 0 0,1 2 2,2-3-2,0 0 1,0 2 2,1 0-3,1-2 5,0 2-2,-1 1-3,-2-2 1,3 0 0,-5 1-4,3 0 4,-1 0 1,2-1-5,-1 1 2,4-2-2,-2 1 0,3-1 1,2-1-1,2 2 0,1-1 1,3 1-1,-4 0-3,-3-1 3,-1 2 2,-7-1 1,-7-1 1,-4 0 1,-12 3-10,-7-3-116,-7 0-162,15 0-248,-21 0-347,-2 0 0,-3 0 0,-8-3 0</inkml:trace>
  <inkml:trace contextRef="#ctx0" brushRef="#br0" timeOffset="140636.0099">22269 3380 1827,'2'0'114,"-2"0"31,0 0 17,4 0 16,-2 0 11,-2 0 4,1 0 5,0 0 8,2 0 16,-3 0-67,0 0-20,0 1-15,0 1 8,0 1 5,0 0-3,0 2 17,0 0 14,0 0 3,0 2-13,0 0-9,1 1-5,-1 0 0,2 3-20,-1-1-19,1 3-5,-2 1-15,0 1-17,0 1-3,0 5-3,0 1 1,0-3-11,0 2-12,0-2-1,0 2 7,0-4 4,0 2 5,0-3 7,-2 2 18,-1-3 5,2 4-7,-2-1 9,2 2-9,0-1 0,-1 1-10,2 0 2,-4-2-12,2 2-9,2-3-19,0-1-8,0 0-3,-2 1 0,2-1 10,-4-2-2,4 1 1,0 0-3,0 1 10,4 0 6,-4 1 0,0 1 11,0 0 13,0 0-5,0 0 2,0 2 11,0 1 0,0 0-2,0-1-4,0 3-8,0-2 2,0 0-12,0 3-3,-4-3 1,4-3-8,0 3-9,0-1-1,-2 0 0,2 2-6,0-2 2,0 1-3,-2 2 2,0-1-5,2 3-1,0-1 6,-3 2-10,2 2-2,-1-2-1,1 4 0,-3-3-4,-2 2 13,2-1-3,2 0 1,-4-4 2,5 0-2,-2-2 4,0 0 6,1 1-2,1-5 0,-3 3 3,3-2-17,-2 0 2,0-2 4,0 2-7,1-2-3,0-1 3,-2 0-3,0 1-1,1 0 0,-1-2 0,1 3 0,-2-3 0,2-2 0,0 3 0,-1 1 0,1 1 0,0-2 0,-1 2 0,1 1 0,-1-1 0,2 1 0,-1 3 0,-3-3 0,3 4 0,2-4 0,-3 2 0,2-1 0,0-2 0,0 0 0,2 1 0,0 1 0,-2 0 0,-1 1 0,0-1 0,0 0 0,2 1 0,-3-3 0,3 2 0,0-2 0,-1 0 0,-1 0 0,3-4 0,0 1 0,0 0 0,0 0 0,0-3 0,0 5 0,0-3 0,0 2 0,0-2 0,0-1 0,0 3 0,0 1-5,0 1-2,0 0-1,0 0-3,0 3 11,0-5-5,0-1-6,0-3-8,0 0-26,0-4-47,0-1-66,0-2-129,15-2-465,-12-5-606,-3-11 0,3-7 0,-1-16 0</inkml:trace>
  <inkml:trace contextRef="#ctx0" brushRef="#br0" timeOffset="143782.5777">22315 3372 1046,'2'0'98,"0"0"23,0 0 12,2 0 16,-1 0 16,1 0 10,-3 0 23,2 0 24,-3 0 22,2 0-44,2 0-9,1 0-11,-2 0-3,5 0-4,2 0-10,0 0-1,1 0-20,6 0-20,2 0-22,3-2-25,3 2-18,0 0-13,2 0-9,-2 0-7,0 0-8,2 0-8,2 0-6,-1 0 0,7 0-4,6-2 2,3 1 0,4-1-2,6 1 0,3-2-4,-1 3 2,-3-1 0,-4 1 2,-5 0 0,-4 0 2,-6 0-4,-2-1 0,-6-1 4,3 1-1,-4 1 2,0-1-1,1-2-2,4 1-1,3-2 0,1 2-1,4-1 2,-2 2 2,1 1-7,1 0 3,-6 0-2,1 0 0,-1 0 3,-3 0-3,3 0 0,1 0 1,3 0 0,0 0-3,2 0 2,-2 0-1,0 0 0,-4 0 2,-3 0-4,-2 0 5,-3 0-1,1 0 1,0 0 1,3 0 1,1 0 0,2 0 0,4-2-1,-1 1 2,2 0-1,-4 0-2,-3 1 0,-3 0 1,-5 0-1,0 0-1,-1-1 1,1 1-1,4 0 0,0 0 0,6 0-1,1 0 2,1 0-1,0 0-1,1 0 0,-5 0 0,-2 0 1,-4 0 1,-4 0 2,-2 0 0,4 0 1,-2 0 0,2 0 0,1 0-1,-1 0-1,4 0 2,3 0-1,-2 0 2,3 0-4,-1 0 0,1 0-1,0 0 2,-1 1 0,1 0 0,0-1 2,0 0-2,-2 1-1,0-2-2,2 2 3,2-1 0,1 1 1,1 1 0,1-2-1,1 3 2,3-1-4,-2 0 1,4 2 1,-1 1-6,1-4 0,-5 3-22,1 0-2,-3-2 0,-1 1-3,-1 0-1,-1 0 4,-2-3-2,-2 2-15,-2 1-4,-1-1-15,-6 1 4,-1-1-11,-3-2-8,-2 0-7,-4 0-5,-1 0-9,1 0-13,-3 1 8,0-2 0,-1 2 14,-2-1 16,2 1 12,-3-1 0,3 2 1,-3-2-13,0 1-9,0 0 6,0-1 13,0 3 16,0 2 18,0-1 38,0 4 22,0 1 25,0 0 31,0 0 34,0 4 22,0 1 16,0 2-5,-3 3-1,-1 2-9,1 2-26,-4 5-15,1 2-18,0 0-19,0 6-11,0-1-2,1 0-5,-1 3 0,2 0-1,-2 0-2,1 1-4,0 0 6,2-1 10,1-1 1,0-1 7,0 2 1,-2-2 7,4-1 0,-4 1-2,0-3-1,0 2-6,-3 1-11,-1-3-10,2 2-3,-3 1-9,0-1-3,0-1-7,2 1-4,-3-1-2,4-2-2,3 1 0,-3-2 1,2 1 0,3-1 0,1 2 7,-1-1-2,1 1 0,0-2 1,-2 1 1,0 0-1,0-5-2,-2 2-2,-2-1 2,1 1-2,-2-3-7,1 2-1,2 0 3,0-3-1,0 2-2,2-1 3,0 3-1,-1-4 2,0 2-6,-1-1 5,0 3 0,1 1 3,-1 3-3,-2-3 2,3 4 0,-1-1 1,3 1-1,-2-1-1,3 0 4,0-1-8,0-4 1,-2 1-13,4 0-10,-2-2-23,0 0-6,0-4-8,0 1-1,0-3-3,-2 0-17,0 0 1,-4-3 0,-1 1 8,2-3 12,0-2 16,3-2 6,2-3-9,0 2-8,0-2-2,0-2 4,0-2-30,0 1-41,0-3-82,7-1-213,-6-2-343,2 2 0,-2-6 0,1-5 0</inkml:trace>
  <inkml:trace contextRef="#ctx0" brushRef="#br0" timeOffset="146351.1296">22138 6053 1475,'1'1'131,"5"1"41,-3-2 22,1 3 17,1-3 20,-1 0 29,2 1 26,4-2 19,-1 1 18,1 0-61,1 1-18,1-1-30,1 1-15,-1-1-10,3 0-13,1 1-28,1 1-25,2-2-12,3 1-19,3 0-27,3 0-23,-1 0-10,-3 1-9,4 0-5,0-1-7,3 1 2,2-1-5,4-1-6,2 0 1,0 2 0,0-2-2,2 2 2,-2 1-4,0 0-3,-3 0-6,-3 0-3,5-3 0,-4 5-1,1-4 2,1 2-2,-1-2 2,-2 0-6,2 0 9,5-1-1,-3 0 5,3 0 0,-1 0 0,0 0-2,0 0-5,-2 0-1,1 0-4,-2 0 5,-1 0-2,-1 0 2,1 0 1,-2 0 0,-1-1 3,1 0 4,3 0 4,-1 1 2,0-2 1,1 2 0,0 0 0,-1 0-2,-1-1 0,-2 0 6,0 1-7,1 0-1,-1-3 2,-5 1 2,6 2-2,-1-3 4,-2 1 1,2 1 3,1 1-2,1 0-3,-1 0 3,2 0-1,-3 0 2,-3 0-4,0 0 4,-1 0-4,-1 0-3,-3 0 2,1 0 1,0 0-1,1 0 0,-1 0 3,4 0-4,2 0 6,5 0 2,0 0-2,0 1 3,0 4-4,2-3 2,-7 1-1,0-1 1,-2 0 2,-5-1 1,2-1-5,-2 0-3,-1-1 2,-3 2-1,2-2-1,-3 1 2,1 0-1,5 0 1,-2 0-6,5 0 0,0 0 0,-2 0 0,-1 0-2,-3 0 1,-2 0 0,-5 1-1,-3-1 4,0 0 1,-6 0 2,4 0-1,-3 0 1,3 0-1,2 0 2,3 0 0,0 0-1,2 0 1,-1 0-5,-1 0 1,-1 0-3,-2 0 1,1 0 2,2 0-1,-6 0-2,3 0 0,-1 0 2,1 0-2,1-1 2,-1 1-2,2-2 2,-5 1 1,3 0-2,-1 1 3,-1-3 1,1 1-3,3 2 1,-3-3 2,4 3-2,0-3 2,-1 0 1,-4 3-1,3-3 7,-5-1 12,-4 1 15,2 0 7,-4-2 0,2 1 2,0 0 1,1 1-2,-1 0 0,0 1 0,0-1-6,0-1-14,-1 1-17,-2 1-1,2 0-5,-3-1-1,2 1-1,0-3 1,0 1-1,-2 0 0,4-1 2,-3 2-3,-1-4-9,2 1-28,-2 2-30,0-4-66,0 1-111,0-3-266,-3-5-514,-5-3 0,-2-2 0</inkml:trace>
  <inkml:trace contextRef="#ctx0" brushRef="#br0" timeOffset="149268.9977">22269 3838 66,'0'0'97,"0"-1"27,0 0 20,0-1 15,0 2 23,0 0 29,0 0 34,2 0 19,-2 0 5,0 0-59,0 0-49,0 0-31,0 0-22,0 0-18,0 0-22,0 0-30,0 0-33,0 0-24,0 0-13,0 2-23,0-1-21,0 0-32,0-1-35,0 0-39,4 0-27,-4 0-10,0 1-1,0-1 2,0 1 10,0-1 32,0 2 43,0-1 58,0 2 53,0 0 63,0 0 49,0 0 43,0 2 30,0-2 18,0 1 11,0-1 3,0-1-2,0 1-3,0-2 2,0 1-8,0-1-10,0 1-24,0-2-14,0 1-6,0 0 2,0-1 13,0 0 10,0 0 13,0 0 4,3 0 1,2 0 3,5 0 0,0 0-10,1 0-6,0 0-12,2 0-18,-1 0-23,2 1-30,3 0-23,-1 0-12,2 1-13,7-1-11,3 2-2,1-2 4,8 0 7,-2 2-2,1-2 5,-3 0 0,-1 3 0,-4-2-2,-3-2 1,3 3 1,-3 1-2,0-3-9,2 1-5,-3 1-4,6-3-4,1 2 1,0-2-2,2 1-1,4 2-2,-5-1 0,0 1-2,0-2 2,-7 3-2,-3-3 1,3 2 0,-4-1-2,-2-1 2,4 1 3,2 0-2,0 0 0,5 0 1,-1-1 0,6 2-3,-1 0 0,1-1 0,0 2-2,-1-1 1,-2 0-1,-4 0-4,4 2 3,-3-2 0,2 0-1,1 1 5,1-2-5,0 2 1,0-2 3,2 0 0,0 0 0,2 2 2,1 0-1,-3-1-2,2 0 2,-4-1-3,2 3 5,-2-1-8,2 0 1,1-1 1,-3 2-1,5-3-4,-1 0-5,3 2 4,-1-1 0,0 0-1,1-2-1,0 0 7,-2 2-1,-1-3-1,0 0 1,0 2 4,-1-2 7,-2 0-5,-2 2-1,-1-1-2,-5 1-4,-1-1-7,-4 3-12,-2-2-8,-1 1-3,1-2-2,-1 1-8,4-1-2,0 0-15,3-1-2,2 4-7,-2-1-7,3 0-4,-1-2-19,-4 2-13,-4 1-12,4-1 2,-3 1-8,-1-2 6,1-1-7,3 0 1,1 0-6,0-1-1,1 1 19,1 1 15,-3-2 14,3 0 2,-3 1 15,1-1 12,4 2 30,-2 1 28,1-1 33,1-1 26,3-1 7,0 0 6,-2 0 1,0 0 2,1 0-4,-5 0-5,-1 0-19,-3 0-15,-4 0-13,-2 0-4,0 0-1,-1 0-3,-2 0 1,5 0 2,0 0 3,2 0 3,0 0 7,-1 0 0,-2 0 1,-1 0-6,-4 0 5,-1 0 3,-1-1 2,1 0-3,1 1-1,-1 0-6,-4-1-11,-2 1-58,-2 0-104,-2-3-109,-4 1-380,-4-2 0,-2-1 0,2-4 0</inkml:trace>
  <inkml:trace contextRef="#ctx0" brushRef="#br0" timeOffset="151491.1601">22269 4631 1616,'2'2'67,"2"-2"9,-1 0 23,2 3 41,1-2 34,-1-1 29,1 0 24,1 0 31,0 0 14,3 0-48,-2 0 2,-1 0-1,1 0-17,-1 0-37,0-1-33,3 1-27,2 0-22,3 0-26,2-1-11,4 1-12,0 0-4,6 0-7,1 0 0,3 0-5,0 0 0,-4 0-2,2 0-1,-8 0-1,1 0-2,-1 0-2,-2 0 1,4 0-2,1 0-1,1 0-1,4 0 2,2 0 4,5 0-2,3 0 1,0 2-2,1-1-1,-1 1-1,-3 2 0,-4-2-4,-3 0 2,-4 0-2,0-2-4,0 0 0,1 1-3,-1-1 2,1 0 0,1 1-2,1 0-1,2 1-1,-2 1 1,2 1-4,2 0 2,3-1 2,1 2-4,0-1 2,3 1 0,1-2-2,-4 3 2,-1-3 0,-2 1 2,-5-1 0,1-1 2,-4 1-3,0-2 4,1 2-3,3-1 3,3 0 1,4-1-2,2 2-1,2 1-1,1-2 2,0 1-3,1 2 1,-4-1 1,3 2-1,-1-3 1,0 2 0,-4-2 0,1 2 3,1-3 0,-3 1-1,-1 1 7,4 0-2,-1-1 3,2 2 8,1-1-4,5 1 0,-1-2 3,0 1 0,2-1-2,-2-1 0,-2 0-4,0-1 0,-3 1-4,-3 0-3,-1-2-1,-2 3 0,0-2-3,0 0-1,-1-1 0,0 2 2,1-2-1,-2-2-1,-2 2 0,-1 0-1,-3 0-1,-4 0 3,-1 0 1,2-1 1,-2 0-1,-1-2-3,2 0-1,-2-1 1,-1-1-1,5 1 1,-1 2-2,0-1 2,0 0-1,-2-1-2,3 3 1,-4-3 3,0 1-2,0-2 1,-4 0 0,2 2 0,-4-1 0,-1-3-4,1 2 3,-1-1-1,-1 0-2,-3 2 0,2 0 4,-2 0-2,-1 0 1,2 0-1,0 0 0,-3 0-19,1 3-137,-2-3-309,-3 2-503,-6 0 0,-6-4 0,-14-4 0</inkml:trace>
  <inkml:trace contextRef="#ctx0" brushRef="#br0" timeOffset="154049.0572">22204 5185 748,'0'1'126,"0"3"31,0-2 24,0 3 17,0-1 10,0-4 16,0 2 20,0 0 36,0 0 33,0-2-50,0 0-6,0 0-16,0 0-18,0 0-11,0 0-8,0 0-15,0 0-18,0 0-31,0 0-25,0 0-5,3 0-32,0 0-8,1 0 6,6 0 4,1 0 0,0 0 0,6 0 0,2-2-6,2 2-9,1-2-15,2 2-15,-5-2-6,2 2-16,3 0-7,-5 0-8,2-3 4,1 2-4,0 0 4,-1 0-2,1-2 0,3 2 0,-4-1-2,0 0 7,-2 0-6,2 1 4,-6-2-2,2 3-6,-5-1-4,2 0-5,0 1-8,3 0-6,-1 0 1,2 0-8,3 0 3,0 0-4,-3 0-4,-1 0 6,-1 0 2,2 0 6,-1 1 8,1 0 2,4-1-2,-1 3 6,4-2-3,-3 1-9,3 1-25,0 0-39,-3 1-14,2 0-14,-2-2-4,-1 2 2,0-3 3,1 1-2,0-1 4,-4-1 13,-1 0 30,2 0 39,-1 1 12,1-1 15,3 1 6,-2 0-4,1 0 2,4-1 3,0 2 4,2 0 12,3 1 20,-1-1 10,-2 0 15,1-1 8,-1 0 10,-4 0 11,-1-1 4,2 0 7,0 0 0,2 0-10,0 0-16,1 0-8,3 1-13,-1 0-9,-1 2-10,-2-2-9,2 3-4,1-2-8,-1 0-5,1 0-1,1-2 0,4 0 7,-3 1 4,4-1 12,-1-1-2,-3 1 3,0 0-1,-1 1 2,-2-1-4,4 2 0,3-2-5,-1 3-7,1-2-4,3 0-12,-1 1 0,1 0-2,2-2 0,-4 3-1,1 0 2,1-3-1,-4 1 4,0 2-3,-1-1 1,-2 2 1,-2-1 1,-3 0-1,-1-2 2,-4 2-2,1-1 1,-2-1 0,3 0-1,-4-1 1,1 0 1,-2-1-3,-2 1 2,0 0 1,-4 0-5,3 0 0,0 0 0,0 0-3,2 0 1,3 0-3,2 0 0,0 0 0,2 0-3,1 1-4,-1 2 3,1 0-3,0 0 1,-1 1 1,0-2-1,-3 1-2,4-1 2,-5-2 0,3 3-2,3 1 1,-1-2 1,4 4 2,-4-2-2,3 1 1,1-3 2,-4 1 2,4-1-4,-5 0 4,-4 2 4,-3-3 0,1 1 2,-4-2 0,1 0 7,0 0-1,-1 2 0,3-2 3,-2 0 0,-2 0 1,-1 0-3,-1 0 0,-4 3 4,2-3-5,-7 1-5,0-1 0,0 0-9,-2 0-38,0 1-63,0 0-106,2-1-210,-2 0-544,-2 2 0,-2-6 0</inkml:trace>
  <inkml:trace contextRef="#ctx0" brushRef="#br0" timeOffset="156367.0164">23009 3389 1162,'3'0'136,"-3"0"46,2 0 42,0-1 36,2 1 22,-3 0 18,1-2 20,-1 1 27,0 1 23,-1-3-68,0 2-41,0 1-45,0-1-42,0-1-32,0 2-16,0 0-14,0 3-8,0 2-12,-2 3-8,-1 4-9,-3 6-1,1 3 8,-2 5 4,0 4-3,-3 2-2,3 0 0,0 3-10,-1-2-12,4 2-14,-2-6-7,2 4-7,4-6-5,-2 0-1,0-1-3,2 1 5,-4-2-8,1 2 10,-1 2-9,-2 0-5,0-3 2,-2 5-4,0-2 4,-1 1-6,2-2 2,-2 2-1,1-3 3,1 2-10,0-2 14,3-2 6,1 3-1,3-2-4,-1-1 2,1-2-1,-2 2 2,1-3-9,0 3 1,-1 1-1,-2-3-7,0 2-4,0-2-1,-2 3 6,1-2-3,-1 0 2,0-1-7,1 0 1,3 0-2,-3-2 1,4 1 1,-4-1 3,3 2-9,-3-2 13,0 2-6,1-1 10,-2 4 1,2-2 3,-3-2 5,1 1-6,2-2 2,0 0 1,0 1 7,4 0-13,-5-1 1,2 2-6,-2 0 1,0 0 1,1-1-2,-4 2-4,2-1 2,-1-1-7,2 1 11,-1-1-4,2 1 2,0-1 2,1-1 3,0 0-4,-1 3 11,1-2 18,-4 0-2,2-1 10,-1 1-7,1 0 6,-2 0 2,1 1-4,2-1-2,0-1-3,-2 2-10,1-1-1,-1-1-4,-1 1-6,1-5-3,3 2-4,0-3-3,-1-1 0,2 0-1,-2 0 6,2 0-12,0 2 0,-1-3-3,2 3 6,1 0-4,-3 1-6,-1 3 2,4 0-1,-2-2-3,2 2-3,0-1 8,0-2-11,0-1 5,-2 0 1,0-3 4,-1 1 3,1-4-2,2-3-10,0 1-6,0-3-2,-1 0-14,2-2-2,-1 0 10,0-3-25,0 3 1,0-1-12,0 3-17,0-1-16,0 2-2,0-2-26,0-2-30,0 2-99,7-3-306,-5-2-535,0-1 0,6-8 0</inkml:trace>
  <inkml:trace contextRef="#ctx0" brushRef="#br0" timeOffset="158148.1082">23656 3373 923,'0'0'13,"0"0"32,0 0 70,0 3 67,0-1 53,0 2 46,0 2 49,0-4 41,0 1 38,0-2 20,0 2 16,0-1-12,0 3-52,0 4-61,3-2-47,-3 5-38,0 4-46,0 6-39,3 3-37,-6 7-15,0 1-25,-2 5-14,2 1-10,-1 2-13,0-3 5,2 3-15,0-1-1,-2-1 0,-1-2 0,3-1-12,-1 2 4,-3-2-8,1 2-6,-1 0 5,-1-1-14,-5 3 19,2-4-1,1 3 2,1-2 5,-1 1 6,2-1-1,1 1-4,3-2-2,-1-1 8,1-2-2,-1 2-14,2-1 0,-4 2 4,2 0-13,-2-2-1,1 1-13,-1 1 21,-1-2 1,3 0-7,-4 0 10,1-1 1,-3-2-3,6 0 3,-6-2 0,2-1 2,-3 2 1,4-1-10,0 3-5,-4-1 4,4 2-10,2 1 0,-1 3-13,-1 1-5,5 2 3,1 1 11,-4-2 4,-1 0-7,1-3 8,-1-2-5,-2-1 4,-1-1-3,1-1 14,0-2-2,1 0 1,1-5-14,2 0 4,4-2 2,-5 0-2,2-1-2,-2-1 3,0 2 4,0 0 1,3-3-2,-3 4 1,2-2-7,-4 2-2,1 2-1,-1 1 17,2 0 2,0 1-4,3 1 4,-2-3-4,2-3 7,2 0-2,-1-1 2,1-5 10,0-2 2,-1-2-19,-1-5-15,2 1-33,0-6-48,0 1-162,14-2-401,-11-4-469,-2-6 0,3-9 0</inkml:trace>
  <inkml:trace contextRef="#ctx0" brushRef="#br0" timeOffset="160501.8516">24756 3368 1469,'0'0'104,"0"0"41,0 0 31,0 2 33,0-4 24,0 2 10,0 0 8,0 0 17,0 0 36,0 0-27,0 0-10,0-1-25,0 1-26,0 0-38,0 0-24,0 0-12,0 0-4,0 1-15,-2 3-32,-3 0-39,-3 8-23,-2 3-13,0 5 0,-2 3 13,5 5 19,2-1 12,2 4 5,3-1 9,0 1 2,0 2-1,0 0-1,0 2-4,0 2 2,0-1-2,0 0-17,-7 1-6,-3 1-12,-1 2-3,-7-2-7,3 1 1,-1-1-5,3 0 4,1-4-8,3 0 1,1-2-2,2-2 2,0-2-4,4 3 1,-1-3 0,3 1 2,-3 1 1,2 1-2,-2 2 6,-3 0-12,0-2 3,-4 1-8,-1 2 7,1-1-8,-5 0 4,5 2-4,3-2-7,-1 0 14,2-2 1,-1-1-2,1 0 0,0 2 6,0-2-4,1 3 10,2-1-8,-1 4 7,2-1 6,-3 1-17,3-1-10,-5 1 6,2-1-3,0 1 5,-3-3-7,0 2-8,1-2 8,0-3 3,0-3 2,5 1 7,-2-4 10,1 0 0,0 2-9,0-1-4,-1 1 11,-2 1-3,2 1-7,-3-3-9,2 3-15,-2-1-3,3-1-13,-5-2-6,2 2-2,0-2 3,2-3-7,1 0-7,1 1 10,0-3-3,2 3 12,-2 1-12,3-1-2,0 2 9,0-2 18,-4 2-3,2-1-12,1 1 12,-5-1-11,1 1 3,2-3 5,1-1 6,0-2 12,-1-2-1,1-3-10,0-2-11,1-4 7,-2-3-5,3-1-15,0-1-86,3-2-254,-3-16-738,0 9 0,0-7 0,0-5 0</inkml:trace>
  <inkml:trace contextRef="#ctx0" brushRef="#br0" timeOffset="161927.6804">21256 2788 1618,'0'2'77,"0"-2"46,0 3 36,1-2 24,-1 2 26,0-3 35,2 2 45,0-2 39,2 0 16,2 0-30,1 1-21,3 2-30,1-1-31,3 2-15,5 1-16,4 4-33,4 1-40,3 3-38,2 1-17,5 2-9,0 0-17,-1 1-15,-4 2-5,0 3-12,-2-3-5,-5 0-4,2 0-1,-2 1-2,-2-4 3,-1 0 0,2 1 0,-2-1-1,2 1 1,0-1 3,-1-2-2,2 1-4,0 1 1,-2 0 0,-2-1 1,1 0-2,0 0 0,-1-2 0,-1 0-1,-2-3-1,0 2 0,0-1 2,1-1 1,-1 0-3,-1 0 0,1-2-2,-3 2 1,3-1 1,-5 0 2,2-1 1,1 0-1,3-2 1,-2 1-6,2-2-7,-1-1-30,-4 1-49,-2-1-117,0-2-223,-9-34-589,0 29 0,-6-2 0,0-4 0</inkml:trace>
  <inkml:trace contextRef="#ctx0" brushRef="#br0" timeOffset="163580.6992">21074 3229 2056,'0'-2'127,"3"1"48,-3-3 49,5-1 73,1 0 34,-4 0 31,0-1 23,-2 3 16,0 0 10,0-1-84,0 2-28,0-1-48,3 1-57,-3 2-73,-3-3-33,-1 1-32,-4 2-24,-1-2-18,-3 2-11,-1 0-5,-2 2-8,1 0 1,-1 3 16,1 4 21,-2 3 10,3 2 4,2 3 13,1 0 1,6 0 3,0-1 3,4-2 14,0-2-7,4 0 4,-3-2-10,8-2-10,4-2-1,4-3-22,4-1-22,0-2-11,-3 0-10,-4 0-23,-3-2-6,-5 2-28,0 0-24,-4 0-3,-1 3 1,-1 0 10,0 3 38,0 2 3,0 2 15,0 1 12,0 3 17,0-2 21,0-1-11,3-2-38,0 1-130,1-1-248,4-13-724,-4 6 0,3-2 0,-1-2 0</inkml:trace>
  <inkml:trace contextRef="#ctx0" brushRef="#br0" timeOffset="164171.0456">21234 3356 2396,'0'-1'119,"2"1"46,-2-3 58,0 2 44,3-3 15,1 2 6,0-2 2,6 3 6,-2-2 3,5 1-78,-1-1-30,5 3-46,-3-1-60,-3 1-43,0 0-19,-4 1-11,-3 2-7,-1 2-6,-6 1-2,-1 4-13,-8 2-13,-2-2-19,-3 5-10,-2-4-15,6 0-17,1-1-7,8-3-2,4-1 3,0-2 1,4 2 9,7 0 12,0 2 25,1 0 26,3 1 21,-6-1 33,-1 2 20,-2-1 10,-4 0 6,-1 0 7,-1 0 5,-6-2 4,0-2-16,-8 0-70,-5-2-111,1-2-236,-4-2-541,3-5 0,5-6 0,8-1 0</inkml:trace>
  <inkml:trace contextRef="#ctx0" brushRef="#br0" timeOffset="165050.6363">21616 3189 1817,'0'0'165,"0"0"45,-2 0 27,-1 0 36,3-2 29,0-1 20,0 3 28,0-3 19,0-2 18,0 3-103,-3-2-50,0 1-42,-3 1-28,0 1-32,-4 1-27,0 0-18,-4 4-23,-4 2-16,1 4-14,1 2-11,2 4 0,6 0 0,4-1 3,4-1-1,3-2-5,3-2 2,4-1-2,5-1-8,3-2-13,2-1-5,-6-2-7,-2 0-9,-3-2-14,-5 1-11,-1 2 2,-2 1 7,-1 0 3,0 5 15,0-1 12,0 2 7,0 1 9,0-1 9,0 0 11,0-1 8,0-1-43,0-4-80,0 0-189,1-13-807,2 7 0,1-2 0,2-4 0</inkml:trace>
  <inkml:trace contextRef="#ctx0" brushRef="#br0" timeOffset="165447.4471">21712 3340 2501,'3'-2'220,"-2"0"54,0 0 30,1-1 20,2 1 4,-4 1 3,3 1-1,-2 0 6,1 0 2,-2 0-158,4 2-57,-4 2-50,0 2-27,0 1-20,-6 3-5,-5 5-1,-3 1 0,-5 0-6,2 1-3,2 0-5,4-5-2,7-2-4,1-2-4,3-3 6,3-2 14,6 0 7,7-1 1,9-2-2,8 1-71,10 1-244,0-36-821,-1 30 0,-10-1 0,-6-4 0</inkml:trace>
  <inkml:trace contextRef="#ctx0" brushRef="#br0" timeOffset="166554.9501">21815 2538 2488,'0'0'93,"0"-2"41,0 0 37,0-2 51,0 2 38,0-2 26,0 2 16,0 0 10,-3 0 4,3-1-69,-4 2-26,-5-1-38,0 2-37,-5-1-52,-2 1-39,-2 0-24,1 1-16,0 4-9,3 0 1,-1 6 6,2 3 10,2 1 0,1 1 1,6 1 2,2 0 7,2-1 0,1-1 2,4-1 1,8-2-15,2-2-49,10-1-79,2-3-90,-2 0-39,-2-4-20,-3-1-10,-7-1-1,-7 0-10,-2-1-5,-4 1 43,0 2 94,0 1 109,0 1 112,0 4 50,-1 1 28,-5 0 14,3 5 4,1-2-10,0 0-87,2 0-200,0-15-740,0 6 0,0-3 0,2-3 0</inkml:trace>
  <inkml:trace contextRef="#ctx0" brushRef="#br0" timeOffset="166857.9612">21945 2659 3106,'0'0'39,"0"0"78,0 0 62,0 6 62,0 1 22,-1 7 8,-2 4 5,0 3 7,-1 0 0,1 0-3,3-4-39,0-2-156,0-2-245,3-10-940,-3 2 0,0-7 0,0-4 0</inkml:trace>
  <inkml:trace contextRef="#ctx0" brushRef="#br0" timeOffset="167657.6499">22201 2498 1023,'-2'0'136,"-5"0"48,3 0 48,-5 0 31,1 0 21,-3 0 10,-1 0 36,-1 3 32,-5 3 14,-1 4-65,2 3-39,-1 4-43,7 0-31,1 0-20,8-2-15,0 1-2,6-6-33,6 1-22,1-1-12,7-1-18,3-3-26,4-1-22,-2-2-19,-3 0-13,-8 0-23,-5 0-16,-4 2 10,0 3 16,-3 3 15,0 0 4,0 4 19,-3-3 18,3 2 4,-3-2-40,3 0-71,-1-4-235,1-4-716,0-3 0,0-2 0,1-5 0</inkml:trace>
  <inkml:trace contextRef="#ctx0" brushRef="#br0" timeOffset="168119.4861">22328 2679 2541,'0'0'72,"4"0"19,-4 2 25,-4 5 18,1 1 11,-1 3 4,-2 2 9,2 0 21,0 0 19,4-1-13,1-3 4,8-3-8,2-4-18,10 0-14,3-2-9,7-3-4,-3-1-7,-3-3-23,-4 0-27,-9-7-27,-5 3-41,-7-4-18,-3 4-14,-9 1-9,-2 3-55,-8 4-138,13-2-764,-21 4 0,9 1 0,5-4 0</inkml:trace>
  <inkml:trace contextRef="#ctx0" brushRef="#br0" timeOffset="170423.0286">22461 3099 2900,'0'0'132,"0"0"57,-1 0 33,1-1 15,1 1 14,-1 0 8,0 0-1,0 0-1,0 0-5,-1 0-83,-2 0-43,-6 0-52,-2 3-24,-5 5-4,-1 2-7,-4 4-5,6 5 5,3-2 5,6 0 8,5-3-2,2-3 6,3-1-1,6-4-4,5-2-13,2-4-28,5 0-72,0 0-114,-1-5-88,-4-2-158,-2-8-127,-3-3-334,-6 2 0,-6 4 0,1-4 2952,-2 6-2631,-3 0 4,8-1 5,-1-2 22,1 9 75,0 2 129,4 2 110,5 5 183,-1-1 147,1 2 33,-2 3 0,-4 2 18,1-1 19,-1 2 26,-3-1 15,0 1 4,2-3-8,1-1-15,1-2-14,3-5-3,5 1-20,3-2-24,2 0-20,1-2-27,0-2-11,-5-1-24,-5-1-17,-4-3 6,-3-3 9,-4 4 13,-1-5-1,-6 2-7,-9-1 0,0 2-21,-10 2-45,3 2-109,9-3-246,1 6-527,4-1 0</inkml:trace>
  <inkml:trace contextRef="#ctx0" brushRef="#br0" timeOffset="170949.7615">23110 3146 2665,'0'0'48,"0"0"31,0 3 22,-3 2 18,-2 1 16,-2 5 18,4 2 17,0 1 12,-2-1 14,5-2 0,1 1 18,6-4-12,3-3-10,8-4-11,1-1-12,6 0-12,-4-4-14,-6 0-8,-2-4-14,-8-1-26,-3-2-42,-8 0-21,-2-1-15,-9 0-10,-2 2-4,-2 1-26,3 2-57,4 4-124,10 1-190,1-7-618,7 8 0,6-2 0,5 0 0</inkml:trace>
  <inkml:trace contextRef="#ctx0" brushRef="#br0" timeOffset="171283.0952">23403 3037 3340,'0'0'43,"0"0"25,0 3 115,0 3 55,-3 7 31,0 4 10,-1 6 9,2 5 16,0-1 12,2-2 4,0-3-67,1-4-140,2-5-459,1-2-787,-3-7 0,1-4 0,2-9 0</inkml:trace>
  <inkml:trace contextRef="#ctx0" brushRef="#br0" timeOffset="171850.5711">24153 2985 2767,'0'0'98,"0"0"19,0-2 25,0 2 100,0 0 54,0 0 32,0 7 32,3 1 58,-2 6 24,-1 5-60,3 8-17,0-2-15,-1 2-23,1-1-92,0-2-39,-2-3-41,1-4-99,-1-3-163,0-3-154,19-5-1120,-15-3 0,0-4 0,1-7 0</inkml:trace>
  <inkml:trace contextRef="#ctx0" brushRef="#br0" timeOffset="172197.6018">24415 2966 3964,'0'-2'84,"0"0"8,0 0 21,0 0 83,0 2 24,0 6 39,0 3 38,0 9 14,0 5 7,0 7-82,0 2 13,0-2-5,1 0-46,1-8-199,2-1-256,0-16-1047,-1 3 0,0-5 0,-1-9 0</inkml:trace>
  <inkml:trace contextRef="#ctx0" brushRef="#br0" timeOffset="172686.8688">25079 2952 3678,'3'0'39,"-3"2"72,3 2 67,1 2 56,-1 9 62,-3 6 27,2 6 12,-4 5 3,-1 1 3,3-2 18,-1-2-48,1-5-82,0-8-141,-3-1-160,0-5-236,0-11-988,1 1 0,2-2 0</inkml:trace>
  <inkml:trace contextRef="#ctx0" brushRef="#br0" timeOffset="173037.2891">25318 3099 4135,'0'7'1,"0"6"5,-3 4 3,0 1 7,3-1 10,-1-1 3,2-2 29,5-5 33,8-3 20,4-3 13,7-2 12,3-2 2,-2-2 11,-6-3-10,-5-4 2,-10-3-8,-2-2-33,-7-1-38,-9 2-24,-13 0-22,-6 5-49,-10 5-114,1 1-256,0 3-612,10 1 0,8-1 0</inkml:trace>
  <inkml:trace contextRef="#ctx0" brushRef="#br0" timeOffset="174646.1489">21931 3596 2639,'-1'-3'97,"-1"-1"35,1-5 23,-3 1 15,-3 2-1,0-1 1,1 4 2,-6 1 8,2 2 9,-5-1-60,1 1-16,-3 1-23,-3 1-19,-1 7-7,0 0 6,0 6 5,4 0 2,7 0 0,3-1-2,5 0-7,2-6-6,1 0 13,7-2 18,2-4 1,6-2-14,6 0-43,3-2-52,-1-1-140,0 0-70,-4-5-69,-2 0-7,-4-4-12,-3 1-13,-4 3 35,0 2 34,-2 2 45,-5 2 50,3 2 154,0 0 81,-3 1 79,0 4 14,0 0-5,1 3-5,1 5-38,-1 1-15,2 1 2,2-2 1,2-1-7,0-6-8,4 1-2,3-6-8,3-1-7,2-4-10,1-2-6,-1-4-18,-2 0-17,-5-1-38,-3 0-19,-5-2-18,-1 2-26,-6 3-15,-3 0-40,-6 6-106,3-6-556,-14 6 0,-2 1 0,5-2 0</inkml:trace>
  <inkml:trace contextRef="#ctx0" brushRef="#br0" timeOffset="175248.1214">21599 4107 1906,'-8'11'62,"-3"4"12,-1 1 13,6 4 20,3-5 49,10-3 23,7-7 9,14-1 17,5-4 7,5-5-13,1-6 23,-7-2 24,-12-3 25,-7 0-12,-9-2-47,-6 1-33,-10 0-9,-9 3-25,-5 2-42,-6 2-115,-1 8-148,11-1-236,13-2-526,2 6 0,8-2 0,12-2 0</inkml:trace>
  <inkml:trace contextRef="#ctx0" brushRef="#br0" timeOffset="185421.8928">21920 4027 3738,'0'0'39,"0"0"12,0 0 45,0 3 64,0 0 28,0 7 28,0 3 23,-4 9 8,0 4 8,-2 7-34,2 0 15,-3 1-13,0-6-89,6 1-205,2-6-408,-2-5-619,-2-6 0,0-4 0,-1-4 0</inkml:trace>
  <inkml:trace contextRef="#ctx0" brushRef="#br0" timeOffset="185443.8466">21654 4799 2915,'1'-3'122,"-1"-1"1,0 2 42,3-1 58,-3 3 47,3 2 43,-3 1 25,0 1 59,0 6 28,0 6-83,0 0 9,0 4-1,0 0-38,0 0-60,0-3-75,0-2-158,0 0-169,9-3-447,-9-5-672,3-4 0,0-6 0,1-8 0</inkml:trace>
  <inkml:trace contextRef="#ctx0" brushRef="#br0" timeOffset="185477.7512">21816 4817 3899,'0'3'74,"0"-1"69,0 3 42,0 4 33,0 3 39,0 2 26,0 7 19,0 1 6,0 6 0,-1 1-21,-4-2-100,1 1-162,-3 0-279,2-10-990,1 5 0,-5-2 0,4-2 0</inkml:trace>
  <inkml:trace contextRef="#ctx0" brushRef="#br0" timeOffset="185507.6572">21574 5545 2288,'0'5'138,"0"1"58,-1 4 63,0 2 40,-3 3 27,-2 1 9,-2 2 5,1 2 2,-3 2-1,2-1-102,1 2-32,3-3-57,-2-4-64,0 1-55,4-5-104,-1-3-145,6-4-255,-3-1-489,0-4 0,0-4 0,2-4 0</inkml:trace>
  <inkml:trace contextRef="#ctx0" brushRef="#br0" timeOffset="185532.5909">21702 5660 4010,'0'0'105,"0"3"28,-1 3 31,0-1 26,-1 4 10,-2 3 9,2 1 8,0-3 2,-1 0 18,7-1-35,3-4-35,7-3-27,9-1-20,8-3-24,1-3-16,0 0-12,-6-4-7,-3-4-5,-13-1-43,-3-1-42,-5 2-25,-6-3-15,-9 4-35,-2 1-57,-10 3-134,8-1-347,-17 4-424,-2-1 0,0-3 0,1-3 0</inkml:trace>
  <inkml:trace contextRef="#ctx0" brushRef="#br0" timeOffset="185569.4901">11234 1796 1280,'0'0'136,"0"0"30,0 0 34,0-2 35,0-2 19,0 1 17,0-2 10,0 2 16,0-1 12,0-1-83,0 2-53,-4 0-30,1 2-36,-4 0-37,-2 1-24,-3 0-22,0 0-11,-4 1-20,0 0-14,-1 4-3,2 3 0,-4-1 2,2 4 3,0 0-1,2 2 7,0-2 5,-2 3 0,2-3 4,0 4 2,2 1 3,-2 1 3,1 0 0,0 2-2,1 0 5,-2-1 0,0 2 7,5-1 6,-1-2 6,6-1 4,-3 0 5,2-2 5,2-2 6,4 2 6,0-1-2,0 0 1,0 2-6,0-2-4,0 2-6,0 1-2,0 0-7,3 3-6,-2-1-10,2 1-2,2 0-4,1-1 0,-1 0-2,4 1 4,-1-2-4,3 1 3,0-3 0,1-2 3,1 2 4,5-2 0,4 0 1,0 2 0,-2 1 1,5-1-2,1 1 2,-2-3-6,4 0-6,1 0-3,0-3-6,-1 0-2,1-1 2,0-1-5,0-2-2,0-2-2,3-1 0,1-3 2,2 0 4,5 0 2,-2-4 2,2-3 1,0-3 1,3-3 0,-4-5 4,-1-3-2,-5-1 0,-8 3-1,-3-2 2,-8 4-1,-6-1-2,1 0 0,-4-2-1,0 2 1,2-5-2,-1 1-2,-2-4-10,2-4-2,-2-1-7,1 0-6,-4-1-7,0 2-6,0 1 2,-4 2 3,-5 3 1,-3 2 7,-10 0 10,-8 2 3,-7-1 6,-6 0 7,-2-2 11,-3 1 5,-3 2-7,-3 3-36,3 6-105,-6 1-221,0-28-380,-1 37 0,11 4 0,8 2 0</inkml:trace>
  <inkml:trace contextRef="#ctx0" brushRef="#br0" timeOffset="192315.2976">22592 4056 1350,'0'0'187,"0"2"63,0-1 37,0-1 41,0 0 20,0 0 14,0-1 15,0 1 24,0-2 24,0 2-91,0-2-49,0-1-48,0 2-20,0-2-28,0 1-4,0 1-13,0 0-14,0 0-25,0 1-29,0 0-37,0 0-15,0 0-10,0 2-11,-1 3-10,0 4-1,-3 4 14,2 3 8,0 4 1,-1 3 12,-2-1 23,0 3 2,1-1-7,0 3-2,0-4-2,2-1-12,-1-1-13,1-5-8,1 0-2,-1-6-2,2-1-22,0-4-40,0 0-86,-3-1-111,3-1-220,0-10-853,-1 5 0,-1-2 0</inkml:trace>
  <inkml:trace contextRef="#ctx0" brushRef="#br0" timeOffset="193080.6974">23139 4133 3282,'2'0'100,"0"0"44,-2 0 29,2-1 13,0 1 16,-2 0 29,0 0 21,0 0 13,0 1 16,0 3-56,0 1-2,0 1-18,0 4 4,0 4 1,-2 3 6,0 1-14,-2 5-18,3 0-16,-5 2-10,5-1-8,-5 0-30,5-3-27,-3-2-44,2-4-50,1-4-121,0-2-143,1-2-311,1-4-736,-1 0 0,-1-6 0,1-2 0</inkml:trace>
  <inkml:trace contextRef="#ctx0" brushRef="#br0" timeOffset="193995.91">25054 4305 3082,'0'-1'147,"3"-2"64,-1 0 47,-1-2 36,2 2 16,1 1 17,-4-1 15,3 1 20,-2 3 9,-1-2-68,0-1-55,3 2-70,-6 0-30,6-1-15,-3 6 6,-4 3-2,1 5-13,-1 4-15,-5 9-2,0 1-11,0 3-7,-3-1 6,5-1-17,-2-4-16,6-4-23,-2-3-58,5-5-68,-2-2-133,2 0-215,19-9-970,-22 2 0,2-3 0,-6-3 0</inkml:trace>
  <inkml:trace contextRef="#ctx0" brushRef="#br0" timeOffset="194750.8234">24171 4142 3871,'0'0'17,"0"0"33,0 2 65,0 2 35,0 0 17,0 2 27,0 3 24,-1 3 18,-1 1 42,-3 2 24,1 5 6,-4 1-14,-1 2-62,1 2-33,-1 5-14,0-3-19,2-2-22,-1 1-15,6-4-41,-2-4-35,2-8-49,1 0-92,0-4-92,1 1-175,0-10-1000,0 3 0,0-2 0,0-6 0</inkml:trace>
  <inkml:trace contextRef="#ctx0" brushRef="#br0" timeOffset="196269.7099">22378 5503 2807,'1'0'63,"0"0"37,0 0 27,0 0 27,-1 0 21,4 0 20,-4 0 22,0 0 17,0 0 15,2 0-20,-2 0-22,0 0-29,0 0-22,0 0-15,0 0-11,0 0-8,0 0-8,0 1 3,0 5 6,0 3 30,-5 7 18,0 9 3,-3 3-6,-4 3-3,4 3-9,3-4-7,0-2-4,4-8-23,1-6-32,1-2-83,1-6-158,2-1-258,4-31-946,2 21 0,5-2 0,-6-7 0</inkml:trace>
  <inkml:trace contextRef="#ctx0" brushRef="#br0" timeOffset="196917.4296">23002 5504 2348,'0'3'118,"0"3"36,0 0 30,0 3 60,0 1 44,0-2 26,-6 6 38,3 2 27,-3 3 16,-3 5-35,2-1-37,2 2-18,-1-2-35,1 2-54,3-3-40,-4-1-19,3-1-42,-2-6-64,-2 2-90,2-2-149,2-2-290,-1-30-730,-2 19 0,4-1 0,-1-7 0</inkml:trace>
  <inkml:trace contextRef="#ctx0" brushRef="#br0" timeOffset="197850.7539">24834 5597 3333,'0'0'57,"0"0"29,0 0 25,0 0 25,0 0 27,0 1 33,0 0 27,0 3 34,0 0 17,0 2-16,0 3 11,0 3 11,-6 4 7,1 3-7,-2 2-22,-3 6-28,-2 0-25,2 2-31,-1-1-15,2-3-23,1-2-55,4-4-127,1-3-185,8-2-407,-5-9-669,0-3 0,2-4 0,-2-6 0</inkml:trace>
  <inkml:trace contextRef="#ctx0" brushRef="#br0" timeOffset="198587.3813">23955 5472 2015,'0'0'103,"0"0"41,0 0 33,0 0 25,0 0 44,0 0 62,0 0 41,0 2 39,0 3 36,-3 6-27,0 5 15,-4 6-20,-3 4-19,-1 6-25,-1 1-34,3-3-56,1-4-36,8-5-58,-2-4-125,2-7-204,5-2-384,-2-6-763,-1-4 0,-2-1 0,3-7 0</inkml:trace>
  <inkml:trace contextRef="#ctx0" brushRef="#br0" timeOffset="207386.8053">22450 3929 384,'0'-3'40,"1"3"22,2 0 19,0-2 12,-3 2 17,0 0 20,0 0 20,0 0 28,3 2 40,-2-2 4,3 3 3,-1-2-3,-3 0 1,1-1 13,-1 0 3,0 0 1,0 0-1,0 0-3,0 0-26,3 0-18,-3 0-23,0 0-14,0 0-15,0 0-20,0 0-9,0 0-13,0 0-11,0 0-14,0 0-8,0 0-3,0 0-2,0 0-8,0 0-8,0 0-10,0-1-10,-4 1-10,-2-1-12,-3 1-11,-1-3-4,-4 3-7,0 0 4,3 0 2,0 3 2,-1-2 4,2 4-2,0 1 0,-1 0 2,4 3 0,-3-1-1,5 2 6,-4 3-1,3 0-2,0-1 2,0 0-1,1 1 4,1 0 2,-2-2-2,2 1 2,0-2-1,3 2-1,1-1 0,-2 2 0,2-2 2,-4 1 0,4-2 2,-2 1-4,0 1 9,2-1-2,0 0 3,-4-1-3,4 0-1,0 0 3,0 0-2,0-1 3,0-2-1,0 1 0,0-2-2,0-1 0,0 2-2,4-1 7,-2-1 0,4 1 2,-2 0-1,5-2-1,-4-1 0,2 1 1,-4-1-3,5 1 2,-5-2 0,2 2-5,0-1 0,-4 0-3,6 0 0,-3 0 0,0 2 1,2-1-1,-2 1 0,2 0-1,-1 2 0,4-1 0,-1-3 2,0 2 1,0 2 1,1-3-2,1 1 2,-2 0-1,1-1 1,-2-1 0,2 1-4,-1 0 6,0 0-6,-1-2 1,2 1 0,0 0 1,4 0-3,-2 0 3,3 0-1,0 1 0,-2 1 2,-2-2-5,1 1 4,-3 1-1,1-2-2,-4 0-1,5 0 3,0 1-3,-1-1 1,4-1 0,-1 1 2,3 0-2,1-1-1,-4 0 1,2 1 1,0 1-1,-3-1-1,0 0 0,3-2 1,-1 1 1,2 1-5,0 0 5,3-1-2,0 3 2,0-1-1,2-1 1,-2 1-2,-1 0 2,0 0-3,0 0 2,1-1 3,0-1-2,-2 1 1,3-2-4,0 0 1,2 3-1,1 0 1,-1-1 0,4 0 0,-3 2-4,0-1-3,-4-1-2,0 1 2,0 1 1,-1 0-1,-2-3-1,3 3 0,-1-1-1,-1-2 1,1 1 2,1-1 0,0 0 6,-3-1-4,-1 1 1,1 1 0,-2 0 2,-1-3-5,1 4 3,-1-3 1,2 1 0,3 0 0,-3 2-1,4-2 1,3 1-1,-3 0-1,5-2 1,-6 1 5,2 3-3,1-1-1,-1-1 0,0 1 0,1 0 0,4 0-1,-4-1 0,1 0 1,3 2 1,-5-4-1,2 4 1,-2-2-3,1 1 1,1-1 3,-5 1-1,1-1-1,1 1 2,-4-2 0,2 2-2,1-2 1,-1 0-1,3 2 2,-1-3 2,1 3 1,3 0-3,1 0 1,0-1-1,2 0-1,-4 2 1,4-1 0,-4-2 1,-2 1 1,1-2-4,-1 2-1,-3-2 3,4 1-2,-6-2 2,5 0 5,-1 0-4,0 2 0,2-2-2,-2 1 1,-2 1 0,1-1 0,1 1 1,3 1 0,-1-1-3,1 0-1,2 1 2,-1-1 1,4 2 4,-1-3-6,0 2 4,0-1 0,3-2-2,0 0 2,-2 2 6,4-2-4,-2 0 1,1 0-1,2 0-2,-2 0 6,-3 0-2,-4 0-2,0 0 4,-6 0 1,-1 0-2,-6-2 5,3 1 2,2 1-1,1-4 4,3 0-4,6 0 4,-1-4-2,2 1 1,-2-2-1,0 3 2,-2 1 1,-2-1 4,-2 2 9,1-3 8,-3 2 4,1-2 3,-4-2 8,1 2-2,-4 0 1,4-3-2,-1 2-2,1-1-7,1 0-8,-2-1-8,-1 2-3,-1 1-6,-2-1-5,-4 1-2,2 2 6,-4-1 0,3-1-2,-3 2 3,0-3 3,2 1 2,-1-2-2,-3 1 0,1-2 8,-1-2-8,0 0-12,0 0 0,0 1-8,0 1-12,0 2-4,-1-2-4,-6 2 0,5 0 0,-5 0-8,4 1 8,-3-2 3,3 1 3,-3 1 7,0-2 8,-3 1-2,-1-1-2,1-3-6,-5 4-10,0-5-1,3 3 0,-4 0-1,1 1 0,0-1-3,-1 3 1,0-2-1,-1-1-2,1 3 3,-3-4 3,3 3-3,-2-1-5,2 0 1,-1 3-6,-1-2 0,1 2-4,0 1-3,-1 0-1,-4 0-5,2 1 0,-6 1-8,1-3-3,-2 0-6,-1 0-2,1-3 4,4 0 6,0 1 4,2-3 3,2 4 7,3 2 7,4 0 12,-2 1 7,1 2 9,1 1 2,0 1-14,-2-3-5,-3 2-2,-1-1 1,0-2-4,-2 0 2,1 0 0,-1 0-2,-1-1 1,1 2 0,2-2 12,-1 4 7,3-2 0,-3 0 0,0 2 5,-1-1 1,0-2-2,-3 4 6,1-3-3,-2 1 3,-2-2-2,0 0-2,0 1 5,0 1 2,-2-2 6,3 1 8,0 2 6,3-2 2,2 1 0,1 1 3,2 0 2,4 0 0,-2-1 0,1 1-2,-2 1-7,3-1-8,-5 1-3,1 0-3,-4 0 0,2-1-2,-1 1 0,0-2 0,3 0-3,-1 2 2,-1 0-1,3-3 2,0 3-3,1 0-1,-1-2 0,2 1-5,-3-2 2,-1 2-1,-1-1 4,-4 2-2,-2-4 0,-2 4-1,1-3-5,-4 3 1,1-2 0,-2 2 2,0-3-2,3 2-2,0-1-2,4 0-2,3 1-1,-2 0 0,7 1 4,-5-1-1,5 0-11,0 1-9,0 0-4,-2 0-8,-2 0-9,-2 0-4,0 0-1,0-2-2,-1 2 1,1 0 0,2 0 11,-1-1 9,5 0 6,2 0 11,4 0 14,5-1 4,-2 2 4,-1-1 2,5-1-1,-4 1 0,-1 0 0,3 0 0,-6 0-1,-2-2-1,-1 2-3,-2-2 1,-3-1 4,1 1 0,-1 3 1,3-4 6,0 1 0,-1 3-2,3-3 6,0 0-2,-1 2 1,1-1 0,0-1-5,-1 0 1,-1 1-3,0-2-2,-2 2 0,-1-1 3,0 0 3,3 1 2,-2-1 6,4-1 2,1 2 0,0 0 1,-1 0 1,2 0-1,-3-2-4,0 3 0,-4-2-7,-1 2-3,-6 0-5,-3 1 0,1-3-1,2 3-3,1-2 3,6 1 0,4-2 4,3 2 1,4 0 1,4 0-7,3 1-37,0 0-70,0-2-73,6 2-230,-6 0-423,2-1 0,0 0 0,-2-4 0</inkml:trace>
  <inkml:trace contextRef="#ctx0" brushRef="#br0" timeOffset="209947.7642">25548 4352 791,'0'0'116,"0"0"40,0 1 40,0-1 31,0-1 27,0 1 29,0 0 22,0 0 19,0 0 13,0 0-54,0 0-43,0 0-29,0 0-11,0 0-9,0 0-9,0 0-20,0 0-17,0 0-12,0 0-4,0 0-8,0 0-7,0 0-10,3 0-28,1 0-20,7 0-18,-1 0-9,2 0-3,4 0-7,-2 0-10,2-2-3,-2 2 2,4 0-7,-4 0-1,3 0-5,-2 0-2,3 0-2,-1 0 0,2 0-1,4 0 2,1 0 0,1 0-4,-1 0 6,-2 0-1,0 0 6,-4 0 1,-4 0 1,1 0-2,-1 0 2,-4 0 0,2 0 1,1 0 0,1-1 0,3-1 0,-1 2 1,2-2-2,3 1 1,1 1 0,-1 0-1,0 0-2,-2 0 1,2-1 2,-6 1 0,-1 0-1,-4 0-4,3 0 5,-7 0 2,1 0 6,0-2-1,0 2 4,-3-1 0,1-1 2,1 1 2,-4-1 3,0-1 1,-1 2-2,4-1-4,-5 2-4,0-1-2,0 1 1,0 0-4,0 0-3,0 0-1,0 0-2,0 0-1,0 0 1,0 0 1,0 0 0,0 0 0,0 0 0,0-2 8,0 2 3,0 0 0,0-4 3,0 2 0,0-1-2,0 0 0,0-1-1,-3 1 1,-2-2 0,-4-1-2,-1 0-3,-1-1 1,-1-2-1,2 2 0,3 1 3,-3-4 0,2 3 1,1-2-3,3 1-2,-3 0-4,1 1-3,4 0 4,-4 3-3,4 0 1,2-1 1,0 4 1,0-1 0,-2 2 3,2 0 0,0 0-1,0 0 1,0 0-2,0 0-7,0 0-4,0 0-4,0 0-1,0 0 1,2 0 4,3 3 3,2 3 2,0 3-4,5 0-2,1 2-1,-1 1-2,3-3-7,0 4-8,-3-5-12,-1 3-11,-1-1-5,-6-1-1,2-2 3,-4 0 1,1-4 6,-2 1 5,1-1 8,-1 0 2,0-3 8,1 2 2,-2-2-1,0 0-4,0 0 0,0 0-4,0 0-3,0 1 1,0-1 0,0 2 5,0-1 4,-2 2 7,1-1 3,-3-1 6,-1 2 5,-3 3 11,1-3 7,-2 2 13,-1 0 13,-1 0 4,0 0 2,-3 1 0,3-1 4,-2 2-2,2-2-18,-1 3-74,5-1-165,-5-4-829,0 4 0,4-1 0,-5-3 0</inkml:trace>
  <inkml:trace contextRef="#ctx0" brushRef="#br0" timeOffset="212734.8126">26591 4096 1277,'0'0'141,"0"0"35,0 0 16,0 0 28,0 0 18,0 0 14,0 0 18,0 0 30,0-1 30,0 0-68,0-2-47,0 2-24,0 0-7,0-2-18,0 3-10,0-3-13,0 2-17,0-3-29,-3 2-29,2 1-16,0 0-13,-4-1-12,0 2-11,-2 0-10,3 0-10,-5-1-2,1 1-2,0 1-2,-3 1 1,1 2 2,-1 1 1,1 4 0,2 3-2,-2 1 3,3 0 1,-1 3 1,4-2 3,-2 2 4,3-3 0,2 2 2,0-3 4,1 1 1,0-2-2,0-3 6,1-1 4,5-1-2,2-3-21,2 0-27,9 1-36,-2-2-48,4-2-31,-2 1-7,-3-1-1,-3-1-8,-5 1-3,-2 0 5,-6 0 3,0 0 32,0 0 65,-3 1 82,0 4 47,-1 2 30,-2 3 28,0 3 14,1 0 5,0 0 5,5-3 16,0 0-21,0-4-94,0-1-142,5-1-272,-3-4-504,-2 0 0,4 0 0,-4 0 0</inkml:trace>
  <inkml:trace contextRef="#ctx0" brushRef="#br0" timeOffset="213480.839">26734 4261 1644,'0'0'118,"0"0"49,0 0 45,0 0 39,0-1 56,0 1 28,0-3 26,0 3 12,0-2 6,0 2-62,0-4-54,1 4-49,5 0-43,0 0-40,4 0-52,3 0-29,5 2-25,-4 0-14,-3 3-13,-4-2-9,-6 1-15,2 1-5,-3 3 1,-4 0-2,-3 0-2,-1 1 2,-2 0 0,-3-3 2,4 0 10,1 0 1,3-1 8,4-2-3,1 2 0,0 0 4,1 0 0,4 0 2,3 3-1,3 0 1,3 1-5,-3 0 5,-4 1 4,-2 0 7,-2-1-3,-3-3-4,0 0 4,0-2 17,-4 1 5,-3-4-2,-7 1-48,-4-2-171,-4-6-767,1 3 0,2-3 0,9-6 0</inkml:trace>
  <inkml:trace contextRef="#ctx0" brushRef="#br0" timeOffset="214310.4817">26397 3905 2553,'0'3'27,"0"-3"27,0 2 29,0 0 31,0-1 14,0-1 6,0 1 13,0-1 25,0 0 32,1 0 18,6 0-4,3 0-18,9 0-26,8 0-26,6 0-9,5 0-4,3 0-10,1 0-20,-4 0-31,-5 0-32,-10 4-14,-8-4-26,-5 2-28,-9 2-14,-1-4-14,-1 2-4,1-2 2,0 0-5,-2 0 1,0 0 1,-1 0-13,2 0-25,-1 3-46,4-3-111,-1-7-595,-1 6 0,-1 0 0,-1-1 0</inkml:trace>
  <inkml:trace contextRef="#ctx0" brushRef="#br0" timeOffset="217050.388">27155 4136 1854,'0'0'134,"0"0"41,0 0 30,0 0 34,0-4 30,0 0 17,0 2 22,0-2 23,0 0 10,-1 1-83,0 0-31,0 0-33,1 0-27,-2 2-36,-1-1-30,1 2-15,-4 0-26,-1-1-20,0 0-8,-3 1-10,1 0-11,-2-1-9,-2 1 0,2 0 1,0 0-1,1 0-2,1 2 0,0 1-1,-1 2-6,2 3-1,0 1 1,-5 6 2,4 1 4,1 2-2,2 2 1,2-1 3,2-2 3,2 1 3,0-4 3,4-1-1,2-2 1,2 0-6,5-3-22,2-1-31,7-4-46,2 2-56,-4-5-50,1 0-33,0 0-3,-3 0 2,-8 0 7,-2-2 13,-5 2 25,0 0 31,-3 0 48,0 0 81,-3 0 76,1 2 44,-1 2 25,-6 6 21,2 3 4,-1 2-3,5-1 0,0-2 5,3-1-10,0-2-92,3-1-183,4-11-719,-1 3 0,6 0 0</inkml:trace>
  <inkml:trace contextRef="#ctx0" brushRef="#br0" timeOffset="220593.6461">27291 4355 2533,'0'0'73,"0"0"57,-1 0 38,1 0 30,0 0 31,0 0 22,0 0 9,0 0 5,0 0 2,1 0-26,1 0-46,3-2-55,1 2-38,4 0-33,-1 0-30,1 0-21,-2 0-16,-1 2-10,-1 0-10,-3 2-6,-2 0-8,-1 1-2,0 1 0,0 0 2,-3 2-4,-1 1 3,-4 1 4,-2-1 6,-1 2 10,-3-2 6,3 0 4,-4 3 3,5-2 2,-1 1-1,1-4 4,3 3-1,2-4 0,-1 1 0,5-3-1,-1-1 6,2-1 5,0-2 6,2 1 5,-2-1 8,0 0 4,0 0 6,0 0 11,1 0 2,1 0 1,0 0-1,5 0-5,3 0 0,2 0-1,7 0-4,0 0-13,2 0-26,1 0-60,-3 0-136,4 0-203,-10-7-585,-4 6 0,-5-1 0</inkml:trace>
  <inkml:trace contextRef="#ctx0" brushRef="#br0" timeOffset="225337.9303">22475 5368 1396,'0'0'42,"0"0"19,0 0 16,0 0 13,0 0 34,0 0 31,0 0 20,0 0 17,0 0 10,0 0-21,0 0-16,0-2-19,-3 2-14,-1 0-17,-7-1-34,4 1-32,-4 0-21,1 0-18,-1 0-9,0 0-2,0 0-4,-2 0-1,1 0-2,-1 0 2,0 0 0,0 3 2,-1-1 0,-1 3 2,2 1-1,0 1 0,-3-1 2,1 2 2,4 1-1,-3-1 2,3 2 1,0-4 0,1 3 0,0-1-1,2-2 1,1 1-2,0 0 1,0 0 6,2-2 3,-1 2 7,3-1 3,-2 1 4,1 1 1,0 3 1,-2-1 1,-2 2 1,1 3-1,1-1-4,-1 3-1,0-2-2,2-2-3,1 3 7,2-2 2,2-1 5,-4-4 2,4 3 1,-1 0 2,1-3 0,0 2 0,0-2-3,0 0-1,0 2-9,0-1 1,0 0-3,0 1 1,0-2 0,1 1-1,3-1 12,0 0 11,2-1 5,1-1 3,0-1 2,-3 0 2,4-2-2,-1 1 1,4-1 5,-2-1-2,3 0-11,-1 1-12,2 1-5,-4-2-2,1 1-2,2-2-4,-3-1 2,2 1 1,2 0 0,-1-2 5,1 1 0,3-1 5,1 1 0,2-2 4,-2 1 2,1 1-2,1 0-2,2 0-6,-7 1-6,4 2-4,1 1-4,-2-1-4,-2-1-4,3-1-8,-2 1 1,-1-1-2,1 2 3,1 1-1,0-3 6,1 2 3,4-3 5,0 1 4,2-2 1,-2 0 1,-3 1-2,-3 0-2,-4 1-1,1 1 2,-1-1-7,-2 2-2,2-2-4,3 1-7,1-2 2,-1 2-1,4-2 1,1 1 2,-2 1-3,-1 2 1,0-2 1,-2 0-3,0 1 4,1-2 1,-3 2-2,2-4 2,3 2-1,1-1 0,2 2 2,4-3-5,0 3 2,-1-1 1,-2-1-5,0 2 1,2 1 1,-3 0 2,-1 0-4,0 1 1,-2-3 0,4 1 3,0 0-2,5 3 1,-2-4 0,2-1 1,-2 5-1,0-5-1,4 1 4,-4 2-4,0-2 1,3 1-2,-3-1 3,0 1-2,0-1 0,-2-1-2,4 1 0,-5 0 4,2-2-4,-1 3 3,2-1 1,-3 1-1,6-1-3,-3 0 3,0 1 1,0-1 1,0-2 0,0 2-4,-2-1 2,2 1 1,-2 0-1,-4-2-1,-1 0 3,0 2-2,-2-2-1,0 0 0,1 1 2,-1-1-4,0 0 1,0 0 2,2 0 2,0 0-2,1 0 2,1 0-1,-2 0 0,4 0 3,0 0 0,-2 0 2,3 0-2,-2 0-1,-3 0-1,-1 0 3,2 0 1,-2 0 1,0 0 3,1-1-4,-2 1 2,2 0 0,0 0 1,-1 0-1,1 0 0,1 0-2,-2 0-1,0 0 4,2 0 0,-5 0 11,3 0 0,-2 0 14,0-2 12,-2 0 6,2 0 3,2-1-4,1 0-4,1-1 1,4 2 2,1-2-15,-2 0 0,3 1-12,0-1-12,-1-1-3,-3 2-6,-3-3 4,-3 1 9,-4 0-3,-1-4-4,2 2-5,-2-3-1,1-1-3,1 0 1,4 3-4,-4-3 2,1 1 5,-1 3-10,0-4-4,1 3 3,-6 0 11,5 2-5,-4-1 0,0 2-4,-4-4 3,0 4 4,-1-3-7,1-1 9,-4 0 2,0 1-4,0-2 1,0-1 4,0 0-5,0-1 2,0 0-8,0 2-4,0-2-16,-4 2-10,1-2-9,-5 3-2,-2 0-5,-5 1 3,1-1 4,-1 2-3,-2-2 9,-2 2 1,-1-1 15,-1 1 8,-2 1 5,-2 1 3,0-2-1,2 0-4,2 1-3,0-1 1,1 3-5,2-2-2,-1 1-1,0-1-2,1 3 4,-5-3-5,4 1-8,-3-2 0,-3 1-13,-3 0-9,-1 1-1,0-2-1,4-2 2,-3 3 2,2-1-5,3-1 8,1 3 6,4-1 4,-1 2 14,-1-2 12,-2 3 4,0-1 2,-1 2 2,-3 0-6,1-1-7,-2 0-12,-1-3-1,0 0 0,-4 0-3,5 0 2,-2-3 0,2 1 2,-2-1-4,7 3 6,0-4 11,-1 4 10,4-1-1,1 0 2,-4 1 2,0 0-5,1 1 1,0-1-3,-2 2 2,5-1 0,1 1-1,-3 1 0,5-2 6,-1 0-2,0 0-2,-1 0 7,-2 0 0,-3 1 4,-2 0-5,-1-1 2,1 1 0,-3-1 1,-3 0-4,-2 1 2,0-2 1,0 2 0,1-1-2,1 3 0,5-3 2,4 1-4,-1 1 4,4 0-2,0 0-1,0 1 1,-1 1-1,-1 0-1,0-2 0,-4 2 0,-4 0 0,0 0 0,2-2 2,-3 2 2,-2 0-1,3-2 2,1 0-4,2 1 2,4 1 1,-2-2 1,3 3-1,2 0-1,-1 0-2,2 0-2,2-3 5,-4 3-3,3 0 3,-4 0 0,2-1-2,-4 2-1,2-1 1,0-1 2,1 1-1,1 0-1,2 0 0,3 0 2,0 0-1,3 0-1,2 1 2,0-1 1,1 3 0,1-3 1,-1 3 2,-1 0 1,-2-2 0,-1 3-3,1-1 0,1 1 2,2-2 0,0 2-4,0-1 3,0 2-2,3-2-1,-2 0 0,-1-1-1,5 2 2,-4-2 1,2 2-3,-2-4-2,3 5-11,-1 0-36,-1-3-82,-1 2-123,36-4-675,-35 2 0,1 1 0,1-3 0</inkml:trace>
  <inkml:trace contextRef="#ctx0" brushRef="#br0" timeOffset="227058.8029">25618 5675 1908,'0'0'118,"1"0"35,-1-1 29,0 1 36,0-3 30,0 3 29,0-2 27,0-1 17,0 2 16,0-1-70,0 2-36,0-1-37,0 1-29,0 0-35,0 0-28,0 0-26,4 0-20,1 0-13,4 0-18,5 0-7,4 0-2,4 0 2,3 0 3,1 0-3,2 1 0,1 0-4,-1 1-5,-2 1-6,5-1 4,-1-2-6,2 0 3,-4 0-3,0 0-3,-5 0 1,1 0-3,-9 0 2,-1 0-1,-4 0 1,-6 0 1,-1 0 2,-1 0 0,1 0 2,0 0 1,-2 0-1,1-2-4,-2 0-23,0-1-11,0-2-31,0 1-55,0 0-30,-4-2-9,-3-1-4,0 0 1,-4 0 1,0 2 6,2-2 21,4 2 13,-1 2 28,3-1 51,3 3 20,0 1 6,0-1 0,0 1 5,0 0 4,2 0 6,0 1 5,3 2 3,3-1 2,1 3 4,1 1 11,-1 3 15,-2 0 6,-5 3 3,-2 1-1,0 0 5,0 3 1,-5 0 2,1-1 2,-5-2 5,-1-1 0,-2-1-89,2-4-146,2-8-662,0 2 0,2-1 0,4-2 0</inkml:trace>
  <inkml:trace contextRef="#ctx0" brushRef="#br0" timeOffset="228392.9108">26525 5523 1736,'0'0'86,"0"0"34,0 0 20,0 0 14,0 0 15,0 0 23,0 0 27,0-2 21,0 2 23,0-2-31,-2 1-44,1-2-39,-5 2-20,-1-1-15,3 1-15,-3-1-26,1 0-29,0 1-22,-3 1-23,-1 0-15,2 0 1,-4 0 8,2 0-3,0 0 0,-2 4 6,-1 1 8,-2 4 18,3 2 10,-5 0 9,7 5 9,-2-2 5,1 2 6,4-1 14,5-3 13,-2 3 9,4-4 2,2 1-6,-1-3-4,0-1-4,4-1-3,3 0-2,3 0-6,4-4-9,2 1-15,1 0-21,1-3-15,-1-1-24,-1 0-11,0-1-15,-3-2-8,1-2-4,-7 2-2,-1-2 4,-3 0 8,-2 1 8,-2 2 3,0 1 1,0 1 0,0 0 14,0 0 17,0 3 6,0 3 12,0 3 3,0 6 1,0-2 1,0 0 8,0-1 14,0-1-5,0-3-81,2 0-195,1-9-801,0 1 0,0 1 0,-2-2 0</inkml:trace>
  <inkml:trace contextRef="#ctx0" brushRef="#br0" timeOffset="229091.3829">26686 5671 1368,'0'0'122,"0"0"43,0 0 42,0 0 35,0 0 36,0 0 45,0-2 40,0 2 18,0-3 12,0 2-69,5 1-35,2-1-36,4 1-34,3 0-34,4 0-29,-2 0-50,0 1-36,-4 1-21,0 2-16,-7 0-13,-2 2-21,-2 0-9,-4 2-7,-1-3-3,-3 1-6,0-1 2,0 0-4,2-3 0,-1 2-2,4-3 4,2 1 4,0 1-2,0 0 2,2 0-1,-2 2 3,0 1 2,0 1 3,0 2 6,0-1 2,0 1 3,0 0 6,0-2 1,0-2 2,0 0 8,-2-2 7,-8 0-2,-3-2-23,-1-1-53,-4 0-111,9 0-251,-4-1-496,5-3 0,6-1 0,2-2 0</inkml:trace>
  <inkml:trace contextRef="#ctx0" brushRef="#br0" timeOffset="230139.534">27051 5588 1218,'0'0'111,"0"0"30,0 0 40,0 0 20,2 0 16,-2 0 18,0 0 13,0 0 11,3 0 7,-3 0-63,0 0-29,0 0-13,0-2-26,0-1-9,0 3-13,0-2-16,-3-2-13,0 0-10,-2 1-7,1 0-8,-5 1-16,1-1-18,-2 3-14,2 0-11,-3 0-4,0 0-3,-3 0 3,3 4 2,-3 2 3,3 3 14,-2 1 13,6 3 9,0-1 4,3 2 9,3 0 7,1 0 5,1-1 5,5-4-1,5 1-8,4-2-36,4 0-43,9-3-56,-4-1-29,-5-3-21,-1 0-10,-5 0-9,-6 0-17,-5 1-8,1-1 17,-3 2 41,0 2 48,0 2 61,0 3 33,0 2 27,0 1 13,-3-1 9,3 0-13,3-4-66,-3-2-178,0-12-574,0 6 0,3-3 0,0-2 0</inkml:trace>
  <inkml:trace contextRef="#ctx0" brushRef="#br0" timeOffset="230603.9946">27185 5719 2812,'0'0'96,"0"-1"44,0 0 30,0 1 5,0 0 6,2 0 3,0-1 10,4 2 3,0 1 1,3 3-65,-5 1-31,1 1-49,-5 1-33,0 2-3,0-1-9,-5 2-4,-2-1-4,-5 1-5,-1 3 1,-5-2 1,6 2 1,-1-4 4,10-1 0,-2-4 2,5 0 4,0-1 6,0-2 10,0-1 12,5 2 2,9-3-19,1 1-75,13 2-114,16-5-748,-13 4 0,-1-4 0,-6-1 0</inkml:trace>
  <inkml:trace contextRef="#ctx0" brushRef="#br0" timeOffset="231571.9648">26815 5437 1405,'0'0'91,"0"0"44,0 3 28,0-3 29,0 0 36,1 0 23,0 0 15,2 0 19,-3 0 22,1 0-34,-1 0-20,3 0-37,0 0-20,0 0-24,-1 0-25,4 0-19,-2 0-10,3 0-16,0 0-20,1 0-18,2 0-8,0 0-6,2 0-2,6 1-4,4-1-2,6 3-2,3 0 6,6-1 6,6 2 4,4 1 2,2-1 0,-1 1 2,-9-2-8,-8 2 0,-11-1-6,-6-4-5,-8 1-13,-5 2-9,-1-2-6,0-1-9,0 2-9,0-2-7,0 0-8,0 0-31,0 2-83,0-2-119,0 0-256,0 2-482,-1-2 0,1 0 0</inkml:trace>
  <inkml:trace contextRef="#ctx0" brushRef="#br0" timeOffset="233919.9069">21614 6478 1288,'2'0'93,"-2"3"49,0-1 41,2 0 40,-2 0 42,0-1 47,0-1 47,0 0 31,4 0 18,-4 0-24,0 0-53,0 0-47,0 0-46,0 0-42,0 0-42,0 0-49,0 0-43,0 6-31,-4 0-15,0 7-3,-2 4 11,-4 7 7,-2-1 9,0 4 5,0 0 3,1 1 3,3-1-1,-1-4 1,1-4-14,6-4-51,0-4-99,2-4-138,46-3-844,-48-3 0,1-4 0,-2-6 0</inkml:trace>
  <inkml:trace contextRef="#ctx0" brushRef="#br0" timeOffset="235063.3277">21586 6546 1204,'0'0'88,"0"0"49,0 0 47,0 0 24,0 0 25,0 0 13,0 0 12,0 0 8,0 0 12,3-2-38,-1-2-17,0-2-39,3-3-40,2-1-12,-1 1-22,-1 0-11,2 0-8,0 2-8,2 0-9,-3 0-25,4 1-10,-2 1-6,2-2-8,0 2-12,0 2-4,-1 2-3,-1-2-5,2 3 2,-1 0-4,3 0-2,-2 0 1,-1 0-6,-1 0-6,3 0-9,-5 0-3,0 4-6,-1 2-11,1 3-11,-4-1-5,-1 5-3,-1-2-4,0 1-1,-3 3 4,-1-2 10,-3 0 1,-4 0 8,1-5 12,-2 2 7,-2 0-2,3-1-17,-3-1-5,3 0-14,3-2-10,0 0-26,2-1-19,6-3-24,-3-2-19,3 2-1,0-2 10,3 1 24,-3 0 11,0 2 21,4-2 18,-2 1 32,4 0 40,1 3 32,3 1 19,0 0 10,0 2 0,0 0 1,-1 1 6,-3-1 5,0 1 5,-4 1 6,-2 0 2,0 1 0,0-5 7,-2 3 6,-2-1 4,-2-1 4,-2-2 0,-5 2-1,1-2-11,-6-3-9,4 1-19,-4 0-12,-1-2-26,1-1-60,4-1-152,0-14-551,4 6 0,3-1 0,5-2 0</inkml:trace>
  <inkml:trace contextRef="#ctx0" brushRef="#br0" timeOffset="235794.2376">21969 6718 1747,'0'0'148,"0"0"34,0 1 36,0-1 35,0 0 31,0 0 28,0 0 19,0-1 17,0 1 8,0-1-109,0-2-33,0 1-34,2 2-35,-2-3-34,6 2-33,-2 1-25,3 0-22,3-1-18,-5 2-10,5-1-8,-5 1-11,-2 2-6,0 3-5,-3 3-3,-1-2 6,-5 5-7,-2-2 4,-3 4 1,-6-2 1,-1 2 8,-1-3 8,1 1 6,-2 0 7,9-2 0,0-2-3,4-2 6,0 1 0,1-2-2,4-2 1,1 1 1,1-2 5,0-1 7,1 1 4,1-2 1,4 0 1,3 0-2,6 0-14,3 0-42,1 0-117,3 0-148,13-8-639,-20 7 0,0-1 0,-2 1 0</inkml:trace>
  <inkml:trace contextRef="#ctx0" brushRef="#br0" timeOffset="236516.4902">22324 6633 1709,'0'0'162,"0"0"37,-3 0 29,3 0 24,0 0 27,0 0 25,0 0 20,0 0 22,0 0 27,0 0-98,0 0-19,0 0-14,4 0-10,7 0-5,3 0-18,6 1-8,4 2-27,3 0-12,-5 0-39,-3 1-28,-3-2-39,-8 1-47,-4 0-34,-1 1-41,-2 1-30,-1-1-59,-1-1-101,1 4-117,0-4-229,-11 1-370,1-2 0,-1 1 0,-6-3 0</inkml:trace>
  <inkml:trace contextRef="#ctx0" brushRef="#br0" timeOffset="236771.7054">22269 6775 1806,'0'3'215,"0"2"90,0-1 85,2-1 38,2-3 18,4 0 24,5 0 5,2 0 11,6 0 5,-3 2-149,7-2-94,0 0-137,-2 4-202,0-1-287,-7-22-770,-3 23 0,-6-1 0,-3-4 0</inkml:trace>
  <inkml:trace contextRef="#ctx0" brushRef="#br0" timeOffset="238321.1123">22970 6528 1295,'0'0'98,"0"0"50,0 0 34,0 0 28,0-1 16,0-1 10,0 2 10,0-1 7,0-2 5,-1 3-49,-4 0-39,0-2-42,-1 0-30,-3 0-25,-3 0-4,2 0-2,1 0-2,-2 2 5,4 0 5,0 0-3,0 0 3,-1 0 0,1 0 13,-1 0 23,-2 0-8,-1 3-3,4 0-7,-3 2-2,0 3-3,1 2-2,0 1 6,1 2-2,0 1-10,2 1-23,-1 1-3,4 1 0,3-3-1,-1 2-6,1 1-2,1-5-1,1 2-11,2 1-7,2-3-3,2 1-2,3-3-2,1-1-4,1-2 0,-1-2-5,1-1-8,1-4-13,1 0-13,3 0-13,-4-2-37,0-3-37,-3-1-29,-4-4-15,0 0-10,-4 1-11,-3 0 0,1 0 3,-5 1 9,4 2 12,0 3 33,-2 0 31,2 3 27,0 0 22,0 0 20,2 0 20,4 0 14,6 0 8,0 2 5,6 0 5,2 2-3,-2-1 2,-6 1-8,-1-1-18,-8 3-6,-3 1 18,-5 0 26,-4 6 20,-3-2 22,1 3 14,1-2 6,6 0 7,-2-1 10,6-3-21,0 0-142,35-6-952,-28-1 0,1 0 0,-1-4 0</inkml:trace>
  <inkml:trace contextRef="#ctx0" brushRef="#br0" timeOffset="239399.7819">23207 6718 2069,'0'0'140,"0"0"33,0-1 13,3 1 11,-3-4 9,3 3 25,4-1 28,5 1 34,3-1 35,5-1-84,0 3-28,0-1-32,-2 0-13,-6 1-11,-1 4-14,-5-2-36,-4 2-27,-4 2-34,-6 4-45,-5-4-37,-1 4-31,-5 0-31,4 1-24,1-1-21,7-3-8,3 0 5,2 0 1,4-2 3,-1-1 11,2 2 20,4 1 25,-1-2 32,2 3 39,0 0 35,-5-1 22,1 2 10,-3-1 2,-1 0 10,0 0 10,-1-3 3,-4 1 2,-3-4 1,-2 1-76,-7-3-105,0 0-196,-4-24-551,3 18 0,2-1 0,7-5 0</inkml:trace>
  <inkml:trace contextRef="#ctx0" brushRef="#br0" timeOffset="240849.7858">22758 6358 1840,'0'0'142,"0"0"34,0 0 30,1 0 32,-1 0 37,0 0 26,0 0 21,0 0 24,1 0 30,0 0-99,4 0-20,-1 0-27,4 0-21,5 0-22,4 0-32,5 0-19,0 0-16,13 0-15,2 0-31,2 0 0,0 0-14,-2 0-9,-8 0-9,-8 2-10,-8-1-3,-7 1-25,-4-2-10,-2 1-27,0 0-56,0 2-141,0-2-128,0-5-751,0 5 0,4-2 0,5-1 0</inkml:trace>
  <inkml:trace contextRef="#ctx0" brushRef="#br0" timeOffset="241948.2094">23673 6520 417,'0'-3'35,"0"3"34,0-2 52,0 2 48,0 0 46,0 2 35,0-2 38,0 0 22,0 0 44,0-2 22,0 2 28,0 0 3,2 0-23,-1 0-27,1-2-20,-1 1-26,-1 0-28,1-1-20,0 1-33,2-1-45,-3 0-32,0 1-38,0-2-25,0 0-21,0 2-25,0-1-20,0-1-7,0 3-15,0 0-5,-6-1-5,0-1-6,-4 2-4,-4 0-4,-1 0 3,1 0 1,-5 3 4,2 3-2,1 1 11,1 4-7,3 3 4,5-2-5,1 3 6,4-1 2,2-1-3,-2 1 1,4 1 6,-2-3 3,0 1 0,5 0 9,1-1-3,5-3-3,3-2-8,5 0-13,1-2-15,-1-3-8,0 1-6,-1-3-1,-5 0-2,-2 0-6,-4 0 1,0 0-1,-7 0 11,3 2 16,-3 3 30,0 1 10,-3 3 11,1 4 6,-3 1 4,4 1 1,-1 1 5,-1-4-8,3-1-47,3-3-167,16-3-381,-16-2-457,4-1 0,3-5 0,3-3 0</inkml:trace>
  <inkml:trace contextRef="#ctx0" brushRef="#br0" timeOffset="242493.1581">23794 6730 1523,'2'0'132,"3"0"60,-1 0 64,4 0 68,-2-2 43,-2 1 39,3-3 15,-3 0 13,0 1 3,3-1-55,3 4-72,-2 0-62,2-2-60,1 2-70,-3 0-45,3 2-41,-5 2-17,-2 2-13,-3 2-4,0 1-4,-2 1 1,-4 2 0,-1-1-4,-7 3 4,-1-3-2,-3 2 4,-1 0 1,7 1 0,0-3-1,5-4 1,3 1-5,3-3-3,-1-1 0,2-1 0,-1-1 4,3 0-1,5-2 0,5 0 4,4 2-1,5-2 2,5 4-1,0-1-6,5 4-17,-3-2-40,-3 0-69,-8 2-120,-4-2-195,-6-23-509,-3 20 0,-3-1 0,-2-3 0</inkml:trace>
  <inkml:trace contextRef="#ctx0" brushRef="#br0" timeOffset="243831.8411">24486 6588 2052,'0'0'61,"0"0"35,0 0 30,3 0 13,-3 0 5,0 0 3,0 0 4,0 0 10,0 0 15,0 0-20,2 0 29,-2 1-4,0 3-1,0 2 3,0 4 21,0 3 8,0 6 0,0 1-4,0 2-16,0 1-24,-2-2-40,2-2-30,-3-4-28,3-1-19,0-6-37,3-2-43,-6-3-57,3 1-140,5-3-272,-5-1-473,2-1 0,-2-5 0,4-1 0</inkml:trace>
  <inkml:trace contextRef="#ctx0" brushRef="#br0" timeOffset="244407.7358">24303 6688 2179,'1'0'99,"0"0"29,4 0 32,-3 0 30,0 0 28,3 0 24,1 0 28,-1 0 29,1 0 25,1 0-45,4-1-24,3 1-17,3 0-26,5 0-21,3 0-20,7 0-19,2 0-21,5 0-25,3 0-24,-2 0-20,-5 0-12,-6 0-12,-7 1-6,-8 1-11,-9 0-13,-2 0-7,-1-2-14,-2 1-13,0-1-8,0 1-11,0 1-44,0 1-124,0-2-127,8 0-254,-5-1-362,-2 0 0,3-2 0,3-2 0</inkml:trace>
  <inkml:trace contextRef="#ctx0" brushRef="#br0" timeOffset="245281.048">25174 6593 832,'0'0'81,"0"0"67,0 0 25,1 0 46,0-1 31,0 1 29,-1 0 23,4 0 37,-4-1 38,0 1-11,0-2-32,1 0-64,-1 1-20,0-3-48,-1 0-32,-3 2-30,-2-1-22,-2 2-39,-3 1-38,1-1-27,-4 1-9,0 1-2,2 3-5,-1 1 7,0 1 18,0 4 15,-1 1 15,7 2 12,-4 0 6,4 2 14,3 2-6,-2-2 4,5 2 3,-1 1-7,1-4-9,2-1-10,2-2-14,3-4-5,6-1-5,8-1-15,2-2-6,5-3-12,0 0-5,-1 0-4,-3 0-3,-4 0-5,-4 0-6,-5 0-7,-6 0-8,-1 0 4,-3 0 8,0 0 15,0 7 7,0 0 2,0 2 2,0 4 4,-3-1 4,3 0 1,0-3-6,0-1-68,3-2-161,11-2-325,-11-1-448,2-1 0,2-2 0</inkml:trace>
  <inkml:trace contextRef="#ctx0" brushRef="#br0" timeOffset="245896.9101">25368 6780 1672,'0'0'150,"0"0"41,0 0 51,0-2 34,1-1 31,2 3 9,0-3 10,2 1 24,2-1 19,5 2-91,0 1-25,2-1-34,1 2-50,-5 1-35,1 2-31,-4 1-9,-6 2-14,2 1-27,-7-1-19,-3 1-28,-3 1-33,-1-2-24,-2 1-7,4-2 0,0-1-2,7-1-8,2-2-6,0-1 4,0 3 3,0-2 15,0 3 19,2 3 21,1-1 13,1 2 5,-1-1 1,2 1 14,-3 2 15,-1-4-1,-1-1-3,0 0 2,-1-2-3,-3-2-7,-7 1-37,-1-1-73,-7-2-124,11-4-285,-11 1-388,3-3 0,4-4 0</inkml:trace>
  <inkml:trace contextRef="#ctx0" brushRef="#br0" timeOffset="246895.9139">25712 6642 1568,'0'-1'29,"0"1"22,0-1 41,0-1 19,0 1 16,0-2 35,0 3 24,0-3 8,0 1 6,-3-1-24,2 1-8,-5-1-20,-2 1-42,-3-1-20,0 2-14,-2 1-34,-3 0-14,-1 4 9,1-1 1,-6 5 12,6 5 27,-1 2 13,3-2 31,5 3 17,0-1 8,6 0 2,2-2-3,1 3-15,1-4 2,5-2-11,2-1-26,6-2-38,6-2-61,0-2-47,2-2-22,-4 2-11,-1-3-7,-3 0-6,-4 0-7,-3-3-3,-5 3-10,0 0 19,-2 0 38,3 3 35,-6-2 38,6 3 27,-6 3 8,3 2 11,0 1 7,0 0-1,0-1-15,0 0-69,3-4-174,-1-7-630,3 4 0,3-2 0,4-2 0</inkml:trace>
  <inkml:trace contextRef="#ctx0" brushRef="#br0" timeOffset="247310.7993">25802 6792 2670,'0'0'97,"0"0"25,1-2 29,1 2 25,2 0 14,3-1 13,-1 2 10,0 1 4,1 2 6,-1 1-73,-2 1-7,-3 3-16,-1 1-25,-5 1-20,-2 0-11,-3-1-13,-1 1-8,-3 1-3,6-3 1,4-2 6,1-3 16,3 0 13,3-4 3,7 0-5,6 0-11,8 0-45,5 0-124,8 0-219,-7-9-720,0 5 0,-12-1 0,-6-1 0</inkml:trace>
  <inkml:trace contextRef="#ctx0" brushRef="#br0" timeOffset="247984.1954">25405 6424 2536,'0'1'77,"0"-1"52,2 0 51,0 1 42,5-1 29,3-1 33,4 1 25,1 0 20,4 0 10,4 0-25,3 0-38,6 0-53,-1 0-50,1 0-43,-5 0-43,-4 0-46,-11 0-52,-2 0-84,-6 0-93,-3 3-73,-1-2-75,2-1-119,-1-5-455,0 5 0,2-3 0,0 2 0</inkml:trace>
  <inkml:trace contextRef="#ctx0" brushRef="#br0" timeOffset="249465.0726">22207 7299 1543,'3'0'113,"1"0"52,0 0 32,2 0 33,-4 0 42,-1-1 52,0-1 40,-1 0 30,0-1 16,0 2-42,1-2-59,-1 2-50,0 1-34,0 0-34,0 0-45,0 0-50,0 1-34,0 3-29,0 5-11,-2 3-10,-1 6 3,-4 4 0,0 1 3,1 1 5,3 0 4,-2-3-1,4-7-10,1 0-15,-3-6-33,3-1-38,0-3-109,0-1-114,0-3-182,-3-15-490,3 11 0,0-3 0,0-3 0</inkml:trace>
  <inkml:trace contextRef="#ctx0" brushRef="#br0" timeOffset="250153.5793">22186 7388 1078,'0'-2'42,"0"1"46,0-3 39,-1 2 52,1-2 27,0 2 35,0-5 18,0-2 26,0 0 13,0-2-20,0 1 8,0-1-37,0 2-28,1 0-45,-1-1-1,2 1-21,-1 2-17,5-2-28,-2 3-11,0-1-14,0 1-18,3 1-7,3-1-10,-2 0-9,0 1-24,5 0-17,1 1 1,1 1 1,3-4-2,-1 5 0,-1-1 2,1 1-4,-6-1-10,-1 3-16,-2 0-30,-6 3-34,-2-1-7,1 3-14,-3 5-5,-5 1-24,-1 1-26,-1 1-23,-2-2-21,2 1-20,1-1-10,5-4 7,2 1-6,1-4 12,0-1 2,0 1 25,1-1 25,6 1 25,-3 2 33,2 0 40,2 3 44,-2 2 46,1 0 25,-2 3 24,-2 1 33,-2-2 26,-1 2 20,0-1 19,-4-3 10,-3 0 0,-4-1-4,-3-3-15,-3-1-28,-1-3-61,-1-2-120,33-5-527,-28-1 0,1-2 0,5-3 0</inkml:trace>
  <inkml:trace contextRef="#ctx0" brushRef="#br0" timeOffset="251454.3514">22475 7416 711,'0'0'68,"0"0"30,0 0 35,3 0 37,-6 0 40,6 0 28,-3 0 21,0 0 26,0 0 20,0 0-38,2 0-2,-2 0-19,2 0-27,0 0-36,1 0-34,0 0-21,1 0-15,2 0-24,-1 0-16,5 0-15,0 0-8,1 0-7,2 0-6,-3 0-5,0 2-6,0-1-7,-5 2-10,0-1-8,-3 3-3,-1-1-6,-1 0-8,0 3-1,-2 0-2,-6 0 5,-2 1-3,-3 1 5,-2 1 5,1 1 5,2-1 2,-1 1 4,1-1 4,3-1 0,0 1 0,-1-3-2,2-1 2,4 0-4,-2-2-3,5-2 0,-1 0 0,1-1-1,1-1 1,0 0-2,0 0-1,0 0 2,0 0-1,0 0 2,0 0-1,0 0 0,0 0 0,0 0-2,0 0-1,0 0-1,1 0-1,1 0-2,-1 0 1,5 0 2,1 0 7,1 0 2,2 0 3,-1 0 4,4 2 0,5-2 3,0 1 0,3 1-35,-2-1-84,2 1-202,-7-28-499,-3 26 0,-3-3 0,-5-1 0</inkml:trace>
  <inkml:trace contextRef="#ctx0" brushRef="#br0" timeOffset="252453.4642">22898 7302 740,'0'0'69,"0"0"18,0 0 15,0 0 19,0 0 15,0 0 29,0 0 44,0 2 38,0-1 30,0 1-24,4 0 3,-4-2-4,4 0 4,2 0 8,2 1 13,-1-1-4,5 1-20,2 0-20,2 2-23,-1-2-22,7-1-14,-1 3-11,0-2-16,-3 1-29,-1-2-28,-7 0-20,-1 1-28,-5-1-20,-3 0-11,0 3-22,-1-3-49,0 2-104,2 0-110,1-2-157,-3-14-522,0 13 0,-5-3 0</inkml:trace>
  <inkml:trace contextRef="#ctx0" brushRef="#br0" timeOffset="252833.7698">22930 7455 2675,'0'1'153,"0"1"61,0-2 37,1 0 23,2 0 17,4 0 6,1 0 10,5 0 4,3 0 2,2 0-116,0 0-36,2 0-78,-2 2-112,-4 1-144,-2 0-162,24-3-663,-26 1 0,-7-2 0</inkml:trace>
  <inkml:trace contextRef="#ctx0" brushRef="#br0" timeOffset="255184.0247">23903 7257 460,'0'0'52,"0"0"48,0 0 39,0-1 43,2 2 43,-2-1 32,1 0 33,-1 0 31,0 0 21,1 0-8,1-1-19,-2 0-35,0 0-31,4-1-29,-3-1-31,-1 2-17,1-2-25,0 1-25,-1 0-20,0 1-8,0-3-6,0 2-10,0 1-9,0-1-16,0 1-11,0 1-15,-1 0-6,1-1-7,-2 0-3,-2 1-7,0 0-4,-1-1-1,-3 1-2,4 0 3,-4 0-2,0 0 1,1 0-3,-3 0 0,-3 0 0,4 0 1,-4 1-2,2 1 1,-2 3-1,2 1-3,-1 2 1,2 3 1,1-1 7,3 1 7,2 3 2,3-2 4,-1 1 4,1 0 3,-1-1 2,1 0 6,2-1 1,-1-1 2,2-2-6,1 0 0,0 0 2,7-2 0,0-1-2,2-2-3,1-1-2,5-1-11,-4-1-10,5 0-16,-1 0-9,-1 0-12,-4-3-7,0 3-6,-1-3 0,-3 1-3,-2-1 1,0 1 7,0-1 7,-6 1 12,5 0 4,-1 2 4,-3 0 5,4 0 2,-1 0 4,-1 0 1,0 2 6,0 3 11,-2 2 10,-2 4 13,0 2 8,0-1 7,0 3-1,0-2 2,0-1-1,-3-2-12,2-1-82,-1-4-188,2-15-740,0 10 0,6-4 0,0-1 0</inkml:trace>
  <inkml:trace contextRef="#ctx0" brushRef="#br0" timeOffset="255959.0421">24153 7403 2431,'0'0'131,"0"-1"52,0 1 32,0-1 8,0-1 8,0 2 25,4 0 32,2 0 17,5 0 10,3 0-70,4 0-48,-3 3-51,-4-1-36,0 2-6,-7 1-16,-1 1-26,-3 0-30,-3 1-17,-4-2-30,-2 3-10,-4 0-2,-4-1-6,3 0 1,2-2-3,5-1-3,4-1-12,3 0-7,0 0 0,0 1 24,3 1 1,-1 0 1,3 2 7,2-1-1,-1 3 4,2 1 11,-3 0 18,-3 2 8,1-3 0,-3 0 1,0 0 3,-3-2 6,-1-2-2,-7 0 2,-2-3-45,-6 0-123,-1 0-176,1-19-623,3 13 0,7-6 0,6 0 0</inkml:trace>
  <inkml:trace contextRef="#ctx0" brushRef="#br0" timeOffset="256715.4029">24784 7323 1302,'0'0'115,"-3"0"35,3 0 26,-2 0 27,2 0 19,-1 0 12,1 0 10,0 0 2,1 0 18,-2 0-50,0 0-2,-2 3 2,2-1 13,-1 3 5,1 2-2,-3 2 6,4 3-1,-2 2 2,2 2-14,0 4-29,0-2-33,2 0-33,-2 2-40,0-5-28,0-1-21,0-4-18,0-1-11,0-4-29,-2 0-59,1-2-142,0 0-149,-2-12-717,-4 8 0,2-3 0,-2-1 0</inkml:trace>
  <inkml:trace contextRef="#ctx0" brushRef="#br0" timeOffset="257122.8879">24602 7434 1936,'0'0'159,"0"0"62,0 0 73,0 0 52,0 0 36,0-1 18,2 1 17,4-1 9,3-1 9,5 2-93,5 0-41,6-1-54,6 1-74,5 0-42,1 0-33,-2 0-18,-3 0-25,-7 0-36,-7 0-45,-9 0-114,-7 0-120,-4 0-179,-6-14-680,-3 12 0,-5-2 0,-3-1 0</inkml:trace>
  <inkml:trace contextRef="#ctx0" brushRef="#br0" timeOffset="258474.9943">24780 7214 639,'-2'-1'40,"-2"1"43,1 0 8,-4 0 16,-1 0 18,0 0 12,-3 0 25,-2 0 14,1 0 15,-1 0-16,-1 0 5,-1 2-33,1 2 4,-1 1 6,0 0-4,-1 4 1,0-3-10,1 2-6,-2 3 11,3-2 1,-4 2 7,8-1 12,1 1-5,-1-1-4,2-2-1,6 5 1,0-4 3,-4 4 0,6 0-22,0 2-13,-3-3-19,3 4-21,0 1-8,0-3-16,0 2-10,0-1-13,3-1-17,-3 0-6,3-2-3,4 0-4,2-1-1,1 0 3,4-1 0,0 0 0,1-1-1,6-1 0,-2 0-1,2-2-1,4-1-1,-4-1-2,0 1 0,1-4-5,0 3-5,-1-4 0,1 0-5,-3 0 5,2 0-6,0-2 2,1 2 0,-2-2 2,5 2 0,-2-2 4,-1-2 2,-2 2-2,1-2 4,-5-2-10,4 0 4,-4-1-6,0-3 0,-1 3-4,0-4 1,-5 2-5,0-2 5,-3 1 2,1-1 4,-4 0 10,1 1 1,-2-1 5,0 1-1,-1-2 7,-2 0-1,0 0 1,0 3 1,0-4-3,0 1-5,-2-1-9,-2 2 2,-3 1-1,-3-2 0,1 3-1,-4-2-2,1 1 4,-2-1-7,0 2 3,3-2-4,-4 1 5,0-1-3,-1 3-2,-1 1-1,0-1-3,-3 2-2,0 3-4,-2 0 3,-1 1-2,-2 0 6,0 2-6,-3 0-8,-1 0-40,3 2-97,-2 0-62,6 2-90,8-3-190,0 5-339,4-3 0,6-2 0,4 0 0</inkml:trace>
  <inkml:trace contextRef="#ctx0" brushRef="#br0" timeOffset="259761.7727">25511 7256 1585,'0'0'130,"0"1"27,0-1 15,0 0 14,0-1 11,0 1 20,0 0 19,0 0 22,0 0 10,-2 0-95,1 0-30,-2 0-27,-1-1-13,-4 0-14,1-1-8,-3 2-18,2-1-20,-5 1-17,-2 1-3,0 2 22,-1 2 10,0 2 19,-2 5 12,3 3 10,-1 0 6,7 2 13,-1-1 8,6 1 4,1-1 0,0-1-21,3 2-12,-1-2-13,2-4-11,2 0-6,0-3-3,1-2-12,6-1-7,2-1-9,3-3-14,3 0-16,2-1-14,-2 0-25,-2-1-18,2-1-9,-2-1-4,-4 0-6,-1-2-2,3 1-2,-5 0 10,0 1 11,1 0 13,0 3 24,-2-1 19,-4 1 11,2 0 5,-4-3 6,1 6 10,-3-2 11,0 3 7,-4 4 11,0 3 3,1 3 0,-4 4-4,-1-2-2,0 0-3,6 0-1,-5-2-11,6-3-35,1-2-82,0-1-226,0-32-792,0 24 0,0-6 0,1 0 0</inkml:trace>
  <inkml:trace contextRef="#ctx0" brushRef="#br0" timeOffset="260563.5297">25702 7488 2024,'0'0'136,"0"0"47,3 0 45,-3 0 44,0 0 23,3 0 15,-2 0 12,4 0 9,1 0 14,1 0-88,1 0-32,4 0-45,0 0-42,-1 0-45,3 0-23,-3 0-14,-1 2-11,-3 2-13,-5-2-18,0 6-11,-2-1-6,-2 2-3,-3 0-2,-1 2 3,-2 1 1,-6-2-1,-1 1 1,1 2 1,-1-1 4,4-1 3,1-1 0,4-1 0,1-1 0,1-2-2,1 2 2,0-4 0,0-1-1,2 1 2,0-3-1,-2 1 4,3-2 1,0 1 5,0 0 3,0-1 10,0-1 8,0 2 4,5-1-2,5-1 3,4 1 0,7 0-4,9 0-4,5 0-17,4 1-41,-2 1-129,1 2-191,2-8-730,-18 8 0,-7-4 0,-8 0 0</inkml:trace>
  <inkml:trace contextRef="#ctx0" brushRef="#br0" timeOffset="261821.1566">21916 7052 1361,'-2'0'57,"-3"2"38,1 1 44,0 4 43,0 0 43,2 2 39,1-1 38,-2-2 51,3 1 31,0 1 2,0-2-28,-2 3-26,0 2-31,-4 1-36,2 2-37,-7 5-33,0 2-30,1 8-48,-5 4-26,-5 6-15,1 2-12,-2 2-12,5 1 3,5-4-7,5-4 8,6-4-6,0-8 6,0-7 5,4-4 1,-3-5-30,2-5-70,2-3-156,5-2-320,-10-5-619,-2-5 0,-4-3 0,-2-9 0</inkml:trace>
  <inkml:trace contextRef="#ctx0" brushRef="#br0" timeOffset="264105.1647">21938 7062 1520,'-1'0'54,"1"0"82,0 0 48,-2 0 36,4 0 8,-2 0 2,1 0 10,0 0 18,4 0 25,2 0-20,2 0-19,2 0-79,3 0-47,3 0-35,-2 0-9,3 0 0,5 0-13,0 0-16,3 0-23,2 0-16,1 2-2,2 0-4,6-1 2,0 3-2,2-2 2,3 1-3,1 1 3,-4 1-2,-2-4 0,1 2 0,-4 0-1,-3-3-2,-2 2-7,0-2-1,-5 3-1,1-2 2,-3 0-1,3-1 0,1 2-1,2-2 2,4 0 0,1 0 1,-1 1 1,0 0-6,0 0-5,-2 3-9,-6-2 2,-3-2-2,2 3 2,-3-3-4,-1 0 6,2 0-2,3 2 2,0-2 6,4 3 5,0-3 6,3 1 1,-3 1 0,-1 0 0,-2-1 2,1 1-5,-2-2 5,0 1 1,-1 1 2,-2-1-1,3-1-4,0 1-3,1-1-1,3 0-3,0 0 2,3-1 0,0 1 0,0 0 1,2 0-2,-4 0 1,-1 0 6,-3 0 2,-3 0 0,0 0 3,-1 0 0,0 0 0,2 0 0,2 0-2,-1 0 5,4 0 1,-2-1 1,0 1 0,-2-2 2,-1 1-2,0 1 0,-1-1 0,-1 1 1,-5 0 0,4 0-1,-5-1-1,2 1-2,2-1-4,2-1 4,1 1 2,0 1 0,3 0 2,4-1-2,2 1 1,1 0-1,0 0-1,-3 0 1,0 0 3,-3 1-2,-1-1-1,0 0-1,0 0 1,-1 0-1,-2 0 6,-5 0 5,0 0-1,-3 0 3,2 0 2,-4 0 2,5 0 3,1 0 3,1 0 4,4 0 4,1-1-1,0 0 3,1 1 7,-4 0 14,4 0 7,0 0-2,-2 0 3,1 0-2,-2-3-5,6 3-5,-3 0 0,4 0-8,-2 0 0,-1 0-13,-1 0-3,1 0 2,-1 0-3,-3 0 1,3 0 1,0 0 2,0 0-4,-3 0-1,0 0-5,2 3-6,1-2-2,-3 1-7,3 2-2,-4-2-1,4 2-4,-3-1 0,2-2 0,-1 2 4,1-2-6,2 2 4,-3 2-3,0-2 0,-2 1 1,2-2-2,-2 1-1,4-1 3,-3-1-1,-1 2-4,-3-3 5,0 0-3,-7 1 1,2-1 2,-1 2-2,-2-2 2,2 2 0,-1-1-1,0 0 1,-3 1 0,-2-2-2,4 0 1,-1 1-1,1 1 0,3-1 2,-1 1 0,1 0 1,-2 0-3,-1-1 1,2 1 2,-1 1 0,-1-1 3,-3 2 1,-3-2-2,0-2 3,-1 3 4,-3-3 4,1 0 0,-1 0 0,0 0-4,0 2 2,0 2-1,0 2 5,0 3 3,0 2 1,0 2-1,-1 5 9,-2 5 2,-2 2 7,-1 5 8,-5 6 6,1 2 1,0 4 2,2 3 0,0 2-2,5 0-3,-1-2-14,2-2-1,2-1-5,-2-9-6,2-3-10,0-7-36,0-4-158,4-5-335,-4-7-546,-2-2 0,-3-5 0,1-3 0</inkml:trace>
  <inkml:trace contextRef="#ctx0" brushRef="#br0" timeOffset="266440.051">21748 7674 1062,'0'7'144,"2"1"46,2 0 20,0 2 14,4-5 7,-1-3 3,1 1 1,1-2 0,-3-1 2,2 0-77,0 0-65,-1 0-46,4 0-19,0 0-13,0 0-13,7 0-4,-1 0 0,2 0 0,2 0 1,-2 0 3,4 0 7,-2 0 7,2 1 1,-1-1 1,1 3 8,3-1 0,-1 1 1,4-2 1,0 4 3,0-4-2,3 2-2,1 0-7,2 3 1,2-1-3,2-1 1,0 3 0,-3-2-1,1-1-2,1-1-5,-5 0-3,1 0-5,-1 1-1,-4-1-1,3 0-1,-2 0 0,1 2-2,-3-4 1,1 3-1,-3-1 1,5 0 0,-5-1-1,6 3 1,1-2 0,5 0 0,0 1 0,5 0-1,-3-1 1,1 1-1,-5-2-6,-3 3-2,-4-1-4,1-3-1,0 2-7,0 0-3,5-2-3,-1-1 0,6 2-2,4-2 1,3 2 6,3 1 0,1-2 4,1 2 4,-4 1 4,-5 0 2,-4 0 4,-2 0 2,-5-2-1,-1-1 1,1-1-10,0 0-10,8 1-6,2-2 0,1 1 1,1 1 2,2 1 7,-5-1 6,5 0 9,-2 1 14,1 0 20,1-1 16,-2 1 13,-1-1 4,0-1 9,-2 0 21,0 0 3,-5 0-1,0 0 7,-1 0-3,-2 0 0,0 0 4,-1 1 4,0 0-1,0 0 2,1 1 2,3-1 0,1 1 9,1-2-6,1 0-8,-5 1-8,-1-1-7,0 0-5,-4 0 1,-3 0-12,-1 0-19,0-1-12,-3-1-13,1 2-7,-1-1-4,1-1-1,2 2-5,2 0-3,2 0-4,1 0 1,1 0 0,-2 0-2,0 0 4,-4 0 0,0-1 2,-2 1 2,0 0-2,0-1 5,2 0-4,-2 0-2,0 0-4,-2-1 2,-3 2-4,3-2-1,-3 2-2,0 0-2,-3 0 2,0 0-3,-2 0 0,-4 0 0,0 2 1,-5-1-2,0 0 1,-4-1-2,3 0-4,2 0-19,1 0-26,-2 0-26,7 1-7,-1 0-7,-3 1 0,1-1 0,-5-1-9,0 2-44,-3-1-68,0-1-37,0 0-57,0 0-183,-10 0-329,-4-4 0,-7 1 0,-5-5 0</inkml:trace>
  <inkml:trace contextRef="#ctx0" brushRef="#br0" timeOffset="274885.3268">16600 8256 1217,'0'1'64,"0"2"29,0-1 20,0 2 11,0-1 19,0 0 25,0-3 23,0 4 18,0-1 15,0 1-28,0-1-8,0 3-12,0-1-4,0 0 6,0 0 1,0 4-17,0 0-18,0 1-15,0-1-7,0 0-6,0 1-6,0-2-6,0 2-5,0 3-12,0-4-10,0 2 2,0 2 4,0-3 8,0 0-1,0 2-3,0-1-3,0 2-5,0-2-9,0 1-3,0-1-8,0 0-10,0 1-4,0-2-8,0 2 3,3-4 0,-2 2-2,-1-1-4,2 2-1,0-3 3,-2 3-1,4-4 1,-2 3-5,2-1-1,-4 0-10,1 1-4,2-2-4,0 1-2,-3 2 2,4-2-4,-3 2 0,-1-1 11,0 1 0,0-2 3,0 3 5,0 0-4,0-1 1,0-1 4,0 1-2,0 0 0,1 0 2,-1 3-8,1 0 1,-1-2-8,0 5-7,3 1 4,-3-1 3,0 1-3,0 2-7,0-3 4,0-2 2,0 2-3,0-2 0,0-1 12,0 0-2,0-2-4,0 2-4,0-2 2,0-1 5,0 1-8,0 0 4,0 2-3,0-1 0,0 1-9,1 2 2,0 0 6,-1-1 0,1-2-4,1 3 0,1-2 11,-3 0-9,0-2-8,3-1 0,-3 1 4,0 0-2,1 0-1,-1 0 6,0-1-4,0 1-3,0 0-6,0 4 3,0-2 1,0 3 5,0 1-3,0 0 6,0 0-8,0 2-5,0-1 2,0-2 1,0 3 9,0-4-4,0 1 16,0-1-11,0-3-1,0 1-4,0-3 7,0 2 4,-1 0-5,-1 0 3,1 1-6,-2 0 3,3 1-9,-2 2 8,2-4 0,0 2 2,0 1 0,0 0-4,0 0 6,0-1 0,0 2-2,0-3 0,0 0-1,0-1-2,0 0-4,0-2 6,-1 1 4,0 0-8,0 1 0,-2-2 2,2 3-1,0-2 1,0 2-3,0 1 2,-2 0-1,3 1-8,-2 0-3,4-2 5,-2 4 5,-2-3-8,1 1 8,-2 1-7,2-1 6,1 0-7,-4 0 8,4 0 6,0-2-7,0-2 15,0 2-13,0-4 8,0 4-7,0-1 6,0 2-1,0 0 1,0 1 4,0 0-12,0-1 15,0 1-13,0 0 0,-2-2-3,2 1 5,0 0 0,-4-1-6,2-3 5,2 1-5,-2 0 5,2 1-8,0-2-4,0 2 14,0 1-4,0-1-4,0 3 1,0 0 0,0-1 5,0 0-7,0 1 0,0-2 6,0 1-1,0-2-8,2 1 9,-2-2-4,0-1-4,0 2 7,0 0-1,0-2-3,0 4 11,0 2-11,0-1 8,0 2 6,0 0-2,0 0-2,0-2 6,0 5-10,0-4-2,0 1 5,0 1-7,2-1 8,-2 0-6,0-1-4,4-1-3,-2-1 5,2-1-3,0-2-2,-1 1-5,1-3-42,-2-2-32,-2-1-56,0-1-99,5-3-272,-5-1-618,-1-4 0,-2-5 0,3-5 0</inkml:trace>
  <inkml:trace contextRef="#ctx0" brushRef="#br0" timeOffset="277347.8389">16638 8266 492,'0'-1'108,"0"1"38,0-3 49,0 3 37,0 0 17,0 0 18,0 0 24,0 0 25,0 0 24,2 0-48,1-2-32,-3 2-30,3-3-39,-1 2-33,0 0-15,2 0-18,-3 1-18,1 0-27,2 0-22,-3 0-18,5 0-4,2 0-7,2 0-6,1 0-3,3 0 1,2 0 0,4 0-4,1 0 0,1 0-1,3 0 0,1 0-6,1 0 1,2-1-4,0 1-4,4 0-8,0 0-1,3-2-3,2 2 1,-2-1-1,3-1 0,-3 0 2,3 0-4,-3 1 4,-2 1 1,-2-1 9,-1 1-5,1 0 3,-3-1 1,3 0 0,-2 0 0,2-1 1,1 1 0,1-1 1,2-2 2,-2 2-6,0 0 6,-1 0 3,-1-1 0,-4 2 6,-3-1 1,-1 0 10,1-1 9,2 3 4,1-2 0,2 1 5,2-2-1,1 2-1,3-2-3,-4 1-3,-1-1-2,-5 2-10,-1 0-9,-4 0-8,-3-1 0,3 0-3,-2 1 1,5 0-1,5-2 0,5 2-1,3 0 0,4-1 1,1 2 0,-5 0-1,-5 0 2,-3 0-3,-5 0-1,-2 0 2,-1 0 1,0 0-2,-1 0-1,5 0-1,2 0 1,3 0 1,1 0-3,-1 0 1,1 0 3,-2 0-4,-4 0 1,-3 0-1,-4 0 4,1 0-2,-2 0 1,0 0-1,5 0 3,3 0-1,-4 0 1,7 0 2,-1 0-2,-2 0 2,3 0 1,-3 0-1,2 0-3,-4 0 3,-2 0 1,4 2 0,-2-1 1,2 0 1,1 2 0,-1-1 2,0 0-4,-1 0 2,-3 0 2,1-1-2,-1-1-1,1 3 1,3-1-5,0-2 2,4 0 3,-1 0-3,1 0 3,4 0-3,-6 0 2,2 0 0,-6 0-2,0 0 2,-4 0-1,0 0 0,-1 0 4,5 0 10,0 0 6,4-2 13,7-1 3,4 1 5,3-1 0,1 0 0,1 1 3,-11 0-8,-9 2-18,-9 0-45,-7 0-36,-3 0-15,-4 0-13,-3 0-56,1 0-91,1 0-200,-4-9-503,1 6 0,1 1 0</inkml:trace>
  <inkml:trace contextRef="#ctx0" brushRef="#br0" timeOffset="278796.8302">20110 8210 1304,'2'0'57,"-2"1"36,0 2 54,1-1 38,-2 3 25,2 0 33,-1-1 34,1 1 45,-1 1 21,2 1-32,-2 1 9,0 2-31,4 5-50,-3 2-36,-1 4-21,0-2-26,3 3-27,-3-1-39,0 1-14,0-1-10,0 0-8,1 1 11,1-1 2,-1-2-3,2 3-2,5 1-8,-1-3-2,0 2-7,-2 3-10,-2-2-8,0 1-5,-3-1-12,0 2-9,0 0 1,0-2 0,0-1-1,0-1-2,0-4-1,0 2 3,0-2-1,3 1-2,1 1-3,0 0 2,2 1 4,-4 2-2,0-2 0,1 4-1,-3-1 2,0 1-1,0 2 0,0-2 3,0 2-3,0-1 2,0-1-5,0-2 1,0-2 1,0 2 0,0-1 3,0 1 6,0 1 3,0 0-2,0 2 2,0 4 2,0-1 3,0 3-3,-3 6 4,1 0 3,0-1-6,-2-1-2,0-2-5,-2-5 3,0 1 4,1-2 5,1-1 7,0-2 5,2-1 8,2-4-1,0 2 7,2 0 5,-2-1 12,0 1-7,0 0-7,-2 1-3,2 0-9,-7 2-8,-1-1-14,1 1-1,-3 1-3,2 0-12,1-2-12,-1-3 12,4 0-4,1 0-2,-1-3 5,4 4 7,-3-2 15,3 0-10,0 1-4,0-2 4,3 0 1,-3 1 0,0 0 7,0-2-3,0 1 0,0 0-4,0-2-11,0-1 8,0 1-2,0 0 1,0 3-4,0-2-8,0 0 5,0 1-4,0-3-6,0 2-3,0 0 1,0 2 2,1 3-3,2 0-3,-2-1 4,2 0 3,0-2-11,1 0 6,-3-2-7,-1 2 7,3-4-3,-3 2-2,3-1 9,-2-1 8,2 1-8,1-2-2,-1 2 1,0-3-4,-1 4 11,0-3-26,-2 2-16,1-3-31,-1-3-32,0 0-58,0-1-101,0 0-166,0-10-685,0 3 0,0-2 0</inkml:trace>
  <inkml:trace contextRef="#ctx0" brushRef="#br0" timeOffset="281269.1483">16603 11119 1920,'1'0'83,"-1"0"37,2 0 34,0 0 39,-2 0 36,4 0 35,-2 0 26,2-1 13,-1 0 17,1 1-32,2-1-24,0-2-34,0 3-30,1-1-36,4 1-38,1 0-28,8 0-26,5 0-12,6 0-15,4 0-16,4 1-11,-1 0-2,2 2-5,-4 0-2,3 1 1,-4-1-6,2-1-1,-3 1-1,1 0 0,1 1-2,2 0-1,2-2 2,4 0 2,1-1-3,5 1-2,-1-2 4,-4 0 0,1 0 0,-5 0-1,-1 0 1,-2 0-3,-5 0-1,-1 0 0,-1 0 1,2 0 3,-1 0-4,3 0 0,3 0 0,3 0 1,0-2 1,2 2 2,2-3 0,-5 3-2,1-2 2,-5 0-3,-4 2 0,0 0 1,-1 0 2,1 0-1,0-1-4,1 1 2,3-1 0,-1 1 2,1-1 0,3 0 1,-1-1-2,0 1 1,-5-1-2,-4 2 1,-1 0 2,0 0 0,-2 0-1,2-1 0,-2 1-3,4-2 2,-2 2 1,4-2 1,0 2 1,0 0-4,-1-2 2,2 4-4,-1-2 1,1-2 1,0 2-1,4 0 0,-3 0 2,-2-1-5,-4 1 1,1-1 3,-3 0 0,2-1 1,-6 1-1,4 0 0,-3 0 2,3 0-2,-4-1-1,3 2 2,-3-1 0,3 1-4,-2-2-1,0 2-1,-4 0-2,-5-3-7,-2 1-7,1 2-8,-3-2-11,4 2-3,-1 0-4,2-2-4,-2 2-10,3 0-4,0-1-11,1 1-21,0 0-17,1 0-10,-3 0 4,0 0-4,-2-3 3,-1 2 5,-2-1 11,1 1 6,4-3 15,-4-1 24,6 1 27,-2-1 16,0 0 8,1 1 9,0 1 5,1-1 2,-3 1 0,-3 0 0,0 1 0,-4-1-2,0 3 1,-1 0 0,-4 0 0,2 0-1,-4 0-4,2 0-2,2 0 0,-3 0-1,5 0 1,0 0 0,1 0 0,2 0 2,-1 0-1,0 0-1,0 0 0,0-2 2,-2 1-4,-4 0-2,4 0-4,1-1-3,-2 2-5,2-4-9,0 4-11,0-3 1,-1 0 1,2 1-2,-4-2 3,4 2 1,2 0 3,-6-1 4,-1-1 5,3-2 15,-4 1 24,1 0 19,-1-4 22,0 2 19,1 1 13,-1-4 7,0 0 3,0 1 2,2-1-3,-1 0-40,1 1-80,-1 2-244,-1-3-514,-4 4 0,0-5 0,-4 2 0</inkml:trace>
  <inkml:trace contextRef="#ctx0" brushRef="#br0" timeOffset="283839.6276">16794 8846 383,'0'-2'42,"0"-1"1,-2-1-1,0-1 0,-2-1-8,-2 0-8,-2 1-5,0-2-23,-5-2-5,2 2-34,-2 2-2,1 0 14,4 0 22,2 3 18,4 0 17,0 1 14,2 1 7,2 0 23,-2 0 8,0 0 3,0 0-5,0 0-13,0 0-16,0 0-10,-2 0-9,2 0 7,-4 0 22,4 0 13,-3 0 13,3 0 19,0 0 11,-3 0 5,3 0-2,-1 1-6,-1-1-3,0 2-10,2-2-20,-2 1-1,0 0-2,2 2 6,-2-3 19,2 2 16,0-1 12,0-1 4,0 0 1,0 0-1,0 0-2,0 0-9,0 0-17,0 0-23,0 1-28,0 2-16,0-3-3,0 0 26,0 0 39,2 0 20,2 0 8,1 0 2,7 0 2,4 0-2,3 0-1,2 0-5,4 0-9,2 0-27,0 0-43,2 0-18,2 0-10,-2 0-6,0 2 4,4-1-5,-1 1-3,4-2 0,1 2-1,3-2-3,-4 0 3,6 0-5,-4 0 4,-1 0 0,-2 0-4,-1 0 4,-4 0-1,5 0 2,-2 0 1,-1 0 1,4 0 2,0 0 2,0 0 1,4 0-4,1 0 5,-4 2-2,5 0-3,-2-1 3,-3-1-5,2 0 0,-2 0-3,-3 3 2,0-3-2,-3 0 4,0 0-4,-1 0 9,2 0 9,1-3 4,5 3 8,3-1 2,4-1 3,-1 2-2,1-4 3,-2 4-4,-3 0 4,-3 0-9,-3 0-8,-1 0-10,-1 0-2,-3 0-3,5 0-3,-3-2 2,5-1-5,4 2 4,0-3-3,2 0 0,0 2 1,1 1 2,-9-1-3,1 2-2,-4 0 2,1 0 0,-2 0 1,-1 0-2,4 0 0,-2 0 2,6-1-1,-1 1-2,3-1 1,-1 0 0,-5-2-1,-1 1 0,-3-1 1,0 1-3,-4 1 4,3-2-6,-2 1 4,-2 1-1,-1-1 2,1 2-2,-2-1 0,3 0 0,-7-1-3,0 1 4,-4 1-2,0 0 5,1-2-6,0 2 2,-1 0 0,3 0-1,-6-2 1,4 2 1,-3 0 0,0 0-1,0 0-1,-2 0-1,1 0-1,6 0-7,-3 0-8,2 0-1,-1 0-7,2 0-4,-3 0-5,-2 0 1,2 0-2,-4 0 1,5 0 2,-1 0 8,1 0 6,2 0 2,1 0 5,0 0 5,3 0 3,1 0-2,0 0 4,3 0-1,-7 0-3,-1 0 2,-5 0 0,-3 0 0,-5 0 2,-2 0-4,-2 0 1,0 0-8,0 0-59,0 0-145,49-5-811,-53 3 0,-4 0 0,-4-3 0</inkml:trace>
  <inkml:trace contextRef="#ctx0" brushRef="#br0" timeOffset="285773.8453">16682 9538 1064,'0'-1'18,"0"-2"9,0 0 22,0 0 31,0 2 31,0 1 32,0 0 43,0-1 42,0-2 25,0 0 16,4 0 35,-4-2 39,1 1-1,2-1-19,-3 1-21,0 1-27,0-1-36,0 3-31,0 1-18,3 0-33,1-2-35,2 0-43,6-1-21,3 2-10,4 0-11,4-1-4,4 2-5,3 0-12,2 0-8,4-1 2,1 1 1,3 0-5,2 0-2,1 0-2,3 0 1,-2 0 2,3 0-1,5 0 0,-1-1 1,2 1-3,1 0 0,-2 0 2,0-1-1,-2 1 1,-3 0 0,0 0-1,-4-2-2,0 2 2,-1 0 1,-1 0 2,-1 0 2,2 0-1,0 0 6,2-2-1,-1 1 0,3-1-2,-3 2 3,-2-2-1,0 2-2,-1-1-1,-3 1-2,-1 0-2,-1 0-1,5 0-2,-5 0 2,5 0 4,-1 0 1,4 0-3,0 0 2,1 0-1,-1 0 1,-5 0 2,-1 0-2,-4 0 2,-1 0-2,0 0-3,1 0-2,1 0 0,2 0 2,4 0-1,2 0-3,2 0 1,2 0 0,-2 0-1,-5 0-1,-1 0 0,-4 0-2,-3 0 2,-4 0-3,0 0 1,-5 0 1,2 0-3,-1 0 3,2 0-4,3 0 3,-2 0-2,2 0 2,0 0 0,1 0 2,-4 0-2,2 0 0,-3 0 0,1 0-1,-7 0 5,3 0-3,-4 0 0,2 0 2,-2 0-1,1 0-2,-1-1 4,2 1-1,0 0 2,2-2-2,4 2 0,2 0-2,4 0 4,-2 0-3,-1 0 0,-6 0 1,-1 0-2,-7 0 3,-2 0-2,-2 0 1,-2 0-4,2 0 2,0 0 0,2 0 1,1 0-2,5 0 3,0 0-2,4 0-1,-1 0-1,-3 0 1,-4 0 4,-6 0-1,-1 0-1,-1 0 3,-1 0-2,-1 0-4,0 0-10,-1 0-35,3 0-108,-6 0-142,0-8-765,0 7 0,-9-1 0,-10 0 0</inkml:trace>
  <inkml:trace contextRef="#ctx0" brushRef="#br0" timeOffset="287829.181">16668 10269 382,'-3'0'69,"0"0"37,3 0 24,-1 3 24,1-2 28,1 2 17,-1-2 14,0 0 5,0 0 3,0-1-36,0 2-19,0-2-17,0 0 5,0-2 7,0 2-3,0 0 2,0 0 19,0-1 39,0-1 28,0-1 15,0 2 4,0-2-15,0 0-22,0 2-18,0-2-16,0 1-8,0 2-10,0-2-25,0 1-15,3 0-11,3-1-11,-4 0 2,7 0-7,2 0-4,-3 0-9,6 2-6,5-1-17,2 1-24,1 0-16,6 0 1,-1 0-6,4 0-2,4-1 4,3 0-10,3-1 1,-2 1 3,-2 0 1,-1-2 2,-2 3 5,-4 0-6,1 0 1,-2 0-4,1 0-3,1-2 4,1 2-2,1-1-1,3 1-10,-1-1 4,0 1-10,-2 0 3,-1 0 1,-3 0-1,3 0-1,-3 0-4,3 0-4,0 0 2,2 0 4,-2 0-4,3 0 10,-2 0-8,2 0-2,-1 0 2,2 0-5,-2 0 1,0 0 4,5 0-1,-4 0-5,4 0 16,0 0-13,-3 0-5,1 0 8,-2 0-1,1 0 9,-4 0-8,3 0 1,1 0 1,0 0 5,-2 0-17,6 0 0,0 0 9,0 0 2,-3 0-3,3 0-4,-9 0 8,1 0 0,-2 0-5,-2 0 7,2 0-4,0 0 10,4 0-4,1 0-5,7 0 5,-1 0-6,3 0-4,-2 0 1,-2 0 1,-1 0-11,-1 0 10,-4 0-7,-3 0-5,1 0 10,-1-1-4,0-1 5,0 2 1,0-1 5,3 0-8,-4-1 6,1 2-8,1 0 8,0-1-1,-3 1-1,4 0-2,-1 0-5,1 0 7,-5 0-4,0 0 6,-1 0-8,-3 0 2,0 0-4,-1 0 6,-2 0-4,1 0 4,-4 0 6,3 0-9,-2 0-1,1 0-4,-2 0 6,1 0 3,1 0 1,-1-2 0,-3 2-12,3-2 2,-5 1 1,2-1 1,-6 2 0,2 0 6,-3-2 0,-8 0-18,2 2-17,0 0-35,-3-2-33,0 2-37,0 0-50,0 0-92,-3-1-101,3 1-229,-4-21-441,-2 16 0,1-1 0</inkml:trace>
  <inkml:trace contextRef="#ctx0" brushRef="#br0" timeOffset="290150.6311">17345 8269 664,'0'-3'76,"0"3"44,0 0 27,0-1 29,0 1 28,0-3 31,0 1 29,0 2 30,4-5 27,-4 0-28,3 0-1,-3 1-9,2 0 2,-2-1-7,0 1-20,0 0-28,0 4-33,0-2-28,0 1-31,0 1-18,0 1-30,0 1-32,0 3-29,0 1-20,0 3-1,0 3 7,0 1 12,3-1 7,-3 5 9,3 0 7,1 1 7,-2 2 6,0 2 5,2 4 2,-1 1-4,0 0-3,1 2-7,3-2-6,-1 2-5,-1-2-6,1-1-6,-5 0-4,5 2-6,-2-3-3,-2 0-3,1 3-3,2-3-8,-1 0 2,0 2-5,-1-2 1,3-1 2,0 4-6,0-2 2,-2 0 0,-2 3 2,0-2 3,-2 0 2,4 1 1,-4-4 0,2 1 13,0-1-1,1 0 22,4-1 8,-2 1 2,1 0 6,1 1-6,1 0 8,-2 1-4,1 2 10,-3-2-12,-3 3-2,2 0-8,-3 3 2,0-1-2,0 2-8,-3-1 9,3 1 11,-2-1 3,-3-2-1,0-1-1,3 1 6,-2-4-10,3 4-8,-2-3-3,2-1-2,1 3-6,0-1-15,-3 1-2,3-2-1,-3 0-6,3 3-6,-2-5-3,0 2-4,1 0 6,-2-2-1,0 0 1,2-2 5,-2 1 3,-1 1-2,1-1 10,0-1-6,1 2 7,0-2 0,-4 0-4,5 2 8,-3-3-1,0 0-6,1 0-7,-1-1-6,1 0-2,-2 0 8,2-2-1,0 0-2,-1 0-1,1-2-6,0 3-3,0 1 3,1 1-3,-2 0 5,1 0-7,0 0 1,3-2-3,-1-1 3,-2 1 6,3-2-2,-3 2-2,3 0 0,-3-1 6,1 2 0,-2-3 10,1 2-6,-3-2-2,2-1-1,3 0-2,-4-1-2,3 0 6,-2-1-2,2-1-4,-2-1-3,4 0-2,-3-3-1,3 1 6,0-1-3,0-1 0,0 2 0,0-3 0,0 2 0,-3-2 0,3 0 5,0-1 1,-2 1-1,2-1 4,0 0-1,0 0 1,2-2-1,-2 1-11,0-3 2,0-1 1,0 0-9,0 1-3,0-2-26,0-1-54,0 0-119,0 0-261,0-34-967,0 19 0,3-13 0,6-24 0</inkml:trace>
  <inkml:trace contextRef="#ctx0" brushRef="#br0" timeOffset="292286.8457">18368 8203 645,'0'0'63,"0"0"44,3 0 35,-3 0 33,0 0 37,3 0 40,-2 0 21,-1 0 20,0 0 19,1 0-20,-2 0-19,2 0-46,-1 0-30,0 0-30,2 3-35,-2 2-36,0 3-19,-2 5-6,2 6 2,-2 3 5,-2 4 27,-1 6 14,3 1 8,2 0 3,0 2 1,0 0 4,4-2 6,0-1-6,0-1-11,3 0-14,-3-1-27,3 2-12,-7 0-7,0 2-6,0 1 0,0 4-7,0 2-7,0-1-5,0-2-5,0 1 32,2-6 0,2-3 6,-2-3 16,3 1 10,-1-4 2,1 1 6,-2-1 3,3 4-4,-2-1 2,0 1-35,-4 4-8,3 1-2,-3-1-18,1 1-9,0-1-2,2-2 2,0 1 6,0 0 7,3-1 1,-3-1 1,2 1 1,-1-3-7,0 1 7,3 2-5,-7-1-3,1 3 4,-1-1-11,0 2-8,0-1-9,0 1-1,0-2 2,0-1-1,0-1-9,0 1 8,2-5-3,-1 3-14,2-4-1,1 1 6,-1 2 0,-2-1-1,2 1 3,-3-1 7,0 1-3,0 1-5,0 3 0,0-3 1,0 3 2,-3-4 1,2 2 2,0-6-4,0 2 0,1-2 3,0-2-7,1-1 6,-2-2 9,2-2-9,-1 2 5,0-2-2,1 3-15,-1 0 11,0 1-12,0 2-2,0 2 8,0-3-8,0 3-3,0-2 6,0-1-2,0 0 0,0 0 9,0 0-3,0-2 10,0-2-9,0-2 0,0-1 6,0 1-3,0 1 2,-1 2-11,-1 1-3,-2 2 11,-2 0-6,0 1-3,0 1 2,2-4 1,-1 1 2,5-2-3,-1 1-2,1-1 5,0-1 5,0-4-7,0-3-1,0-1-3,0-3 7,0-1-4,0-1-5,0-2-25,0-1-38,0-1-42,0 1-129,7-1-416,-6-6-739,1-10 0,9-20 0,3-22 0</inkml:trace>
  <inkml:trace contextRef="#ctx0" brushRef="#br0" timeOffset="294015.0557">19205 8189 1331,'2'8'145,"0"1"53,3 1 33,1 3 32,-3-3 26,1-1 24,1 0 32,-2 3 28,-2-4 21,1 2-66,-1 2-49,-1 4-42,0 0-26,0 7-27,0 4-23,0 3-17,0 3-33,0 1-25,0 3-21,0 3-14,3-2-14,-3 0-11,3 1-4,-3 0-8,3-1 0,-1 2-9,-2 2 0,7-1-3,-5 1 1,2 0 0,0-1 0,-1 1 0,-3 1 0,1 1-2,-1 0 1,0 1 1,-1-2 0,1 0 0,0-3 0,0 0-4,-3 0 0,3 0 2,0-3 2,3-2 1,-3-3 1,0 1-1,0-5 2,0 0-2,0 1-3,0 2 5,-3-1-2,-1 4-4,-2 3 1,-3 1 1,0 0-3,3 1 1,0 0-5,4 0 6,0-2 1,-1 0-4,0-2 3,3-2 5,-3-1-4,3 1 3,0-1-1,0 1 3,0 2 4,0-2-4,0 2-1,-1 0-3,-3-4 2,2 0-3,-3-3 0,3-1-5,1-5 3,-2-1-3,3 2-2,0-3 1,0 1 2,0 0 6,0-2-1,0 2-2,0 0 3,0-1 3,0 1 0,0 4 2,0-2 3,0 0-2,2 0 2,-1-1-4,-1-1-3,0-2 1,1 0-2,-1-2 0,0-2-2,0-4-1,2-2 1,-2 0-4,0-4 0,0 1-1,3-1 0,-3-1-8,1-2-2,-1 1-5,0-1-5,0-2 0,0 4-2,0-2 1,1 2-3,-1-2-4,0 2-10,1 1-14,-1-1-41,0 2-61,0-2-127,1 0-181,-1-3-489,-3-2 0,-1-6 0</inkml:trace>
  <inkml:trace contextRef="#ctx0" brushRef="#br0" timeOffset="295549.9714">15830 7588 2030,'0'0'157,"0"0"44,0 0 56,0-2 53,0 0 42,0-3 22,3 0 20,-3 1 9,3 1 3,0 1-107,3-1-41,3 3-37,1-3-53,3 3-51,1-1-36,-1 1-21,3 1-20,4 2-4,-1 3-2,2 2-4,1 2-8,3 4-4,-5 1-12,3 0 6,-5 5-14,3 1 6,-7-3-7,2 3-5,1-1-1,-6-1-7,6 0 12,-3 0 3,3-3 15,0 0-14,3 2 11,1-3-4,-3 0 7,1-1 4,-2 0 2,1-2 4,0 0-5,-3 0-7,2 0-14,-5 1 7,0-2-5,-2 0-6,-4 1 8,2 0-2,-2 1 1,-2-2 9,3 3-3,1-1 8,2 2 18,2-2 10,1 0 1,3 2 4,1 0-6,0 0 0,3 0 0,0-1-9,1 0 2,0 2-10,-2-3-8,-5 0-25,-2-3-42,-5-1-54,-4-2-96,0-1-136,-9-9-888,-1 5 0,-5-2 0,-2-2 0</inkml:trace>
  <inkml:trace contextRef="#ctx0" brushRef="#br0" timeOffset="296755.0233">15607 8040 1003,'3'0'159,"-1"0"45,1 0 40,1 0 36,-1-1 36,0 0 38,-3-1 37,3-2 22,-1 1 14,-2 0-103,2-1-35,-2 0-30,0 1-30,0-1-28,0 2-31,0-1-36,0 1-38,-2-1-21,-3 1-11,-2 0-9,-7 2-12,0 0-18,0 2-6,0 3-6,1 2 3,2 5 1,1 3 4,3 2 5,4 1 3,3 1 5,0 2 7,0-2 4,2 0 6,4 0-4,3 0 3,3-5-6,6 1-5,3-6-27,3-4-15,2-3-27,2-3-36,-3-3-20,-5-1-14,-4-1-2,-8 1-10,-2-2-5,-5 1-6,0 4 24,-1 1 18,-1 2 43,-2 4 54,0 5 29,0 1 13,1 7 5,-4 2 5,6-1 6,0 2 8,0-4-10,0-8-66,2 2-201,-2-6-923,4-4 0,-4-1 0,0-2 0</inkml:trace>
  <inkml:trace contextRef="#ctx0" brushRef="#br0" timeOffset="297560.0007">15852 8160 1792,'0'0'117,"0"0"36,0 1 31,0-1 20,2-1 17,-1 1 22,2 0 28,3 0 30,5 0 23,1 0-78,1 1-25,3 3-34,-3 3-33,-2 0-22,-6 4-19,0 2-26,-5 0-29,-2-1-32,-3 3-27,-4-1-22,-2 1-31,-4-4-26,2 4-4,4-6-3,3-1 1,5-3 3,1-3 4,0-1 16,1 1 18,-1-2 26,3 0 38,1 3 32,3-3 15,0 7 12,0 0 3,1 2 16,-4 3 11,2 0 2,-3 0 8,-3 0 1,0 2-3,0-4 1,-3-1-1,0-1-3,-4-4 2,-4-1-15,0-2-19,-3 0-40,0-3-97,0-4-192,9-6-338,-6-4-431,8-3 0,0-1 0,6-1 0</inkml:trace>
  <inkml:trace contextRef="#ctx0" brushRef="#br0" timeOffset="298440.9373">16120 7951 870,'0'0'101,"0"1"47,0-1 52,0 0 44,0-1 38,0 1 23,-4 0 9,2 0 8,-2 0 13,-4 0-53,1 0-28,-3 0-16,-3 0-22,1 0-30,-1 2-26,-1 4-12,0 2 1,0 6-2,3 1-7,4 1-7,5 1 0,1-3-27,2-1-25,5 1-10,1-4-11,5-1-9,5-4-12,3 2-19,-1-5-23,-1-1-23,-4 1-12,-2-2-7,-6 0-7,-1 2-11,0 0-5,-3 2 1,0 2 12,-1 3 24,2 1 32,0 2 28,-3 1 12,0 2 6,0 0 7,0-2 7,0-1 5,0-3-16,0-1-50,0-3-114,2-2-287,-2-10-623,0 3 0,0-3 0,0-6 0</inkml:trace>
  <inkml:trace contextRef="#ctx0" brushRef="#br0" timeOffset="298853.8104">16198 8126 2893,'0'-3'167,"2"-1"47,0-1 28,2-1 17,3 0 13,1 2 16,-1 0 13,3-1 9,4 4 4,-3-1-124,0 1-36,0 1-47,-1 1-27,-6 2-16,-1 2-9,0 3-12,-3 4-13,-3 0-8,-1 3-5,-3-2-2,-1 2-1,-4-2 0,0 2-2,5-5-1,1 2-3,0-3 6,4-1 13,2-1 18,0-4 18,4 1 6,6-3 3,3-1-2,7-1-70,9 2-105,2-2-296,-1-22-789,2 17 0,-10-1 0</inkml:trace>
  <inkml:trace contextRef="#ctx0" brushRef="#br0" timeOffset="300150.346">16367 7482 1432,'0'0'148,"0"0"29,-3 0 22,3 0 19,-3-2 18,-2 2 10,-6 0 12,4 0 10,-7-1 17,0 1-71,0 3-29,-1 0-9,-1 6 12,0 0-5,2 5-8,6 1-2,2 0-2,6 0 3,3-4-8,1 0-16,10-2-22,2-1-18,7-2-37,2-4-23,1 2-27,-2-3-17,-5-2-16,-2 1-16,-6 0-16,-4 0-11,-3 2-11,-1 0-1,-3 5 20,0 2 24,0 5 28,0 1 13,2 1 10,-1-3 10,3-1 9,-1-3-7,-1 0-58,4-2-174,-2-11-903,3 4 0,0-3 0,0-6 0</inkml:trace>
  <inkml:trace contextRef="#ctx0" brushRef="#br0" timeOffset="300461.5223">16553 7587 3290,'0'0'36,"0"0"14,0 0 51,0 0 74,0 0 41,2 1 30,-1 0 33,1 4 39,1 2 45,-1 5-7,-1 1 5,-1 6-11,1 0-49,1 0-76,1 0-43,-2-2-87,1-3-150,0-1-243,-2-9-1020,0 0 0,0-4 0,0-5 0</inkml:trace>
  <inkml:trace contextRef="#ctx0" brushRef="#br0" timeOffset="301447.8368">16797 7413 1352,'2'0'102,"-2"0"34,1 0 29,-1 0 30,0 0 29,0 0 24,0 0 28,0-2 30,0 0 19,0-1-54,-3 0-43,-4 1-31,-3 0-20,-4 2-20,-2 2-4,-1 3 1,-1 2-19,4 7-21,0 3-13,6 1-2,2 2 5,4 1 2,4-7-5,3 2-7,3-3-21,5-4-24,3-5-22,5-1-26,1-3-27,0 0-12,-5 0-8,-5 0-16,-4 0-12,-2 6-5,-3-1 11,-3 5 6,0 1 15,0 3 24,0-1 23,0-1 11,0 0-12,0-3-71,0 0-121,19-8-785,-16 0 0,0-2 0</inkml:trace>
  <inkml:trace contextRef="#ctx0" brushRef="#br0" timeOffset="301828.6553">16943 7538 4786,'0'0'17,"0"3"0,0 3 1,0 2 4,0 4 2,0-1 0,2 2 8,2-1 6,2-6 20,5 0-4,3-2 4,4-4 3,4-2 3,-1 0-3,-3-4-2,-4 0 2,-6-4-9,-7-4-3,1-3-18,-6 2-11,-9 0-7,-1 0-3,-2 4-3,-9 5-18,0 5-56,1 1-115,9 1-210,0-26-604,5 24 0,3 0 0,4-2 0</inkml:trace>
  <inkml:trace contextRef="#ctx0" brushRef="#br0" timeOffset="303580.1761">16895 8026 559,'-2'0'69,"0"0"13,2 0 15,0 0 10,0 0 25,0 0 38,0 0 38,0 0 32,0-2 22,0 1 3,0-1 1,0-3 20,0 1 17,0 0 9,0 1-14,0-2-34,0 0-33,0 2-31,0-1-23,0 1-26,-4 3-44,0 0-34,-3-1-30,1 1-19,-3 0-10,-4 1-4,3 2-6,-2 2 4,1 3 5,1 3 0,2 3 7,4 0 4,3 1 6,1 1 34,1-3 10,6-5 3,-2 2 2,5-3 1,1-2-4,3-4-2,0 1-9,0-2-22,0-3-28,-2-1-64,-2-3-36,-2-2-52,-1 0-47,-4-3-21,-2 3-5,-1-2-2,0 2 6,0 2 15,0 2 25,0-1 26,3 4 28,1 0 47,3 1 47,3 0 16,2 1 5,1 0 1,-1 0 2,-2 2 5,1 0 4,-5 3 7,-1-1 8,-5 6 11,1-1 13,-1 2 17,0-1 17,0 1 18,3-3 5,-3 1 14,6-1 10,2-3 1,3-2-1,3-2-10,-1-1-7,2-1-16,-3-3-15,2-3-24,-4-1-9,-2-2-20,-2-5-21,-4 2-6,-2 0-5,-5-2-4,-2 5-7,-7 2-1,-4 2-7,-3 4-31,0 1-90,3 1-109,11-3-251,2 2-393,2 0 0,3-2 0,13 1 0</inkml:trace>
  <inkml:trace contextRef="#ctx0" brushRef="#br0" timeOffset="304182.6684">17601 8011 1964,'-5'0'138,"-5"0"30,-3 0 20,-3 0 31,3 0 24,-2 0 38,0 1 21,4 4 19,1 4 10,3-2-98,3 7-14,4-4-22,-3 3-12,6-5-23,7 2-16,1-6-28,7 0-20,3-2-19,2-2-6,0-1-10,-5-4-21,-6 2-12,-5-5-16,-2-2-17,-7-4-11,-8 1-13,-2-1-5,-6 1 0,-2 1-4,2 1 0,1 5-4,9 1-61,4 3-128,4 1-111,8-2-196,0 3-341,6-3 0,3 0 0,4-1 0</inkml:trace>
  <inkml:trace contextRef="#ctx0" brushRef="#br0" timeOffset="304521.6628">17761 7865 1248,'1'-1'178,"-1"1"36,3 0 19,-3-1 6,0-2 9,0 3 30,0 0 30,0 4 55,0 1 45,0 5-95,0 6-21,0 3-31,0 7-12,0 1-4,3 2-6,-3-1-28,0-2-26,2-5-59,-2-3-64,3-5-106,-1-2-182,5-9-900,-6 0 0,0-4 0</inkml:trace>
  <inkml:trace contextRef="#ctx0" brushRef="#br0" timeOffset="305482.2577">18579 7864 2019,'2'1'179,"-1"1"53,0-2 52,2 0 25,-2 0 10,-1 0 3,2 0 17,-2 0 14,0 4 15,0 1-108,4 2-46,-4 5-42,0 4-43,0 1-18,0 5-6,1 1 1,-1 0-12,6-1-8,-2-3-11,-4-3-11,4-3-35,-1-4-43,0-2-71,1-3-213,-4-8-856,1 2 0,3-5 0,-2-3 0</inkml:trace>
  <inkml:trace contextRef="#ctx0" brushRef="#br0" timeOffset="305899.3219">18768 7872 2139,'1'0'114,"0"0"17,2 0 18,-3 0 34,0 0 41,0 0 52,0 4 51,0 1 36,2 1 39,-1 5-34,0 5 18,2 1-1,3 4-10,-5 4-35,5-3-29,-4 0-55,4-4-47,-3-2-67,-2-3-139,-1-3-218,3-2-291,-3-6-766,2-1 0,-2-4 0,2-6 0</inkml:trace>
  <inkml:trace contextRef="#ctx0" brushRef="#br0" timeOffset="306548.8351">19504 7810 3286,'3'0'159,"3"0"53,0 0 34,3 0 18,-5 0 12,2 0 7,-4 1 4,1 1 8,-3 4 26,0 5-74,0 3-42,0 5-45,0 2-22,0 3-17,0-1-1,0 2-2,0-4 1,3-1-10,-3-3-56,0-5-122,0-1-185,2-3-251,-2-20-733,0 11 0,0-1 0,0-6 0</inkml:trace>
  <inkml:trace contextRef="#ctx0" brushRef="#br0" timeOffset="306953.6794">19733 7923 2037,'-3'4'91,"-1"3"29,1 3 37,-2 5 28,3-3 48,2 0 34,2-2 30,3-3 12,6-1 6,6-3-45,4-2-35,1-1-25,0-1-35,-2-4-23,-7-4-40,-7-1-27,-1-4-29,-10-1-10,-3-1-7,-11 2-9,-5 3-3,-7 4-3,-1 6-26,2 1-113,11 4-246,1-51-637,10 47 0,3-1 0,5-4 0</inkml:trace>
  <inkml:trace contextRef="#ctx0" brushRef="#br0" timeOffset="308867.3261">16280 8515 1014,'0'0'62,"0"-2"7,0 1 24,0 0 9,0-2 17,0 1 33,0 2 24,0-2 25,0 1 28,0-2-32,0 2 9,0-2 6,0 3-7,0-4 4,0 2-1,0 1-23,0 0-20,-5 0-23,1 1-28,-7 0-24,3 0-14,-6 2-12,3 0-18,-6 3-10,3 5-17,2 1-9,3-1 20,4 1 21,-1 1 9,6-3 9,0 3 14,0-3 11,0 2 6,3-2 4,0-2 4,5 0 8,4-2-20,0-3-21,2-2-14,2 0-29,0-2-37,-1-3-50,-1-4-39,-3 0-30,1-7-16,-2 1-10,1 2-5,0-1 0,2 2 5,-2 3 28,0 2 32,0 1 44,-1 2 38,-2 4 25,-3-1 13,1 2 5,-6 3 3,0 3 4,0 2 0,2 5-7,-2 1-2,2-1 4,4 0 14,-2-2 13,4-1 12,2-3 3,3-3 4,-2-4-1,2 0 6,1-3-3,-3-4-6,-1-3-7,-2-1-20,-6-4-16,2-1-17,-8-1-10,0 0-10,-2-1-6,-6 3-7,-4 3-3,-2 4-26,3 4-68,-3 2-92,7 1-174,0-10-542,1 10 0,-4 0 0,3 2 0</inkml:trace>
  <inkml:trace contextRef="#ctx0" brushRef="#br0" timeOffset="309519.7851">16091 9110 1888,'3'1'152,"-3"-1"23,0 0 5,-3 1 5,1-2 9,-2 1 14,-1 3 16,-3-1 39,0 6 42,-1 0-92,2 5-4,6-2-11,0 2 0,1-2 0,1 0-3,4-2-4,3-5-7,4-1-36,5-3-40,3 0-33,0-4-22,-3-4-12,-4 1-12,-5-4-16,-2-3-22,-6 2-25,-3-2-23,-5 1-7,-3-1-7,-3 1-7,-4 5-16,1 0-32,9 3-52,-1 3-73,8 0-126,1-4-96,10-5-330,-5 8 0,6-2 0</inkml:trace>
  <inkml:trace contextRef="#ctx0" brushRef="#br0" timeOffset="309841.8273">16338 9014 2742,'0'0'140,"1"-2"-2,-1 1 22,0 1 50,3-1 26,-3 5 42,0 3 34,0 2 17,0 8 9,0 6-119,0 3-11,3 4 0,-2-3-17,2 0-51,0-3-27,1-7-83,1 0-199,12-7-328,-13-3-568,-1-4 0,1-4 0,-5-6 0</inkml:trace>
  <inkml:trace contextRef="#ctx0" brushRef="#br0" timeOffset="310872.8036">16110 9820 2509,'0'0'43,"0"1"40,0 2 38,0 0 42,0 2 41,0 2 35,0 2 22,0 2 40,0 1 21,0 6 11,0 1-24,0 2-38,0 2-36,0-2-42,0 0-38,0-4-33,0-2-42,0-8-83,2 2-164,2-7-313,0-2-578,-2-5 0,3-3 0,-1-7 0</inkml:trace>
  <inkml:trace contextRef="#ctx0" brushRef="#br0" timeOffset="311211.0725">16288 9832 1927,'0'0'139,"0"0"45,1 0 58,1 2 50,-2 0 33,0 3 39,0 4 16,0 0 12,0 7 9,0 5-81,0 5-54,-2 6-44,1 2-56,1 6-67,-3 0-108,1-2-221,55-7-866,-47-4 0,6-3 0</inkml:trace>
  <inkml:trace contextRef="#ctx0" brushRef="#br0" timeOffset="311929.6177">16209 10773 1810,'1'-2'132,"2"-1"38,0-2 38,-1-2 41,1-2 47,0 1 35,-3 1 29,3 1 14,-3 0 17,1 2-82,-1 0-32,0 2-36,4 1-34,-4 1-34,0 5-41,0 4-29,0 1-27,0 9-14,0 2-15,0 2-12,0 2-5,0 1-3,0-4-11,0 0-22,0-6-88,0-4-225,0-12-808,-4 2 0,3-4 0,-2-5 0</inkml:trace>
  <inkml:trace contextRef="#ctx0" brushRef="#br0" timeOffset="312355.6651">16389 10754 2900,'0'0'48,"0"1"18,0 3 24,0 2 18,0 2 44,0 4 34,0-1 30,3-1 25,0 2 31,2-3-18,2-1 1,0-2-9,6-3-23,2-2-14,0-2-43,4-3-35,-2-2-31,-3-2-27,-4-3-34,-8-2-25,0-3-22,-6-2-22,-6 0-5,-7 1-6,-2 4-8,-6 2-29,3 4-51,-1 5-131,11 1-197,1-18-523,6 17 0,5-3 0,0-1 0</inkml:trace>
  <inkml:trace contextRef="#ctx0" brushRef="#br0" timeOffset="315000.9943">13214 1836 1038,'-2'-1'69,"0"0"26,-3 0 25,-1-2 10,2 2 13,-3 0 29,3 0 19,-1-2 5,-1 0 4,4 0-58,-5 2 0,-2-2-25,-5 3-24,-8 0-7,-3 3-12,-2 0-28,-3 3-20,3-2-3,3 6-3,0-1-8,2-1-2,2 2 0,1 0-1,1 1-1,1 0 0,1 3 3,-2 0 1,1 4 1,-1 1 1,4-1 11,-1 3 18,4 3 7,1 0 2,6 3 8,0 0 6,3 4 5,7-3 1,3 2-1,2 0 1,5 1-11,5-2-16,4-3-9,4 3-2,5 0-2,6-5-6,1 2-4,7-5 1,-1 0-2,4-3 2,-1-1-2,0-2 1,0-1 0,-1 1 0,-1-1-6,-1-3-1,-3 1 1,-3-4 1,-2-2-1,-6-5 0,-1-2 2,1-6-2,2-7 5,2-2 3,-2-9 5,-1-5 0,-3-5 0,-9-2-4,-5-4 5,-5-1 5,-8 0 3,-2 2 2,-2 1 0,-3 1 5,-6 0 6,-10 3 1,-7 0 1,-13 4 3,-8 3-8,-10 6-6,-11 3-3,-8 8-46,-2 8-120,2 6-242,0 6-546,12 0 0,11 0 0</inkml:trace>
  <inkml:trace contextRef="#ctx0" brushRef="#br0" timeOffset="319615.2418">17504 7330 707,'3'0'74,"-3"0"36,3 0 27,1 0 27,0 0 27,-1 0 28,1 0 25,-3 0 28,2 0 28,-3-2-11,2 2-20,-1-1-7,0-3-3,1 1-14,0 2-11,0-2-14,1 1-14,-2-1-23,0 1-24,-1 0-21,2 2-23,-4-2-28,2 2-29,2 0-16,-2 0-6,0 0 5,0 5 8,0 1 6,0 6 6,-3 8 9,-3 2 14,1 3 8,-1 0 27,4-1 2,-1-5-6,3-3-14,0-1-16,0-6-31,3-2-50,-3-2-77,0 0-138,2-4-337,-2-1-539,-1 0 0,0-1 0,-2-4 0</inkml:trace>
  <inkml:trace contextRef="#ctx0" brushRef="#br0" timeOffset="320156.7076">17533 7464 1238,'9'-1'131,"-1"-2"39,2-1 30,5-3 22,-2-1 19,-1-2 23,4-3 20,-1-2 24,1 0 20,-1 1-77,-2 1-43,-5 1-37,2 5-42,-9 1-74,1 5-53,-2 1-40,-2 0-28,-2 0-50,3 3-80,-6-1-80,0 1-32,1-1-31,-1 0-11,-2-1 49,-3 0 32,4 2 12,0 2 9,-3 2 29,1-1 78,-1 5 106,4-1 76,-3 5 72,5-2 80,2 2 57,0-4 53,3-1 65,0-3 57,3-2 27,0-2-9,2 0-26,5-1-37,2 0-41,4 0-56,-5 1-57,3 0-66,-3 2-177,0-1-230,-6-5-787,0 4 0,-1-3 0,3 0 0</inkml:trace>
  <inkml:trace contextRef="#ctx0" brushRef="#br0" timeOffset="320689.7271">17798 7424 1819,'0'0'153,"0"0"45,0 0 40,2 0 45,0 0 26,5 0 9,1 0 9,0 0 4,5-1 0,-1 1-120,-1-1-105,1 1-141,-1-2-227,-1-19-603,-1 14 0,-6 3 0,6-3 0</inkml:trace>
  <inkml:trace contextRef="#ctx0" brushRef="#br0" timeOffset="321680.8044">18038 7342 1559,'0'0'63,"0"0"11,0 1 29,0 4 40,0 0 43,0 5 32,0 1 14,0 3 22,0 1 36,0 0-32,0 0 15,0-1 10,0-1-25,0 1-37,0-4-40,0 0-23,0-5-2,0-1-16,0-4-32,0 0-26,0 0-21,0-3-30,0-1-23,0-3-37,0-5-32,3-2-36,-3-2-19,4-1-8,-1-2-10,4 2-7,-2 2-2,5 4 12,0 1 17,-2 3 37,1 3 27,0 2 32,-1 1 8,-2 2 11,-2 3 14,2 5 18,-4 2 12,0 6 6,-2 1 9,0 1-1,0-2 6,0-4-1,0-2 0,3-2 12,-3-6 6,1-1-5,0-1-20,2-3-32,0-1-43,4-4-41,0-4-37,5-1-19,-1-5-13,3 1-23,-1-1-13,5 4 8,-4 2 37,1 5 55,0 0 57,3 3 55,-5 2 53,-5 1 49,-2 3 35,-5 4 19,-1 3 5,-1 4-10,-1 2-25,2 3-22,-4-2-24,3-3-10,0-1-29,1-4-92,0-1-155,1-2-210,-1-41-636,0 34 0,1-2 0</inkml:trace>
  <inkml:trace contextRef="#ctx0" brushRef="#br0" timeOffset="322299.6752">18568 7399 1048,'0'0'162,"0"0"47,0 2 37,0-2 30,0-2 27,0-1 42,0 1 27,0-2 6,0 2-1,-6-1-107,1 0-53,-5 2-46,-5 2-31,-3 2-20,0 4-16,-3 5-36,3 3-18,1 3 1,9 1 12,4-1 9,4-4 10,7-6 5,1 0-2,6-4-15,7-4-35,4 2-32,1-4-17,-5-2-8,-3 0-16,-8 0-8,-6 2-32,-3-2-32,-1 3 16,0 1 24,0 1 46,0 3 39,0-2 16,0 5 9,0 0 8,0 0 1,0 0-24,2 0-107,6-4-298,-7-1-550,9-2 0,-3-4 0,1-4 0</inkml:trace>
  <inkml:trace contextRef="#ctx0" brushRef="#br0" timeOffset="322814.7362">18682 7451 3449,'4'1'54,"-3"1"28,-1 4 37,2 2 28,-1 3 15,-1 4 5,0 1 12,0 2 8,1 1 21,4-1-3,-3-3-26,4 2-27,-2-5-33,2 0-25,-4-4-16,2 0-2,-4-4-7,2-3 2,-2 2-17,0-3-20,0-3-5,0 1-4,0-5-8,0-5-13,0-1-7,0-8-15,0-4-8,0 1-11,1-1-4,2 2-4,1 3-6,2 5-1,-1 4 0,5 1 11,0 4 4,-2 2 10,0 2-3,2 0 1,-2 4-1,1 0 2,-1 5 0,-3 2 3,-2 2 7,0 2 0,-3 1-5,0-1-41,-5-1-105,45-7-844,-54-2 0,-1-2 0,-4-1 0</inkml:trace>
  <inkml:trace contextRef="#ctx0" brushRef="#br0" timeOffset="323585.8687">19146 7416 2744,'0'0'64,"0"0"22,-4 0 25,-4 3 34,-1 3 35,-3 2 46,-3 3 16,2 3 22,5 1 22,4-1-38,2-2 0,4-3-11,6-2-16,7-1-31,2-3-33,5-2-44,3-2-14,-4-2-23,-3-3-32,-7-1-28,-4-2-27,-7-1-49,-3-2-40,-9 1-22,-7-1-13,-4 3-12,-3 1-22,2 4-60,8 2-89,10 0-192,2-28-329,8 25 0,4-1 0,5-3 0</inkml:trace>
  <inkml:trace contextRef="#ctx0" brushRef="#br0" timeOffset="324121.3274">19493 7281 1914,'0'-3'90,"0"2"10,0-2 7,0-2 3,-4 0 4,-2 4 1,-2-2 2,-4 3 5,-1 0 6,1 3-61,-1 4-2,-1 4 6,3 7 38,0 3 64,7 4 63,1 0 32,3 1 12,0 1 4,3-3-5,-2-1-9,-1 0-12,3-5-13,-3-1-45,0-2-65,0-2-67,0-4-39,0-3-23,-3 0-56,0-1-106,-3-1-134,4-3-298,-5 0-387,2-1 0,1-3 0,2-5 0</inkml:trace>
  <inkml:trace contextRef="#ctx0" brushRef="#br0" timeOffset="324435.4843">19321 7496 3705,'0'0'137,"0"-3"22,4-1 12,0-1 9,7 3 5,6-1 1,2 1-1,1-1-46,2 2-159,57-8-985,-58 5 0,-3-3 0,-3-1 0</inkml:trace>
  <inkml:trace contextRef="#ctx0" brushRef="#br0" timeOffset="325886.8135">19830 7290 2151,'4'0'167,"-2"-2"39,0 1 35,1-1 38,0-2 14,0 2 5,-3 0-6,0 0 6,0 2 44,0 0-101,0 6-16,0 0-28,0 6-31,-6 4-37,3 4-12,-1 0 9,-1 0 11,3-1 2,2-4-38,-1-5-22,2-2 0,-1-4 9,0-2-5,0-2-17,0-1-37,0 0-44,0-3-20,0-5-16,0-1-7,0-4-16,0-1-14,0-3-19,0 1 4,0 1 29,0 0 38,0 3 39,1-1 29,0 1 15,0 1 5,5 3 7,2-2 3,-3 2 0,5 2-8,0 0-17,1 1 0,1 0-14,6 2-6,0 4-10,-1-3-10,0 2-9,1 2-9,-6 2-9,-2-1 0,-3 5 4,-4 0-6,-2 3 0,-5 2-19,-2 0-8,-1 0-16,-1 2-5,-3-3 2,0-3 6,4-2 0,6-1-10,-2-3-13,3 0 3,0 2 9,0 0 16,0-1 19,0 3 20,3 2 12,1 1 12,0 4 12,2-1 26,-1 0 23,0 2 15,-5-1 10,0-2 7,2-2 12,-2-1 2,-2-4-1,0-1 4,-6 0-12,-2-3-33,-5 0-26,-2 0-49,-1 0-83,1-2-142,6 1-213,-1-14-622,6 10 0,6-3 0,3 3 0</inkml:trace>
  <inkml:trace contextRef="#ctx0" brushRef="#br0" timeOffset="326315.7413">20124 7353 2427,'0'0'106,"0"1"21,0 0 23,0-1 32,0 2 60,0 0 57,0 0 60,0 3 51,-3 3 76,2 4-33,-5 6 3,0 7-10,0 4-21,0 2-29,1 0-56,2-4-53,2-4-78,1-5-166,0-3-358,0-21-1190,-2 8 0,-3-3 0,-4-6 0</inkml:trace>
  <inkml:trace contextRef="#ctx0" brushRef="#br0" timeOffset="328725.3483">17562 7641 891,'0'0'59,"0"0"25,0 0 26,3 0 30,0 0 25,-2 0 28,1 0 35,0 1 21,0-1 15,-1 0-25,2 0-11,-3 0-15,3 0-17,-2 0-24,-1 0-22,3 0-25,-3 0-28,2 0-13,-1 0-11,3 0-6,3 0-6,0 0-7,0 0-4,2 0-1,1 0 0,4 0-1,-3 0-5,4 0-10,-1 0-1,3 0-6,-3 0-3,-2 0-1,2 0-8,0 0-5,1 0 0,-2 0-3,2 0-2,-1 0 2,0 0 1,5 0-1,-2 0-1,2 0-4,1 0 3,-2 0-3,0 0-6,-3 0-1,-1 0-1,-2 0-1,1 0-4,-3 0-1,2 0 3,2 0-3,-3 0 3,3 0 0,7 0 5,-2 0 2,-1 0 1,-1 0-1,-2 0-4,-1 0 1,0-1-5,-6 1 1,2-1-4,1-1 2,0 2-4,3-1 0,2 1-1,5 0-2,-7 0 5,7 0-4,0-1-2,-6 1-2,1 0 1,0 0-5,-5 0 1,-3 0-1,2 0 3,0 0 3,-1 0 1,4 0 2,2 0 4,2 0 3,2 0 2,-2 0 4,1 0 2,0 0 0,0 0 0,-4 0-2,0 0 2,-3 0 1,4 0-2,-3 0 3,1 0 0,5 0-1,-1 0 2,1 0-1,0 0-1,0 1 1,0 0 0,-3 1-1,0 0 4,-2-2-1,0 0 3,-1 0 9,1 0 5,0 0 5,7 0-1,-2 0 1,1 0-1,-1 3 2,-1-1-3,2 1 0,-1 0 0,0 0-13,0 0-2,-4 0-5,3-1 2,-4 1-1,1 1 1,2-3 0,-1 4-1,3-4 2,0-1-2,2 2 1,0-1 0,3 1-1,-1 0 1,-3 0-3,-1-1 3,1 0-4,-5 1 2,0-1 2,-2-1-2,-2 0 2,3-1-1,1 1 0,2 0-1,4 0 1,0 0-6,5 0 3,0 0 4,-1 1-8,1 0-1,0 0-1,-3-1 2,3 1 1,-4 0-1,-2-1 0,1 0 5,-2 0-1,3 0-5,-1 0 4,4 0 2,0 0-1,-1 0-4,4 0-3,0 0-3,-2 1 0,3-1-6,-2 0 0,2 1-1,-2 1 1,-2-1-6,0-1 0,-5 1 4,2 0 2,-4-1 6,0 0 6,-1 1 12,-3-1 7,0-1 2,-3 1 3,1 0 1,-4 0-12,1 0-42,-4 0-71,2 0-165,-6-9-496,1 7 0,-1-2 0,0 1 0</inkml:trace>
  <inkml:trace contextRef="#ctx0" brushRef="#br0" timeOffset="334191.8496">19668 8339 1806,'1'-1'109,"2"-1"24,0 1 33,-1-3 18,1 1 17,-3-3 19,2 4 15,-2-2 38,0 2 36,0-2-59,0 1-16,0 0-11,0 1-24,0 0-15,0-1-15,0 3-19,0-2-15,0 1-35,0 1-34,-2 3-18,-4 2-6,0 3-4,-1 4 5,1 6-3,-2 5 5,4-1 3,0 4 5,1 0 1,0-1 0,0 0-3,3-5-4,0-2-11,0-5-10,-3-2-2,3-4-13,-2-4-29,2 0-127,2-2-400,-4-2-514,-5-3 0,-4-4 0,-3-4 0</inkml:trace>
  <inkml:trace contextRef="#ctx0" brushRef="#br0" timeOffset="334989.5572">18758 8320 2750,'0'-1'156,"0"-3"42,-3 1 26,3-2 23,0 2 15,0 1 6,-1 0 1,1 2 9,0-1 24,-3 1-96,-1 1-28,-2 1-33,1 5 13,-5 3 8,-2 4 25,2 5 18,-1 7 8,4 0 11,0 4-21,1 2-7,1-2-17,3-4-10,1-2-32,1-7-40,0-3-52,1-4-73,-2-4-118,1 1-207,35-7-1089,-36 0 0,-5 1 0,-1-2 0</inkml:trace>
  <inkml:trace contextRef="#ctx0" brushRef="#br0" timeOffset="335991.5501">17023 9017 2020,'0'0'162,"0"-2"35,3-1 46,-3 0 54,0-3 35,0 0 24,0 0 14,0 3 5,0 0 4,0 2-126,0 1-25,0 0-21,0 0-31,-3 3-26,0 4-9,-1 5-5,-1 5 9,-3 4 9,2 5 10,0 3 4,2-1-9,2-2-9,1-1-10,1-4-32,0-7-22,1-3-23,-1-5-54,0-1-91,0-2-137,6-1-422,-9-1-644,2-3 0,1-2 0,1-3 0</inkml:trace>
  <inkml:trace contextRef="#ctx0" brushRef="#br0" timeOffset="336699.1569">17800 8967 1849,'1'0'159,"-1"0"25,1 0 27,-1 2 29,3 0 45,-3-2 29,0 2 26,0 1 18,0 0 16,2 0-120,-2 2-4,0 2-12,0 1-9,1 4 1,-1 0-19,1 7 3,1 1-6,2 3-5,-2 0-12,0 1-16,-2-1-12,0-2-14,0-1-41,0-5-114,-4-2-139,4-1-417,-8-7-722,-6-1 0,1-4 0,1-4 0</inkml:trace>
  <inkml:trace contextRef="#ctx0" brushRef="#br0" timeOffset="338209.3263">13248 6958 1165,'0'5'54,"0"-1"13,0 6 18,0-4 11,0-1 15,0 1 40,0-1 21,0-2 18,0 1 17,0 1-21,0-2 18,0-1 10,0-1 8,0-1 35,0 0 15,0 0-34,0 0-23,4-3-14,0-5-18,6-3-31,8-4-82,0-3-121,8-3-234,1-8-590,-5 8 0,-6 1 0,-1 4 0</inkml:trace>
  <inkml:trace contextRef="#ctx0" brushRef="#br0" timeOffset="350018.1138">16938 10478 1051,'0'0'104,"0"0"48,0 0 31,0 0 35,0 0 28,0 0 24,0 0 22,0 0 17,0 0 31,0 0-36,0 0-19,0 0-31,0 0-28,0 0-31,0 0-29,0 0-23,0 0-16,0 2-11,-2 1-17,0 3-13,-4 4-8,1 4 3,-2 7 4,1 0-3,0 7 6,3 2 5,0-1 2,3 0-5,-1-5-6,1 1-2,1-6-15,-1-4-9,0-1-10,0-7 2,0 0-35,0-2-37,0-3-120,6-2-418,-9 3-547,3-7 0,-4-4 0,2-4 0</inkml:trace>
  <inkml:trace contextRef="#ctx0" brushRef="#br0" timeOffset="350830.9846">17808 10508 1735,'0'0'70,"0"4"42,0-2 31,0 1 29,0 1 32,0-2 23,0 1 28,0-1 22,0 1 33,0-1-8,0 2-16,0 2-15,-1 1-9,-1 3-12,-2 5-12,1 7 10,2 5-12,-6 7 4,4 4-36,0-1-12,-1-1-18,4-3-26,-3-9-20,6-4-12,-3-5-20,0-7-48,0-5-69,0-1-114,0-1-202,0-12-953,0 8 0,-3-3 0,2-5 0</inkml:trace>
  <inkml:trace contextRef="#ctx0" brushRef="#br0" timeOffset="355901.6995">19759 9666 1484,'0'0'99,"0"0"12,0 0 19,0 1 19,0-2 11,0 1 15,0 0 16,0-2 15,0 2 15,0 0-69,0-2-6,0 2 4,0 0-7,0-1-8,0-1-7,0 1-9,0 1-11,-1-1-11,0 1-10,-1 0-9,1 0-5,-2 1 1,0 0 2,-1 2 8,0 4 28,-4 4 13,2 2 9,3 3 10,-3 7 8,3 1 5,0 2-4,1-2-13,2 2-7,0-3-18,0-3-25,0-3-12,0-4-7,0-4-25,0-4-38,0-1-64,0-1-229,-2-67-893,-4 56 0,-3-5 0,1-2 0</inkml:trace>
  <inkml:trace contextRef="#ctx0" brushRef="#br0" timeOffset="356931.7676">18879 9626 1345,'0'0'111,"1"0"20,-1 0 13,0 0 19,0 0 31,0 0 30,0 2 29,0-1 17,0-1 14,0 1-68,0 0-7,0 2 1,0-2 8,-1 1-1,-1 1-20,1 1-12,-2 2-18,-4 1 3,3 3-2,0 3 0,-3 3-10,1 3-14,2 3-19,0 4-14,1 3-1,-1-3-18,3 2-6,1-6-14,0-1-16,0-5-28,1-3-46,-1-4-102,0 0-213,-4-26-818,-2 17 0,-6-1 0</inkml:trace>
  <inkml:trace contextRef="#ctx0" brushRef="#br0" timeOffset="361686.4632">18697 8216 904,'0'0'133,"0"0"52,0 0 31,0 0 17,0 0 11,0 0 6,0 0 10,0 0 5,0 0 12,0-2-76,0 2-21,0-1-34,0-2-14,0 0-9,1 2-2,-1-2 3,0 1 0,0 1 6,0-1-15,0 1-15,0 0-21,0 1-15,0-1-20,0 1-12,0 0-6,0 0-12,0 0-7,0 0-10,-2 0 1,-3 0 1,1 0-2,-3 0-3,-1 0 5,1 0 2,1 0-2,-2 0 3,0 0-5,2 0 0,-2 0 0,-2 0 1,3 0 0,-1 0 0,1 0-1,3 0 0,-4 0-2,-1 1 0,1 0 2,1 2-4,-4 0-1,0 5 1,4-3-2,-3 3 4,1-2-2,1 1-2,0 1 3,1 1 0,-1-1 0,2 0 4,2 1 4,0 0-4,1 1 3,0-1-1,-2 0 2,0 3 0,-1-2 1,0 4 2,2-1 0,-1 1 1,-1-3-1,3 2 5,-1-3 0,1 0 3,1 1 2,2-4 5,-1 3 6,1 0-2,0 1 4,0-4 3,0 3 2,0-3-1,1 0-4,-1-2 1,2 2 0,1-2-6,0 0-6,1 1 1,-1-1-4,1-1-5,0 2-2,-2-2-2,6 0 0,-5 0 1,2 0-3,-2-1 3,2 1 3,-2-1-3,2 1 1,0-1 0,-4-2 0,2 3 2,3-2 1,-2 1-2,2 1 0,-1 0-4,0-1 1,-3 0 0,4-1-1,0 2 2,0 0-1,1-2-1,0 2-1,1-2 1,0 1 1,1-1 2,-1 2-3,-1-2 0,0 1 0,0 0-2,-3 0 0,3-1 0,-4 2 0,5 0-2,-1-1 2,0 1 9,4 1-1,-2-2 2,4 3-1,0-1 5,-1-1-1,-1 2 1,2 0 1,-4-2 1,4 1-2,-3 0-9,2-2 3,1 1-1,-2 0-3,1-1-1,-2 1-1,-3-4 2,4 3-1,0-3 1,1 2-2,0 0-1,0-1-3,1 1 1,1 0 2,1 0 1,-1 1-2,2-1 1,-2 0-1,3 1-1,-6-1 2,0 0-3,4 1 1,-2-3-1,-3 3 2,2-2-2,3 2 2,-4-1-5,3 0 3,1 2 1,-1-3-1,3 0 2,-1 3-1,1-1-1,-2-2 0,1 1 0,1 1 0,-1-3-1,-1 1-1,3-1 1,-5 2 3,1-1-2,-2 1-2,2-2 0,-3 2-1,0-2 0,3 0 1,1 0 2,-1 0 0,0 0-4,3 2-4,-2 0 0,-3-1 3,4-1 2,-4 3-1,5-3 0,-5 0-2,1 0 0,-2 0 1,5 0 0,-3 0 4,4 0-3,-2 0 1,3 0-2,-4 0-5,1 0-3,2 0 1,-4 0-5,1 0 2,0 0-1,-2 0 0,3 0 4,-3 0-2,2 0 2,1-3 6,0 2-2,-2-1-4,2-2-3,-2 1-3,-4 0 0,1-2-1,-3-1-1,4 1 1,-3-2-2,1 1 1,-1 0 5,-2 1 3,2-2 7,0 1 4,-4-1 0,2-2 1,1 1-2,-3-4 2,3 1 4,-3-1-3,-1 1-2,2-1 3,-3-1 0,2 1-2,-3 1 5,1 1 1,0-3 4,0 0 3,-2-1 1,0 2 3,0-3 2,0 3-1,0-2 0,0 2 0,0 0-6,0-2-1,0 1-4,0 1-1,-4 0-1,1-1-7,-5 0 2,-2-1 2,2 2-2,-2-2 2,0 1 4,0 0-2,2 3 4,-2-2-2,-1 4-3,0-1 4,2 0 1,-2 0-4,2 2-1,-2-1 0,-1 1 0,-1 1-3,1-3-1,-2 1-4,-3 1 4,2 0-3,-6 0-2,1 1-2,-2 0 5,0-1-3,1 1-2,-1-1 4,0-1-1,-3 0 1,-1-1-2,1 1 1,-3-1 1,-1 2 1,3-2-2,-1 1 2,2 2 0,0-1-1,3 1-1,-1-1 4,2 3-1,-3-1 2,2 0 0,0-2-2,-2 1-1,-4 1-1,1 0-1,-1 0 5,-4 2-3,4 2-2,-3 0 1,3 0-5,0 1 4,-1 0-3,2 0 4,2-1-3,-1 2 0,-3 0-4,1 1-1,-2 1 1,-3 4 1,-1-2 1,-3 2-2,1 0 1,1 0-2,2 1 6,-1 0-5,5 2-19,5 1-63,-2 0-77,10-1-163,9-6-542,-3 2 0,1-1 0</inkml:trace>
  <inkml:trace contextRef="#ctx0" brushRef="#br0" timeOffset="364563.8217">17187 8823 678,'0'0'122,"0"2"39,0-1 40,0 0 21,0-2 18,0 2 17,0-1 12,0 0 21,-2 0 14,1-1-70,-2 1-45,-1 0-37,-2-1-38,1 1-22,-2-2-16,0 0-15,-1 1-12,-5-1-20,3-1-16,-4 1-2,-1 2-3,4-2-2,-4 1 0,2 1-2,1 0 1,-1 0-3,0 0-2,-4 1 3,2 1-1,-5 2-3,4 0 0,-3 4 1,-1 0 0,-1 1 2,3 0 2,-3 1 11,3 0 10,3 0-1,0 0 13,1 0 10,4 0 1,2 1-1,-2-1 2,3-1 7,-1 3 0,2-3-2,-1 1-4,-1 4 2,1-1-5,-1 1-6,2 2 7,-1 0 4,3 3 1,-2-2-3,1 0-1,2 1-4,3-1-1,-3-1 1,3 0-3,3-1-1,-3 0-4,3-3-2,0 2-5,5-1-3,1 0 1,-1 1-4,3-1-8,1 0 1,1-1-4,-1 1 1,1 0-2,5-3-1,-3 0 0,3-1 1,3-1-2,-2-3 0,1-1 2,2 2-1,-1 0-2,0-1-2,2 1 0,-1 0-1,2 3-3,-1-4 0,1 1-1,-1 1 1,4-1 1,1-2-4,1 2 3,0-2-3,-3-1-1,3-1 2,-4 1 1,-2-1 0,-1 0 1,3-1-1,-2 1-1,1 0-1,1-2 2,0 2 3,-3-2-2,3 0-1,3 0 4,-6 0-6,4 0 0,-2 0 1,1 0-1,-3 0 2,-1 0-3,1 0-2,-3 0 2,1 2 0,-4-2-2,2 0 5,0 0 0,2 0 0,-3 0-3,1-2 2,1 2 3,3-4 0,-2-1 3,0-1-4,0 0-3,-1-3 3,-1 1-2,-3-1 5,-1-1-1,-2 1 2,0 1-1,-5-1 2,3 0 0,-1-3 0,1 3 5,-2-3-3,4 2 1,-4-4-4,0 2 0,-1 1-1,0-1 3,-2 2-4,-2-4 0,2 5 6,-4-4-1,0-2 2,-1 3 2,0-3 2,0 1 0,0-1 2,0-1-2,-1 3 1,-2-1 1,-4-1-4,-2 3 0,-3-2-5,1 2-3,-3 0 1,0 2-2,-2-2-1,-2 3 1,-2-1-2,-1 0-2,-5 0-4,3 1-2,-5 0 6,-1 0-1,0-1-1,2 1 1,-2 0-1,4 0 2,-1 1-2,1 3-4,-4-1-2,7 1-1,-8 1-2,4 1 1,-6-1 0,2 0 1,-2-1-2,-3 0-3,-1-1 4,0 2 4,0-1 5,2 1-1,-3 0 1,4 0-4,2 2 0,-3 2 0,-1 0 2,0 0-4,-2 0 1,4 2 0,2 2-1,-1 2-6,5 3-29,4 3-43,3-2-62,3 3-72,7-4-148,5-6-569,-2 1 0,4 0 0,3-5 0</inkml:trace>
  <inkml:trace contextRef="#ctx0" brushRef="#br0" timeOffset="367125.932">19081 9529 1024,'0'-2'46,"0"1"13,0 0 8,0-2 13,0 1 23,0 2 28,0-3 32,0 3 31,0-2 19,0-1-8,0-1 0,-3 2-7,2-4-4,-3 2-10,0 0-18,-3 0-25,1 0-30,1 0-29,-5 1-19,3 0-24,0-1-14,-4 1-6,-1 0-4,-1 2-4,-1 0-12,-2 1-3,-4 0-3,6 0-1,-7 1 2,2 0-2,0 3-1,2 0 1,-4-1 1,6 4 1,-2-1 6,2 1 3,5 1 0,-5 1 3,4 1-1,0 0 2,2 0 3,0 0 3,2-3 2,1 2 4,-6-1 7,5 2 6,-5 2 5,-3-1 2,3 1 9,-1 3 3,1 1 5,1 0 8,4 1 13,-3 0 6,5-1 1,3-1 2,2-1 11,-1 1 0,2 0 1,-1 0-3,0 2-4,0-2-11,0 1-11,0 1-11,0-3-7,0 0-7,2 2-12,3-3-2,-2-1-8,4 1 0,1-2 2,-2-1 4,1 1 0,5-2 4,-2 1 2,0 0 2,5-3-4,-1 2 2,-1 1 0,2-4-4,1 0-2,-3 0-5,5-1-3,-2-1-3,0 1-2,3-2-6,-2 4 1,-2-2-4,1 2-2,0-2 1,-1 1-1,0 0 0,1 1 1,-1-3-3,0 2 1,3-2 1,-3 2 0,4-3-1,3 2 1,-2-2 0,3 1-2,-1 1 0,3-1 0,-1 0 0,-1 2 1,-3-3 0,-1 1-1,-1 0 0,0 0-2,-4 0 2,4-2 3,0 2-4,-2-2 1,6 1 1,-2-2-2,1 1 0,4 0 0,-3-1 1,0 1 1,3 1-2,-3-1-1,-1 1 0,-2-3 2,1 3-1,2 0 4,-1-3-2,2 0-1,1 0 2,-2 0-3,0 0 3,2 0-1,-2 0 0,-1-3 1,1 2-1,-2-2-1,2-3-1,-3-1 1,1-1-3,-1 0 6,0-2-4,-1 2 2,1-3 4,-4 1-4,3-4 1,-3 2 0,-3-2 1,2 1 0,-5-3 4,-1-1-7,-1 0 1,0 0 1,-2-2 0,0 2 0,-3 1 1,-2-2 1,0 3 1,0 3-1,0-4 2,0 1 1,-1-1 0,-5 0 0,1 0-2,-3-2-1,-6 2-4,1-3 2,-2 1-5,0 1 0,-2 3-2,2-1 0,-3 2-2,-2-1 0,0 2-1,-3 3 0,0-3 1,-2 2 0,-3 1 2,2 0-2,-3-1-4,-3 2-1,1 0 3,-5 1-1,3 1 2,-5-1 2,1 2 0,-3-1 0,-1 0 0,-3 0-2,1 3 6,0-3 1,0 2 1,-1-1-3,2 0-2,5 0-4,1 1-10,9 2-30,4-1-57,6 2-93,2 2-129,11 0-718,-6-1 0,-4 2 0,3-1 0</inkml:trace>
  <inkml:trace contextRef="#ctx0" brushRef="#br0" timeOffset="369384.5566">17196 10356 818,'0'-3'71,"3"2"16,-3-2 23,0-1 52,0 1 36,0 1 23,0-1 12,0 1 6,-3-2 19,-2 1-44,-2-4-23,-3 7-16,-2-2-24,-3 1-49,0-1-36,0 2-24,0 0-13,0 0-4,1 0-20,3 0-2,-4 0 0,-2 0 0,4 0 0,1 0-2,-2 3-1,0-1 0,0-2 2,3 4 0,-3 0-1,2-2-1,-1 2 2,1 1-3,-3 0 3,1 3 4,-3 1 1,3-3 0,-1 4 4,4 0 2,0-2 3,-1 3 3,4-1 6,-2 1 8,2-1 3,0-1 6,0 2 12,-1-1 2,2 0 9,0 3-1,-1 1 1,1 0 2,0 4-1,1 0-1,0 2 1,3 2-3,0-2-4,2-1 12,1 1-7,0-2 4,0-2-1,1 3-1,-1-1-3,0 2-3,0-2-2,3 2 0,4-3 1,-1-1-6,3-1-1,1 1 0,5-1 2,-1-2 0,3 0 1,-2 0-1,1 2-3,0-5-6,-2 2-8,-1 2-7,0-4-4,4-2-4,-2-1-2,2 1-2,5-1-5,0 1-1,2-3 0,1 2 0,-2-1-2,2-1-2,-3 0 0,2 1-2,0 0 0,0-1-5,0 1 3,1 0-1,0 0-2,1-2 0,2 1 4,3-1 0,2-2-2,0-2 3,3 0-3,0 0 6,-2 0 1,-1 0 0,-1 0 0,-2 0 3,-7 0-4,0 0 0,-1 0 0,-1 0-2,-2 0 1,1 0-5,-2-1-2,0 0 3,-2-2 1,4 1-5,-1-1 0,2 0 2,-1 1-1,-1-3 3,2 0-2,-2 2 2,-2-2-3,1 1-1,-1-1 2,-2 2 1,0-4 1,-1 2 0,2-3 1,-2 0-1,-3-1-1,1-2 2,-3 1 5,1-3-2,-2-2-2,1 0-1,0-1 2,-2-1-3,3-2-2,-6 1 0,0-2 1,-1-2-2,-2 2-2,-1-2 2,0-1-1,-1 2 4,-5-3-4,1 1 6,-6 1 2,0-3 0,-3 4 3,-1-1 0,1-1 2,-3 2-1,0 3-1,1 0-1,-1 1 2,-5-1-5,3 1-3,-6 1 0,-3-1-3,-5 4 0,2 0-2,-6-1 1,3 4 0,-3 1-2,1 3 1,-3 0 0,0 4 0,-1-2 2,-3 3-6,3-1-5,-1 2-11,-3 0-27,1 2-48,3 1-81,1 4-121,24-2-774,-14 6 0,1-1 0,4 1 0</inkml:trace>
  <inkml:trace contextRef="#ctx0" brushRef="#br0" timeOffset="371061.5428">16202 11555 1544,'0'0'67,"0"0"23,0 0 25,0 0 25,0 0 28,0 0 23,0 0 21,0 0 18,0 0 11,0 0-48,0 3-3,0-3-17,0 2-15,0 0-10,0 1-8,-4 3-2,2 4 2,0 2 1,-4 4 7,2 5 1,-2 3 0,3 2 0,1 1-11,2-1-12,0-1-19,0-7-23,0-3-33,0-5-118,0-2-241,0-36-721,-3 26 0,-5-4 0</inkml:trace>
  <inkml:trace contextRef="#ctx0" brushRef="#br0" timeOffset="372688.774">16191 11606 849,'0'1'151,"0"-1"41,0 0 24,0 1 36,0-2 30,0 1 32,0 0 25,0-1 23,0 0 19,0-2-96,0 1-29,0 0-30,0 0-20,0-1-29,0 1-27,0-1-28,0 0-21,0 0-22,0 0-15,0 0-15,0-1-8,1 1-11,1 1-4,-1-1-6,2 1-2,1 0-2,3 0-5,0-1-1,1 1-4,2-2-2,-1 1-1,5-1-1,0 1 2,0 1-1,3 2-2,2-2 1,-5 2-2,-3 0 3,0 0 3,-4 2 3,-4 0-1,3 5 0,-6 0-1,0 2 0,-3 0-1,-3 1 0,2 0-2,-6-1-8,-1-2-5,1 1-3,2-2-1,4-3-2,-3 1-6,5-2 0,2 2-3,0-2-1,0 2-1,2 0 7,-2 2 2,4 3 1,2-1 2,1 1 2,1 2 8,-1-1 3,3 0 7,-5 3 5,-1-2 7,-1-2 4,-3 3 4,3-5 6,-3 2 4,-3-2 4,-1 0 2,-4-2-4,-2-2 0,-7-1-2,0 2-1,-6-4-4,-2 0-1,3 0-13,0 0-15,4 0-28,7 0-71,2 0-119,6 0-152,6-6-594,0 5 0,1 0 0,6-2 0</inkml:trace>
  <inkml:trace contextRef="#ctx0" brushRef="#br0" timeOffset="373165.0592">16553 11780 2590,'0'0'122,"0"0"20,0-1 8,0 1 32,0 0 54,0 0 36,0 0 34,0 1 21,-3 3 25,-1 3-65,-2 7 8,-2 5-7,4 6-4,-3 0-25,3 4-51,4-3-32,-3-3-36,3-5-26,0-5-89,3-4-86,-6-3-202,38-5-1023,-38-1 0,0-4 0,0-4 0</inkml:trace>
  <inkml:trace contextRef="#ctx0" brushRef="#br0" timeOffset="373797.8093">16761 11676 1292,'0'2'179,"0"-2"17,0 2 13,3-2 15,-3 3 32,0-3 42,0 1 48,0 0 39,2 1 33,4-2-123,4 0-8,1 0-8,5 0-9,1 0-13,1 2-31,-7-2-44,0 1-48,-4 2-55,-1-3-69,-3 1-102,-1 1-133,2-2-236,-1-6-547,-3 6 0,0-1 0,-5-1 0</inkml:trace>
  <inkml:trace contextRef="#ctx0" brushRef="#br0" timeOffset="374141.464">16755 11832 2349,'6'0'152,"-1"2"50,4-1 45,2-1 39,-3 0 26,5-3 16,-1 1 12,3-1 2,-1 0 0,-1-1-85,-4 2-83,-3 0-100,2 2-179,5 0-325,-9 0-544,-1 0 0,3-1 0</inkml:trace>
  <inkml:trace contextRef="#ctx0" brushRef="#br0" timeOffset="376539.3948">20047 8394 845,'0'0'31,"0"0"31,-2 0 72,2 1 81,-4 0 43,4 1 44,0 1 53,0-2 49,0-1 27,0 1 6,0-2-1,0 1-17,0 0-64,0 0-75,0 0-42,0-1-41,0 1-49,0 0-39,0 0-17,0-2-13,0 2-15,0-1-9,0 0-9,4 0-4,0-1 3,4 2-3,4-2-4,0 2-5,3-2-8,2 2-12,1 0-5,3 0 0,2 0 2,4 0 2,4 0-8,6-3 4,3 2-2,4 0-3,1-2 2,-7 2-2,-4 1 13,-7 0-11,-7 0 2,-7 0-1,-3 0 1,-3 0-3,0 0 2,-1-2-2,-2 2-2,0 0 14,0 0-8,-2 0-5,2-1-3,-3-2 5,-1 3-5,0-1 6,0 0-1,0 1-4,0 0 1,0-2-9,0 2-9,0 0-5,0 0-4,0-2-10,0 2 0,0 0-14,0-2-3,0 1-2,0 0-9,0-3-2,-1 1 3,-5-1 14,-1-2 0,-2-3-2,-1 1 2,-4-4 9,3-3 0,-5 1 1,3 1 9,1-2 1,0 8 5,4 0-1,4 2 6,1 2 4,0 3 3,3-1-2,0 1 3,3 0 5,-6 0-1,6-2 2,-3 2-1,0 2 1,2 0 0,0 1 1,3 1 0,1 2 2,1 0 1,0 0 0,3 0 1,-2 1-1,2 0-3,1-1 3,-3 1-3,1-2 3,-1 1-4,-1-2 3,-5 1-2,3-1-2,-4 1 2,-1 2 11,2 0 16,-2 2 16,-2 3 10,-3 0 1,-2 5 6,-2 2 2,-3-1 0,-1 0-36,1-1-144,6-3-1005,-6-4 0,1-6 0</inkml:trace>
  <inkml:trace contextRef="#ctx0" brushRef="#br0" timeOffset="380789.3847">20988 8156 1489,'0'0'135,"2"0"33,0 0 26,1 0 23,-3 0 22,3 0 25,-3 0 29,1 0 24,0 0 15,-1 0-91,0 0-28,0 0-29,0-2-23,0 2-23,0-3-19,0 3-22,-2 0-26,-4 0-21,2 0-14,-2-3-8,-2 3-7,0 0-4,1 0-2,-3 0 2,-1 0 2,0 3 0,-3 0 5,2 1 0,-2 7 4,0 2 2,7 2 10,-4 1 6,4 0 0,7 1 8,-2-3-1,2 2 1,2-5 0,4 0-1,-1-3-3,5-1-2,6-4-7,1 1-16,1-4-17,3 0-20,-2 0-18,-1 0-5,-6-1-10,-3-2 2,-2 3-2,-7-1 1,1 0 0,1 1 18,-4 0 23,2 2 22,0 2 17,2 4 2,-2 1 6,0 3-1,0 2 0,0-3-13,0 0-44,0-2-153,14-5-365,-12 1-465,-2-2 0,2-3 0</inkml:trace>
  <inkml:trace contextRef="#ctx0" brushRef="#br0" timeOffset="382116.643">21185 8294 809,'0'0'70,"0"0"11,0 0 16,0 0 25,0 1 32,0 2 26,0-1 30,0 0 27,0 0 23,0-2-38,0 0 3,0 2 6,0-1-4,0-1-14,0 0-21,0 2-6,-1 1-13,0-1-19,0 0-12,-2 2-8,1-2-9,-1 4-13,0 1-7,3-3-2,-1 5-6,-2-2-18,3-1-10,0 2-3,0-2-8,0 0-7,0-1-4,0 1 2,3 0-6,-3-1-4,4 0-4,-1 0-1,2 0-4,-1-3-2,3 2-1,-1 1-2,2-2-3,1-1-2,1 4 1,0-2-4,1-4 2,1 0-1,-3 0-7,1 0-2,0 0-2,-1 0-4,0 0-2,-3-4-6,0 1-2,-3-5-2,2 2-2,-2-4-2,0 1 6,-3 0-4,0 1 1,0 2 1,0 0 3,0 0 3,0 0 1,3-2 2,-6 1-2,-1-2 2,-3 1-5,-1 0 3,-4 1-2,-1-2-3,1 4-26,-3 1-63,1 0-139,3 0-288,-5 4-414,-3-1 0,1 1 0,-1-1 0</inkml:trace>
  <inkml:trace contextRef="#ctx0" brushRef="#br0" timeOffset="385180.2754">21236 8381 1494,'-2'0'221,"2"0"43,0 0 33,-2 0 48,2 0 25,0 0 26,-4-2 23,4 1 23,-2-3 18,2 1-151,0-1-51,0 1-39,0 0-22,0 0-47,2-1-30,2 1-18,0 0-25,3 1-22,3 1-19,0 0-12,5 1-6,-3 0-4,1-1-12,-1 1-4,-1 1 6,-1-1-13,-3 2 1,-3 1-5,1 2 0,-3 0 3,-1 2-6,-1 0 10,2-1-2,-2 2 6,-2 0 4,1 0 12,-3 2 2,3 0 3,-3-2 0,-2 2-4,3-2 10,-1 2-5,-2-1-3,4-1-3,-4 0 5,0-1-9,-3-2 1,2 3 1,-1-2 3,2-1 2,-1-3-4,2 2-5,0-2 6,3 0-1,0 0-3,0-1 0,0-1 0,2 1 0,-4 2-3,4-2-2,-3 0 0,0-1 9,1 2-1,2-2 9,0 0-1,0 0 4,0 0 8,0 0-8,0 0 8,2 0 4,1 0-4,0 0-8,3 0-2,-2 0-8,4 0-5,2 0-3,-3 0-9,4 0 9,0 0-8,0 0-4,0 0 3,2 1 1,-4 0-5,0-1 1,-2 3 0,-2-1 0,-2 1 0,-1 0-1,-2 1-4,0-1 0,0 3-1,0 0 1,0-1 8,0 1-5,-2 2 5,-1-1-5,0 0 5,-1 0 0,-3 0 5,-1-1 1,1 1-1,-1 0 5,-1-1-3,-2-2 10,0 1-5,-3-3 10,2 2-8,-6-3 5,4 0 6,-3-1-4,-4 0-3,1-2 5,-1-2-3,3-1-8,4-2-3,0-1-48,4 4-65,5 2-92,-1 0-180,5-1-878,-5 1 0,2 2 0,2-4 0</inkml:trace>
  <inkml:trace contextRef="#ctx0" brushRef="#br0" timeOffset="385938.918">20811 8009 2917,'0'0'91,"0"1"22,1-1 24,-1 0 35,0 0 40,0 0 41,0 0 29,0 0 28,0 0 23,4 0-37,3 0 5,4 0-9,6 0-5,5 0-20,6-1-33,5 1-35,3 0-34,1 0-26,-4 0-40,-3 0-69,-10 0-95,-3 1-88,-4 3-189,3-2-294,-7 0-550,-5 2 0,-1-3 0,1 2 0</inkml:trace>
  <inkml:trace contextRef="#ctx0" brushRef="#br0" timeOffset="387048.5485">21698 8185 1345,'0'0'181,"0"1"49,2-1 40,-1 0 32,-2-1 40,1 1 22,0 0 18,0-1 18,0-1 17,-2-1-123,-1 1-48,1-1-48,-1 1-41,-4 2-31,0-2-37,-3 2-24,-2 0-19,1 0-15,-3 2-15,1 0-1,2 1 13,-1 4 4,2 4 11,0 0 0,-1 1 6,3 2 6,3 0 5,2 0-4,0 2 3,3-2-11,3 2-3,-2-3-7,3-4-6,4 1 0,4-2-8,3-3-20,4 1-20,2-4-29,-2 0-29,-1-2-13,-2 0-17,-5 0 4,-6 0-4,1 0-4,-5 0-2,1 0 18,-2 2 21,0-1 38,0 2 39,1 4 26,-2 1 12,2 4 4,-1 2 6,0 2 3,0-2 2,0-1-11,0-2-54,0-1-156,14-6-350,-10-1-465,-2-2 0,2-2 0,0-5 0</inkml:trace>
  <inkml:trace contextRef="#ctx0" brushRef="#br0" timeOffset="387626.663">21866 8407 2344,'3'0'141,"-1"-1"26,1 1 25,2-3 40,3 1 21,-1-1 20,1 2 15,-1-1 10,0 1 3,4 1-110,-4-2-27,0 2-19,-3 0-20,-1 2-40,0 0-14,-2 1-16,-1 6-14,0 0-7,-4 3-4,2-1-1,-3 2 1,-5 1-5,-1-1-3,0-1-3,3-1-5,1-3-4,0-2-1,7-2-3,-3 0 1,3-3-1,0 0-5,3 0 4,-3 2 1,0-2 4,0 0 2,7 0 1,3 1-1,6-2-1,5 0-11,4 0-57,3 1-129,1-1-294,-9 0-510,-5 0 0,-3-1 0,-9-6 0</inkml:trace>
  <inkml:trace contextRef="#ctx0" brushRef="#br0" timeOffset="388451.7273">21472 8026 2917,'3'0'133,"-3"0"48,0 0 32,0 0 34,0 0 24,0 0 21,0 0 13,0 0 17,4 0 14,0 0-72,2-2-19,4 1-34,2 1-25,3-1-18,5 1-14,6 0-8,7 0-15,7 0-1,8 0-16,1 0-18,0 0-20,-7 0-18,-11 0-9,-11 1-26,-9 0-48,-8-1-30,-3 2-34,-3 1-93,-5 0-157,2-3-361,-9 4-475,-3-3 0,3-1 0,4 0 0</inkml:trace>
  <inkml:trace contextRef="#ctx0" brushRef="#br0" timeOffset="391496.5449">22200 8230 2020,'-1'2'141,"-2"-1"40,3 0 21,-1-1 12,1 0 17,0 0 21,0 0 21,0 0 9,0 0 8,0 0-76,0 0-59,0 0-33,0 0-20,0 0-5,-3 0-15,3 0-16,0 0-14,0 0-2,0 0-4,0 0 0,0-1 2,0 1-5,-4 0-1,1 0-5,0 0-1,-2 0-6,-1 0-3,2 0-5,-3 0-4,-3 0-2,5 0-5,-5 1 4,0 1 5,-1 4 7,2 1 5,0 4 6,1 1 1,1-1 3,1 3 5,5-1 5,0-1 0,1 1 1,2 0-4,5-2 0,0-1-8,3 0-5,5-4 0,0-5-4,2 0-14,-2-1-8,1 0-3,-4 0-5,-1 0-3,-7 0-10,2 0-2,-3 0-3,-3 0-4,0 0 2,1 5 12,-1 1 4,0 4 1,4 2 2,-1 2 1,1 0-13,-2-1-81,3-1-151,3-6-311,-2-1-478,-2-4 0,3-2 0</inkml:trace>
  <inkml:trace contextRef="#ctx0" brushRef="#br0" timeOffset="391839.8618">22406 8408 3533,'1'0'39,"3"0"75,-2 0 53,3 0 23,-2 0 23,-1 0 24,0 0 22,2 0 29,-3 3 52,1 0 15,1 3 15,-3 6-49,0 3-36,1 7-16,-2 5-17,2 3-23,0 0-25,-1 0-49,3-4-108,0-6-175,-2-2-291,1-18-1045,-2 3 0,0-3 0</inkml:trace>
  <inkml:trace contextRef="#ctx0" brushRef="#br0" timeOffset="394153.8494">17228 11684 558,'0'0'85,"0"0"32,0-1 27,0 1 30,0 0 39,0 0 35,0 0 27,0 0 24,0 0 19,0 0-51,0 0-23,3 0-18,-3 0-2,0 0-5,0 0-17,0 0-19,0 0-20,0-3-18,0 3-15,0 0-3,0 0-5,0 0-10,0 0-21,0 0-25,0 0-22,0 0-14,0 0-8,0 0-3,0 0-6,0 0-3,-3 0 1,0 0-3,-2 0-4,-2 0 2,2 0-5,-4 0 1,1 0-1,1 0 0,-3 0-1,2 3 3,-3-2 2,2 2 3,-5 4 10,3 3 0,-3 1 5,2 4 4,-1 2 6,7 0 14,0 1 17,2-2 3,4-1 1,4-1-2,2-1-5,2-2-3,10-4-14,3 0-34,3-2-38,3-5-39,-2 2-25,-3-4-6,-4 0 1,-5-1 2,-6 2 11,-5-1 3,1 1 23,-3 1 48,0 1 51,0 2 31,0 6 15,0 0 4,0 3-4,0 3-2,0-1-35,0-5-67,0 1-153,11-5-340,-9-3-460,-1-1 0,4-2 0</inkml:trace>
  <inkml:trace contextRef="#ctx0" brushRef="#br0" timeOffset="404560.8839">17396 11858 2830,'0'0'97,"1"0"51,5 0 47,-2 0 14,9 0 16,-1 0 11,3 3 3,-1 1 4,-5 1 1,-4 4-91,-2 1-10,-4-1-51,-6 3-52,-2-3-17,-2 3-23,-2-2-16,1-1-10,6-2-9,0 0-9,6-2 5,0-1 3,4 0 3,0 2 15,4-2 18,1 4 28,5 1 16,-4-3 14,-2 3 18,-3-2 26,-3-1 14,-1 4 2,-4-6-1,-4 2-12,-5 0-62,-6-4-133,2-1-351,-6 1-588,-3-5 0,7-5 0,3-1 0</inkml:trace>
  <inkml:trace contextRef="#ctx0" brushRef="#br0" timeOffset="404689.5373">16972 11560 2388,'-3'0'164,"0"0"45,0-2 34,3 2 32,0-3 17,-2 3 9,4 0 5,-2 0 11,0 0 20,0 0-101,9 0-22,2 0-19,3 0-14,9 0-10,5-1-3,4 0-10,3-1-8,3 0-11,-4 0-28,-7 1-65,-5-1-62,-6 1-123,-7 2-177,7-1-334,-12 0-446,-1 0 0,2 0 0</inkml:trace>
  <inkml:trace contextRef="#ctx0" brushRef="#br0" timeOffset="404771.3175">17827 11678 1148,'0'0'102,"0"2"38,0 2 34,0-3 36,0-1 22,2 2 24,-2-2 16,0-2 13,0 2 11,0 0-57,0 0-19,0 0-29,0 0-30,0 0-26,-2-1-16,-2 1-22,0 0-16,-4 0-12,-1 0-7,-3 0-10,2 0-5,-5 1-4,5 1 4,-5 4-5,2 0-1,1 5 7,1 5 5,-3 1 12,4 1 2,5 1 6,1-1 0,1-1-2,4-1-5,3-2-2,3-2-3,6-2-6,5-3-20,5-4-43,5-2-46,7-1-37,-7 0-15,-3-1-1,0-2 0,-10 1-4,-7-2-8,-3 3 11,-4-1 34,-1 4 52,0 1 56,0 4 38,-3 1 12,0 5 5,-1 2-1,2-1-1,1 0-16,1-1-112,3-5-250,-3-49-664,4 41 0,1-3 0,1-5 0</inkml:trace>
  <inkml:trace contextRef="#ctx0" brushRef="#br0" timeOffset="404822.1821">18010 11864 2410,'0'0'132,"0"0"42,0 0 50,2 0 33,2-2 14,0 2 9,4 0 4,2 2 6,-2 1 5,-1 4-101,0 3-28,-4 1-37,-3 4-48,0 0-28,-3 1-15,-2 0-6,-2 3 0,-3-3-5,2 0-2,1-3 0,4-4 2,2-3 5,1-3 1,4 0-4,6-3 1,2 0 0,6-3-20,4 3-76,6 0-124,-3-1-209,1-9-592,-10 7 0,-8 0 0</inkml:trace>
  <inkml:trace contextRef="#ctx0" brushRef="#br0" timeOffset="404870.0523">17568 11537 1604,'0'0'181,"0"0"46,0 0 40,0 2 52,0-4 30,0 2 26,1 0 20,1 0 23,2 0 29,2 0-110,4 0-15,5 0-12,7 0-21,3 0-47,2 0-36,11-2-18,-1 1-34,-2 1-62,-2 0-87,-8-2-111,-6 2-257,-2-9-888,-9 7 0,1 0 0,-1 0 0</inkml:trace>
  <inkml:trace contextRef="#ctx0" brushRef="#br0" timeOffset="404921.9152">18438 11685 1505,'0'0'133,"0"2"41,0-2 36,0 2 28,0-4 38,0 2 50,0 0 40,0 0 21,0 0 9,0 0-77,0-2-41,0 1-38,0 1-31,0-4-28,0 2-35,-1 0-50,-4 1-38,-2-1-22,-5 1-6,-1 1-5,-3 0-8,-3 0-4,3 3 3,-1 0 5,1 3 0,2 3 5,4 0 3,3 4 5,1 0 9,5 2-2,0-2 9,1 4 6,5 1-4,2-1 1,0 0-1,6-3-9,6-2-2,-2-2-26,3-4-29,4-5-19,-1 1-16,-3-2-13,-3-2-3,-3 1-6,-5-1-2,-5 1 6,-1-1-4,-3 1 23,0 1 20,0 0 32,1 1 17,-1 1 11,0 6 4,0 2 4,0 3 2,2 2-4,-2-1 1,3-3-2,-1-2-60,1-1-161,7 0-256,-5-44-622,3 37 0,-1-2 0,1-4 0</inkml:trace>
  <inkml:trace contextRef="#ctx0" brushRef="#br0" timeOffset="404960.8089">18664 11878 2260,'0'0'149,"0"0"27,0 0 38,0 0 53,1 0 41,-1 0 46,0 1 27,0 3 28,0 2 54,0 2-71,0 4-9,1 3-16,1 0-35,-2 3-50,3 1-41,-1-2-62,-1-2-78,1-2-135,2-3-272,-2-6-1077,2-3 0,-4 1 0,1-4 0</inkml:trace>
  <inkml:trace contextRef="#ctx0" brushRef="#br0" timeOffset="407063.421">19115 11654 2008,'0'0'103,"0"0"28,0 0 10,0 0 7,0 0 14,0 0 27,0 0 25,0 0 32,0 0 28,0 0-42,0 0-32,0 0-19,0 0-4,0 0-4,0 0-14,0 0-29,0 0-24,0 0-30,0 0-20,0 1-14,0 3-1,0 3 1,0 5-1,0 3 6,0 2 8,0 4 3,0 0 1,0-2-1,0 1-6,0 0-1,0-6-10,0-2-7,0-2-6,0-1-15,0-7-36,0 2-82,2-1-260,-2-31-690,1 23 0,-3-2 0</inkml:trace>
  <inkml:trace contextRef="#ctx0" brushRef="#br0" timeOffset="407650.2605">18980 11770 1791,'-3'0'129,"3"1"25,0 1 18,0-2 22,0 0 25,0 0 27,0 0 38,0 0 35,3 0 24,1 0-81,-1 0-9,5 0-6,3 0-8,4-2-12,3 1-12,5-1-12,3-5-11,3 1-23,-3 0-26,-3 0-18,-6 2-21,-4 2-19,-9-2-11,-2 4-9,-2 0-12,0 0-16,3 0-31,-3 0-27,2 0-26,-2 0-17,1 0-39,0 0-60,3 0-93,-3 0-88,2 0-158,7-3-508,-6 3 0,-2-3 0</inkml:trace>
  <inkml:trace contextRef="#ctx0" brushRef="#br0" timeOffset="411208.9228">18189 9126 1471,'0'0'154,"2"0"34,-1 0 49,3 0 51,-4 0 47,3-1 25,0 1 25,-3-2 12,3-1 14,-3-1-103,2 3-38,-2-3-29,2 2-45,2 1-49,-4-1-46,1 1-26,2 1-23,0 0-11,1 0-13,2 0-6,2-1-8,0 1-3,5 0-4,-1 0-5,1-1-1,2 1-2,0 0-7,-1 0-2,1 0-9,-1 0 2,-1 0-3,3 0-7,1 0 0,-2 0 1,5 0 0,3 0 1,-2 0-2,4 0-2,-2 0-1,0 0-12,-4 0 0,-2 0 3,0 0 1,-4 0 1,-1 0 1,-2 0 2,0 0 6,1 0 4,6 0 9,0 0 10,3 0 5,7 0 0,3 0 2,1 0-2,-1 0-2,-2 0 2,1 0 0,-1 0-2,-6 1-3,0-1-1,-1 0 1,-1 0 0,-1 0-3,-1 0 1,5 0 4,1 0-2,1 0 3,4 0 2,3 0 0,-4 0 0,1 0 0,-3 0-6,-5 0-7,0 0-5,-6 0-2,3 0-3,-1 0-1,1 0-2,0 0 1,4 0 1,-1-1-1,4 1 4,5 0 12,-1-1 3,-1 1-3,0 0 0,1 0-1,-8 0 0,4 0-1,-2-2 0,1 2 5,1 0 1,3 0-1,1-1 5,0 1 4,0-2 3,7 2 0,-1-1 3,1 0 1,0 1 0,-2 0-3,-2-2 0,-1 2-3,-2 0-2,-1 0 0,-3 0 5,0 0-5,0-2 1,-1 2-2,0 0 4,1-2-4,2 1 0,-4-2 2,-1 3-1,1 0-2,-1 0 0,-3 0 9,2-1-1,1-2 5,-5 2-4,-2-2 1,4 1 1,-6 1-1,5 0 0,-4 1-1,1-1-3,-1 1-4,-3-2-2,-4 2 2,-2 0 0,1 0 2,-6-1-1,4 1 1,2-1 1,-5 1 1,3-2 0,-2 0 1,2-1 4,-3 1-4,1-1 3,-2 1 2,1 1-3,-1-3-2,0 2 1,0-2 1,-3-1-1,-2-1-2,-2 0-3,-3-3 1,-1-1-3,-3-2 2,2 1 4,2-2 5,-1 2 3,4-3 4,0 6 8,1-2 12,4 4 13,-1-1 4,3 6 0,0-1-3,0 1-2,0 1-4,0 0-4,0 0-4,4 0-10,0 1-11,4 1-12,1 1-6,3 4-2,-1 2-1,3 1 1,-4 2-1,1 0 1,-4 5-2,-1 1 5,-2 1 11,-4-3 12,0 2 11,0-1 5,-2-4 7,-2 2 5,0-1 1,-3-3 5,-1-1 1,1-1-1,-3-2-21,2 0-30,2 2-59,-1 1-100,1 3-248,0-21-700,3 19 0,-1-3 0,2-2 0</inkml:trace>
  <inkml:trace contextRef="#ctx0" brushRef="#br0" timeOffset="413230.7683">21174 9028 2085,'0'0'123,"0"0"33,3-2 30,-1 2 37,1 0 38,-2-3 31,1 0 22,-2-1 23,1 2 16,-1-1-60,3 1-40,-3 0-26,0 1-28,0 0-31,0-1-42,0 1-28,0 1-22,0-1-24,0-1-17,-4 0-12,-2 1-12,-2 0-8,1 2-1,-5-1-4,-1 1 4,-2 3-3,0 1 0,1 4 3,-1-1 0,1 5 2,4 2 3,4 2 4,1-3 1,5 1 2,0 0 2,4-1 1,4-3 2,8 0-2,3-3-15,6-3-34,3-1-38,-3-2-35,0 0-15,-4-2-7,-5 1-9,-9-2 2,-4 2 9,-3-2 25,-1 4 39,-4-1 54,3 3 49,-6 4 48,2 2 20,-3 3 7,5 1 8,0 1-2,4 0-22,0-4-77,0-3-175,38-2-965,-32-3 0,0-3 0,0-1 0</inkml:trace>
  <inkml:trace contextRef="#ctx0" brushRef="#br0" timeOffset="414561.7933">21389 9173 932,'0'0'108,"0"0"34,0 1 32,0-1 31,0 0 31,0 0 28,0 0 27,0 0 31,0 0 44,0 0-49,0 0-10,0 0-22,0 0-19,0 0-18,0 0-26,1 0-23,2-1-21,-2 1-25,2 0-44,3 0-23,-2 0-17,6 0-8,-2 0-11,4 0-11,-2 0-2,5 0-7,-2 1-3,1-1-6,-4 4-1,-1 0-3,-3 2-5,-4 0-9,-2 3-3,-2-2-2,-5 1-10,-1 1-7,-2 0-17,-4 0-8,1 0-4,4-3-4,3 0-9,3-2-2,3-1-2,0 1 1,3-2 9,0 2 10,0 1 16,2 1 13,1 2 16,2 0 10,-1 1 21,-3 1 15,-1-2 12,0 0 12,-3-3 8,0 2 2,0-3 9,-6 1-7,-2-2-23,-7-1-62,-6 2-156,3-4-357,-9 3-506,1-6 0,7-1 0</inkml:trace>
  <inkml:trace contextRef="#ctx0" brushRef="#br0" timeOffset="415301.6977">20905 8864 2112,'5'0'138,"1"0"37,4 0 38,-1 0 46,1-2 35,-2 0 29,2-1 18,-3 1 17,-3 0 21,2 0-91,2 1-24,-1 1-33,5 0-32,4-2-43,7 4-28,5-4-36,5 2-10,2 0-18,0 2-52,-3-1-78,-7 3-123,-2-1-224,-9-10-675,-4 9 0,-6-2 0</inkml:trace>
  <inkml:trace contextRef="#ctx0" brushRef="#br0" timeOffset="416247.5846">21855 9033 2035,'0'-1'193,"-3"1"20,3-4 30,-3-1 25,-1 3 13,0-3 19,-3 0 9,0 1 9,-1 3 16,4-2-130,-5 1-30,1 1-9,-3 0-22,0-1-11,-3 5 2,0 2 8,-1 2 14,1 4 13,3 5-2,4 1-11,4 3-4,0-1-5,3-3-8,3 2-15,0-3-6,4-3-25,5-1-41,5-4-49,6-2-69,0-1-33,-1-3-17,-5-1-7,-1 0-2,-2 0-2,-7 0-14,-3 0-2,-1 0 21,-3 1 32,0 4 56,-2 0 28,1 6 10,0-1 4,1 4-4,-1 0-17,1-3-79,0-1-190,1-10-818,0 4 0,0-4 0,4-3 0</inkml:trace>
  <inkml:trace contextRef="#ctx0" brushRef="#br0" timeOffset="416928.8822">22041 9207 2430,'2'0'115,"1"0"27,3-3 19,0 3 24,2-3 19,1 2 26,1 0 15,0 1 11,0 0 8,-2 0-87,-4 0-18,2 1-16,-6 3-7,2-1-21,-4 4-17,-1 1-24,-3 3-10,0 0-12,-6 5-7,0 0-4,-1-1-5,2 1-7,3-1-10,2-4-6,1-1-2,2-1 0,0-2 1,3-3 10,0-1 5,0 0 1,0-3 0,3 0-3,-1 0-2,1-3 4,4 3-1,1 0-2,0 0-5,1 0-10,0 0-6,-4 0-3,2 0 1,-1 0 4,1-2 5,4 2 10,3-1 8,0 1 4,5-2 0,2 1-2,1 1-55,0 0-127,0-1-243,-5-42-667,-5 39 0,-5-4 0,-3 2 0</inkml:trace>
  <inkml:trace contextRef="#ctx0" brushRef="#br0" timeOffset="419730.6907">22450 9058 1751,'0'0'110,"0"0"47,1 0 37,-1 0 29,0-3 33,0 2 38,0-1 33,0-1 22,0-1 9,0 2-77,0 1-23,0-3-47,0 3-30,-3 0-25,-1-2-26,-3 2-39,-1 1-29,-6 0-16,4 0 0,-2 0 3,1 0 0,-1 0 4,0 4 2,1 2-1,0 1 1,0 5 7,4 2 4,2 0 4,3 1-4,2 1-9,0-1 0,4-3 7,6-3-18,1-1-31,9 0-26,3-3-35,-2-4-24,2 1-24,-2 0-6,-5-2-2,-4-2-6,-6 2-14,-2 0 12,0 2 31,-3 0 24,-1 3 33,0 0 16,0 5 14,0-1 4,0 2-8,3-1-40,-3 1-190,3-7-801,3 2 0,-2-4 0,0-2 0</inkml:trace>
  <inkml:trace contextRef="#ctx0" brushRef="#br0" timeOffset="420091.3051">22662 9180 5144,'4'0'54,"-1"2"24,1 1 35,2 3 41,-5 2 46,2 6 25,-3 1 13,0 2 10,0 4 0,0-1-10,0-3-54,0-1-67,0-4-167,0 0-303,0-43-1014,0 31 0,-3-6 0,2-3 0</inkml:trace>
  <inkml:trace contextRef="#ctx0" brushRef="#br0" timeOffset="420980.8238">22236 8908 1982,'0'0'154,"0"0"26,0 0 19,0 0 23,0 0 42,2 0 46,0 0 31,4 0 29,1 0 23,3-1-103,5-1-19,3 2-8,7-3 4,8 3-10,3 0-36,6-1-48,-2 1-32,-5 0-59,-6 0-74,-10 0-92,-9 1-120,-6 2-110,1-1-310,-10 2-408,-3-1 0,2-3 0,-5 0 0</inkml:trace>
  <inkml:trace contextRef="#ctx0" brushRef="#br0" timeOffset="423156.7606">19607 11635 2631,'0'0'127,"2"0"20,-2 0 22,2 0 35,-1-1 28,-1 1 25,0 0 22,3 0 19,-3-4 25,0 4-77,0-3-21,0 0-13,0 2-10,0-1-30,0 0-24,0-2-20,0 4-27,0-2-20,0 0-23,-3-1-16,2 2-11,-5-1-11,-2 0-15,-5 2-4,0-1-1,-1 1-1,-3 0-1,2 1-4,0 4 3,-2 2-3,5 2 0,-1 5 5,6 3 6,4-1 5,1 0-2,2-3 2,5 2 2,2-3 14,3-2-15,5 1-15,4-3-21,-1-1-17,3-2-18,-1-3-13,-4-1-6,0-1-10,-7 2 0,-3 0-13,-2 0 11,-2 2 22,-2 2 35,0 3 23,0 3 17,-2-1 11,-1 2 3,2 3 7,-2-6-19,0 4-52,3-4-159,4-4-330,-2-3-452,-1-1 0,2-5 0,0 1 0</inkml:trace>
  <inkml:trace contextRef="#ctx0" brushRef="#br0" timeOffset="423681.6792">19736 11794 2988,'2'0'100,"3"0"57,0 0 45,6 0 35,-1 0 15,3 0 4,-1 2 0,-1 0 1,-4 1 2,0 5-83,-4-1-17,-2 3-60,-5-1-48,-4 2-40,-2-1-21,-4-2-12,0 0-5,2-1-4,5-1-6,1-1 4,6 0-1,0-3 8,6 4 10,-1-2 11,5 3 15,-3-2 23,5 5 23,-2 2 12,-4 1 9,-1-1 9,-5 0 9,0 0 3,-1 0-1,-6-3-4,-1-1-40,-6-3-97,-4 1-206,-2-10-888,2 3 0,-1-5 0,5-6 0</inkml:trace>
  <inkml:trace contextRef="#ctx0" brushRef="#br0" timeOffset="424618.9379">19363 11442 2704,'0'0'143,"0"0"26,0 0 14,0 0 18,0 0 25,0 0 27,4 0 17,0 0 15,2 0 25,2 0-94,3 0-19,6 0-20,2 0-8,5 0-4,3 0-8,5 0-20,1 0-23,-1 0-9,-5 0-24,-9 0-21,-7-2-44,-7 2-25,-3 0-37,-1 0-60,2 2-122,2 0-234,-4-16-635,0 17 0,3-6 0,2 1 0</inkml:trace>
  <inkml:trace contextRef="#ctx0" brushRef="#br0" timeOffset="425881.0649">20041 11593 355,'4'0'57,"-2"0"35,0 0 48,2 2 46,2 0 62,-2 0 56,-1-1 40,2 0 32,-5-1 44,3 0-3,0-1 1,0 1-21,-3 0-35,0-1-31,0-1-44,0 0-48,0-2-31,0 1-28,0 0-41,0-1-31,0 2-24,0-2-14,-3 1-10,-4 2-16,-3 1-18,-3 0-8,-2 0-10,-2 4-3,4-3-1,-1 7 0,-1 4 1,4 1 4,7 2 3,1 3 3,2-1 2,2 0 3,6 0 1,1-4 5,4 1-4,5-3-4,3-3-4,-5 0-8,0-6-14,-1 2-3,-6-3-6,1 1-3,-5 0-4,-1-1-7,-2 0 3,-1 2 11,0-1 10,0 3 10,0 1 11,-1 3 5,-2 0 1,3 2 11,-3-1-10,2-1-20,1 1-81,1-3-194,-1-11-867,4 7 0,2-3 0,5-5 0</inkml:trace>
  <inkml:trace contextRef="#ctx0" brushRef="#br0" timeOffset="426457.5996">20220 11748 3280,'0'0'107,"4"0"29,-4-1 30,2 1 28,-2-2 15,0 0 7,3-1 7,-1 2 2,0 1 11,4 0-72,0 0-16,-1-2-23,5 2-26,1 0-26,0 0-12,3 0-9,-3 2-6,1 2-3,-3 0-12,-5 1-8,-1 2-10,-3 2-3,0 2-4,-6 0-4,2 0 1,-8 3 1,1 2-2,-2-1 1,2-3 0,4 0 1,4-5 3,2 0 3,1-2 4,3-1 3,2-2 0,1 1 2,4-3-1,9 0-9,2 0-36,6 0-119,4 0-221,-3-28-728,-5 25 0,-3-3 0,-5-2 0</inkml:trace>
  <inkml:trace contextRef="#ctx0" brushRef="#br0" timeOffset="427706.8367">20680 11615 1460,'0'0'122,"0"0"34,0 0 20,0 0 26,0 0 22,0 0 24,0 0 20,0-1 24,0 1 16,0-1-49,-3 0-52,0-2-22,-3 2-10,-3-1-11,-2 1-14,-1-1-14,-2 2-8,0 0-17,-1 2-10,-5-1-5,3 4 0,0 1 0,3 4-5,0-1-4,3 3-3,4 0-4,3 1-8,1-2-4,0 0 1,3 0 0,3 1-8,4-3-7,1 1-6,6 0-25,3-5-18,1-1-19,3-1-19,-2-2-5,-4-1-11,-2-1-6,-2 2-1,-7-2-4,-1 1 8,-3 0 28,0 2 25,0 5 18,-6-2 23,1 7 7,2 3 4,-1-2 5,1 3 0,3-4-14,0 0-36,0-4-99,3 1-234,2-21-816,2 12 0,0-2 0,8-3 0</inkml:trace>
  <inkml:trace contextRef="#ctx0" brushRef="#br0" timeOffset="428085.1251">20779 11800 2565,'0'0'128,"0"0"52,0 0 45,2 0 57,-2 0 28,0 1 32,-2 3 17,2 2 44,-4 4 43,1 4-40,-2 4-36,1 1-41,3 0-42,0 0-55,1 0-27,0-4-48,1-2-79,0-4-159,2-2-310,0-46-975,0 34 0,-2-5 0,1 1 0</inkml:trace>
  <inkml:trace contextRef="#ctx0" brushRef="#br0" timeOffset="428861.6908">20440 11435 1366,'0'0'129,"0"0"65,-3 0 37,3 0 24,0 0 20,0 0 31,0 0 33,0 0 26,0 0 27,0 0-46,0 0-42,7 0-51,3 0-26,3-1-21,6 1-17,7 0-28,2 0-32,1-1-25,-1 1-27,-3 0-25,-7-3-24,-3 1-32,-11 2-43,-2 0-29,-2 0-46,0 2-92,0-2-214,-3-5-579,0 5 0,-7 0 0,8-2 0</inkml:trace>
  <inkml:trace contextRef="#ctx0" brushRef="#br0" timeOffset="431084.1578">20019 9936 1212,'0'2'144,"0"-1"60,0-1 46,0 1 36,0-2 36,0 1 37,1 0 32,-1 0 20,1 0 14,-1-1-72,1-1-53,0 1-43,-1 0-32,1 0-26,-1-1-20,0 2-27,3 0-27,-3-1-13,5 1-12,2-1-9,3 1-12,4 0-11,0 0-14,5 0-10,1 0-14,0 0-3,3 0-6,-1 0-11,-1 0 10,1 0-3,-1 0-8,2 0 3,1 0-7,1 0 4,-3 0-11,6 0 0,-3 1-2,0-1 11,-2 0-7,1 1-2,-2-1 6,-1 0 1,1 0 1,-3 2-4,1-2 14,-1 1-8,-2 0-2,-3-1-8,4 1-4,-4 1 6,1-1 2,3 0-9,0 2 2,4-3 5,-3 2-6,1-1-1,-3 1 5,-2-2 1,0 0-1,-9 0 0,-2 0 9,0 0 0,-4 0 3,0 0-2,0-2 12,0 1-4,0 0-1,-4 0 0,4-3 3,-4 1 1,1 0-9,-3 0 0,3 0 0,-3-1-3,1-1-14,-3 1-4,1-2-4,-1 0-8,-3 2-4,-3-1-5,-3 1 1,1-1-1,-1-1 9,0 0 0,2 0-4,3 1 14,2-1 5,3 1 16,3 1 0,2-1 6,0 3 2,2-2 0,0 3-8,2 1-4,0 0 2,2-2-4,3 2 8,8 2-17,0-1 5,5 3-3,5 2 2,-5 0-12,3 5-8,-6-1-4,-2 2 2,-4-1-6,-7-1-8,0 2 6,-2-2-3,-4 2 8,-2 0 10,-3 0 16,1 0 12,-7-1 10,3 2 4,-1-3 6,1 1-6,2-3-32,1 3-67,3-1-144,2 0-265,0-26-621,2 22 0,2-2 0,-2 0 0</inkml:trace>
  <inkml:trace contextRef="#ctx0" brushRef="#br0" timeOffset="432726.7495">21315 9766 1839,'0'0'135,"0"0"54,0-1 35,0-2 45,0 0 33,0-2 21,0 1 11,0 0 18,0 0 11,0 1-59,0 0-59,0 0-52,-2 0-32,2 0-45,0 2-33,-1 0-20,-4 1-12,1 0-18,-4 0-11,-2 0-9,0 0-5,-4 0-3,0 0 1,-1 1 1,-3 5 7,-1 1 6,-2 5 4,7 3 8,3 2 1,4 2 3,4-3 1,3 1 2,3-2-2,1-3 1,7-2-10,6-1-27,8-1-57,2-4-69,4 1-29,-6-2-9,-4-1-4,-6 0-1,-7 1 14,-5 1 27,-1 1 36,-4 0 49,-1 3 70,-2 5 70,2 0 32,-3 1 9,1-2-5,4 1-57,-2-1-165,35-8-962,-27 0 0,2-3 0</inkml:trace>
  <inkml:trace contextRef="#ctx0" brushRef="#br0" timeOffset="433327.3209">21447 9914 3030,'0'-1'114,"3"-1"11,1-1 28,4 2 38,2-1 18,7 0 13,-2 1 12,-1 1 8,0 0 1,-3 0-90,-3 1-17,-5 1-10,-3 4-26,-3 0-38,-5 0-22,-1 1-20,-3 2-14,-3-4-21,5 2-10,2-1-22,5 0-10,2-2-5,1 2 0,-2-3 0,4 3 8,0 0 15,2 1 7,-1 1 14,2 1 21,-3 1 25,1-1 13,-3-1 10,0 0 9,0-2 8,-4-1-1,-2-3-7,-2-1-11,-6-1-40,-2 0-118,3 0-232,-4-17-642,8 12 0,3-1 0,0-1 0</inkml:trace>
  <inkml:trace contextRef="#ctx0" brushRef="#br0" timeOffset="434388.7903">21798 9802 1425,'0'0'181,"0"1"35,0-1 27,1 0 17,2-1 21,-3 1 33,0-3 13,0 3 2,0-3 2,-3 3-117,0-2-33,-3 0-13,-7 2-12,-4 0 2,-2 4-4,-5 3-14,0 3-2,1 6 2,4 3 2,8 1-6,4-1-20,4-1-17,9-4-10,1-3-21,8-1-20,6-4-39,4 0-35,0-2-13,0-3-9,-5-1-5,-4 0-6,-8 0-9,-4 2 0,-4 2 12,0 0 8,-3 5 26,-2 2 33,2 1 12,-1-1 5,0 0 4,1-1-21,2-3-72,1-1-193,0-14-819,0 8 0,4-3 0,-2 1 0</inkml:trace>
  <inkml:trace contextRef="#ctx0" brushRef="#br0" timeOffset="434947.5083">21923 9940 3641,'0'0'152,"0"0"35,0 0 24,0 0 14,3 0 5,-1 0 2,5-1 6,2 1 6,3 0 2,1 0-118,2-1-30,-3 2-36,-1 0-24,-3 3-12,-5 1-4,-1 1 0,-2 2-3,-4 0-7,-3 0 0,-4 4-3,-2 4-1,-1 0 1,2-1 0,-1-1-2,6-2-2,2-4 1,1-2-1,4 0-1,0-5 3,0 2 4,4-2 9,0-1-1,6 0-11,5 0-16,7 0-42,2 0-84,2 0-150,2 0-276,-8 0-467,-7 0 0,-2-1 0,-5-2 0</inkml:trace>
  <inkml:trace contextRef="#ctx0" brushRef="#br0" timeOffset="437818.6257">22249 9782 2231,'0'0'102,"0"0"21,0 0 14,1 0 23,-1 0 27,0 0 31,0 0 36,0 0 25,0 0 12,0-1-47,0 0-36,0-1-16,0 0-10,0-1-21,0 2-23,0 0-31,-1-2-32,-2 1-25,0 2-12,-4-1-11,-1 1-3,-2 0 2,-4 1-1,-1 2 2,3 4 3,-4 5 5,3 2 5,3 2 7,3 0 4,3 0 4,4-2-3,2 0-3,5-3-3,2-2-3,3-2-3,3-4-8,2 1-8,-2-3-7,2 0-3,-6-1-6,-1 3-4,-2-2-4,-1 3-3,-5 0-3,2 1-16,0 4-35,0-1-58,2 0-128,3-3-282,-2-1-499,0-3 0,0-2 0,3-4 0</inkml:trace>
  <inkml:trace contextRef="#ctx0" brushRef="#br0" timeOffset="438170.679">22444 9901 2416,'0'0'113,"0"0"44,-1 2 68,-2 3 52,-1 5 52,-3 0 30,-1 7 18,2 5 3,-2 2 11,6 6-49,1-4-69,0-1-108,3-6-289,-2-22-1012,1 10 0,-1-7 0</inkml:trace>
  <inkml:trace contextRef="#ctx0" brushRef="#br0" timeOffset="440734.0844">21121 11666 1994,'3'0'192,"-3"0"50,0 0 45,0-2 38,0 0 31,0 2 16,0-3 13,0 1 9,0 1 8,0 1-116,0-1-66,0 1-48,0 0-45,0 0-37,0 0-25,0-1-12,-3 1 9,2 2 21,-5 2 5,1 5 7,2 2 9,-1 8-2,-2 2 2,2-2 6,0 3-7,0-1-10,2-3-18,2-3-40,0-1-30,0-4-49,0-2-60,0-2-80,0-1-123,2-1-259,-4-34-597,0 32 0,-4-4 0,-3 1 0</inkml:trace>
  <inkml:trace contextRef="#ctx0" brushRef="#br0" timeOffset="441200.6899">20917 11801 2530,'0'0'100,"0"0"15,0 0 17,2-1 32,2 1 46,0 0 25,3 0 32,0-2 24,7 0 22,1-2-69,3 2-4,6-1-8,4 0-9,6-2-26,1-1-40,5 3-24,-6-3-32,-3 2-25,-9 0-21,-7 3-19,-7 0-34,-6 1-41,-2 0-23,0 0-44,-2 0-111,2 1-214,-6-9-608,0 8 0,0 0 0,1-4 0</inkml:trace>
  <inkml:trace contextRef="#ctx0" brushRef="#br0" timeOffset="443459.203">17191 12361 1742,'0'0'184,"0"0"41,-2 0 20,1 0 34,1 0 30,0-2 19,0 1 18,0-1 20,0 0 17,0 0-109,0 1-54,-1 0-36,1 1-19,-3-2-35,-3 2-30,-1 0-16,2 0-18,-6-1-20,0 1-14,-2 1-14,-1 2-7,2 3-4,-4 0 2,0 5 7,2 0 3,-3 4 3,3-1 4,3 4 2,3-1 1,2 1 7,5 1 0,0-3 6,2-4 2,8 1 2,3-5-1,6-4-13,5-2-17,3-1-12,-1-1-5,1-3-9,-8-1-3,-6 3-6,-2-2-12,-3 2-11,-4 2-1,-3-2 18,0 5 14,0 1 13,0 6 7,0 1 2,0 3 1,0-1-31,0 0-115,8-2-327,-5-8-618,1-1 0,-1 0 0,2-7 0</inkml:trace>
  <inkml:trace contextRef="#ctx0" brushRef="#br0" timeOffset="444365.2992">17354 12465 566,'0'0'116,"0"3"69,0 1 53,0 0 42,0 0 27,0-1 25,0-2 25,0-1 43,0 0 31,0 0-25,0-1-60,0 1-62,3-1-44,-3 0-40,3 0-28,1-1-22,0 0-21,5 1-30,-1-2-16,7 0-16,-2 2-6,2 0-3,0 0-10,2 2 0,-5 0-1,-2 2-5,-3-1-2,-3 5-18,-4 0-10,-1-2-14,-5 2-4,-1 0-12,0 0-8,-3-3-8,2 3-9,4-2-11,-1 0-2,4 0 3,1-1-4,0 3 12,2-1 11,2 0 19,2 3 23,0 1 24,0-1 23,-2 1 20,-1 0 4,-3-3 8,0 0 3,0-1 1,-5 0-11,-3-2-26,-4-1-70,-3 0-109,-3-2-240,-4-8-728,8 5 0,0-2 0,7-3 0</inkml:trace>
  <inkml:trace contextRef="#ctx0" brushRef="#br0" timeOffset="445393.2692">17825 12371 964,'-2'0'114,"-2"0"55,0 1 56,-3 1 44,-1-2 28,-2 3 31,2-2 32,-4 1 25,-1 1 17,-1 1-44,0 3-24,0 5-32,-4 3-39,7 3-39,-2 2-12,8-1-24,2 0-27,3-2-12,0-4-18,4-1-13,6-3-23,1-2-19,7-5-40,8 1-14,-2-3-24,0 0-10,-5-3-6,-5 3-15,-4-1-4,-8 0-11,0 1 4,-2 0 6,0 0 31,0 5 25,-2 2 14,2 3 5,-2 1 9,0 3 2,2-4-26,0-3-49,0 1-155,40-7-1005,-34 1 0,1-2 0,1-3 0</inkml:trace>
  <inkml:trace contextRef="#ctx0" brushRef="#br0" timeOffset="445932.6877">17936 12556 2438,'0'0'194,"0"-1"55,0 1 31,0-1 16,0-1 16,1 1 16,-1 0 9,1 1 7,1-2 3,3 2-146,2-1-33,2 1-51,1 0-24,3 0-15,-3 0-16,0 0-18,-1 0-7,-2 1-6,-4 3 1,-3 2-7,0 3-4,-4 3-3,-5 1-6,-3 2 0,-2-1-2,1 3 10,1-4-4,6 0-4,4-4-1,2-2 19,2-3 3,4 2 3,6-3 0,4-3-21,7 1-73,1-1-180,19 0-378,-17 0-460,-4-1 0,1-2 0,-6-3 0</inkml:trace>
  <inkml:trace contextRef="#ctx0" brushRef="#br0" timeOffset="446821.5944">18343 12428 1101,'0'0'133,"0"0"57,0 0 42,0 0 36,0 0 26,-1 0 24,0 0 29,-5 0 15,-1 0 33,-4 0-63,0 0-20,-6 0-40,-1 0-25,-1 6-26,-1 2-23,-3 5-18,3 4-22,4 4 10,2-1 4,11 1-7,-1-5 5,8 0-9,4-5-11,5 0-6,1-1 0,9-2-8,1-4-8,2-2-25,-5-2-48,2-4-25,-6 1-34,-3-1-2,-4 1-6,-6-1-10,0 3-16,-4 0 1,0 1-1,0 0 9,0 2 19,0 2 3,0 5 12,0 3 4,0-1-6,0 4 2,2-1-16,-2-1-85,2-1-106,4-3-269,2-52-794,3 43 0,-1-6 0</inkml:trace>
  <inkml:trace contextRef="#ctx0" brushRef="#br0" timeOffset="447205.4822">18536 12624 1933,'0'0'211,"0"3"61,0-3 49,0 3 48,0-2 46,0 2 39,-4-1 57,4 5 52,0 0 35,0 3-114,0 6-54,0 1-61,0 1-50,0 2-47,0-2-46,0-2-39,0-2-57,0-4-90,0-3-100,0-1-174,0-3-237,0-10-996,0 5 0,4 1 0,-1-4 0</inkml:trace>
  <inkml:trace contextRef="#ctx0" brushRef="#br0" timeOffset="448357.3347">18870 12442 2393,'0'2'135,"0"-2"43,3 0 55,-3 0 31,0 0 25,0 0 7,0 0 9,0 0 25,0 0 28,0 3-59,0 3-14,0 1-4,-3 6-13,1 6-4,0 2-12,-4 2-1,0 3-6,6-1-21,-2 0-29,2-7-22,0-3-43,2-4-67,-2-3-91,0-3-121,0-2-146,4-2-336,-2 1-690,-2-6 0,0-3 0,-4 2 0</inkml:trace>
  <inkml:trace contextRef="#ctx0" brushRef="#br0" timeOffset="448751.0165">18758 12550 2004,'0'0'150,"0"0"38,0 0 16,0-2 31,0 0 48,0-1 40,3-1 36,4 1 26,2 1 24,7-1-109,3 2-30,11-2-38,5 0-16,9-2-30,7 1-77,0 2-145,-7 2-199,-2-3-303,-20-1-470,-11 1 0,-4-2 0,-6-1 0</inkml:trace>
  <inkml:trace contextRef="#ctx0" brushRef="#br0" timeOffset="451021.1661">18249 10796 2839,'0'0'59,"0"0"15,0 0 15,-3-2 10,6 2 1,-3-2 6,3 2 3,-2-3 15,6 1 27,0-3-15,4 1-18,2-1-2,2 3-6,5 0-5,5 1 1,5 1-6,4 0 0,5 1-17,3 1-25,-2 0-13,0 0-13,-2 0-12,-1-1-13,-1 1-1,0-1-2,2-1 2,-1 0 11,0 0 23,5 0 13,0 0 1,3-1 2,-5 1 0,1 0 5,-9-2-3,0 2-1,-6 0-1,2 0-15,0 0-22,1 0-11,-1 0-1,-1 0-4,2 0 1,2 0-2,1 0 1,-3 0 0,3 0 1,-4 0 4,-3 0 2,-1 0 3,-4-1-3,3 1 4,0-1 4,-1 1-1,3 0 3,0-1 2,0 1 1,5-2-1,-2 2-1,3 0 7,3 0 4,-2-2-3,0 2-4,-2 0 1,-3 0-2,-2 0-3,-3 0 0,1 0-1,-2 0-2,3 0-8,2 0-2,-5 0-2,7-3 5,-2 0 2,5 0 3,-1 0 0,-1-1 0,-2 3-2,-2-1 2,-4-2 1,-2 3-4,-4 1 5,-3-3-8,-2 1-3,3 2-4,-5-3 7,1 3-1,3 0-7,0-2 2,-2 1 2,4-2 6,-4 1-5,-2 0 9,-3-1 13,-2 0 0,0 2 2,-3 0 5,0 0 19,0 1-7,0-2 0,0 1-3,2-1 8,-2-1-12,0 2-6,2 0-5,-2 0-8,2 1-7,-2 0-12,1 0-5,-1-3-3,0 2 5,0 0-9,-1-4 5,-5 1-8,-2-1-4,-1 0 1,-3-2 4,-2-2 1,-1 1 12,1 0-2,0 1-8,-1-1 4,1 0 2,0 2-2,2-1 13,-1-1 2,2 2-1,0 0 4,8-1 4,-2 2 2,3 1-12,2 4 2,2-2 4,3 2 3,9 2-5,1 1-4,3 1-2,7 5 0,-4 1-14,-2 2-3,-2 0 13,-4 3-8,-5 0 0,-7 1-7,-1-3 4,0 6 6,-1-1-3,-3-1-3,-3 0 11,-3-1 4,1-1 0,-1-4-35,-3 1-61,5 0-96,2 2-178,0-9-849,1 4 0,5 0 0</inkml:trace>
  <inkml:trace contextRef="#ctx0" brushRef="#br0" timeOffset="452684.8252">20941 10455 2260,'1'0'110,"-1"0"39,2 0 20,-1-1 27,-1 0 28,0-1 25,0 0 11,1-1 15,-1 1 11,2-2-49,-2 1-38,1 0-29,-1-1-12,2 2-21,-2-1-29,0 0-24,-2-1-8,-2 2-14,-3-2-11,-1 3-8,-2 0-12,-2 1-11,-4 0-6,1 0-5,-3 3 3,2 2 5,-4 3 5,3 6 1,3 0 1,1 4 3,3 1 5,6-2 5,1-3 2,6 1 3,5-4 2,6-4-4,4 0-13,7-5-10,6-1-5,2-1-8,-7 0-4,-4 0-6,-5-1-13,-4 1-7,-8 1-1,-2-1 9,-3 6 16,0 2 15,-4 3 6,-2 2 5,2 3 2,-2-1-8,5-1-32,1 0-134,7-4-360,-7-4-557,7-4 0,-2-1 0,5-4 0</inkml:trace>
  <inkml:trace contextRef="#ctx0" brushRef="#br0" timeOffset="453438.8539">21149 10562 2180,'0'0'182,"3"0"28,-3 0 12,0 0 24,0 0 45,2-2 41,5 2 38,2 0 19,3 0 7,1 0-127,-1 0-54,-2 2-27,-3-2-14,-3 6-26,-4-3-46,4 5-38,-8-3-42,2 1-19,0 0-8,-2-1-3,-2 0-4,1-2-10,2 2-12,0-2 1,3 1-4,0 2-2,0-2 4,0 5 0,3-1 6,-2 1 7,1 1 13,0 3 17,3-3 21,-4 1 9,0 0 10,-1-2 6,-1-3-1,-5-1 11,-2 0-17,0-3-27,-10 3-73,1-2-170,10-3-361,-7 1-452,2-2 0,9-2 0,3-4 0</inkml:trace>
  <inkml:trace contextRef="#ctx0" brushRef="#br0" timeOffset="454558.8529">21529 10456 1697,'0'0'123,"0"0"47,0 0 44,0 0 28,0-1 40,0 0 33,-3 0 23,3-1 13,-2 0 14,-4 0-78,6-1-25,-7 3-40,0-1-31,-3 1-10,-1 0-38,-3 0-27,1 1-19,-4 2-9,0 3-12,2 4-12,3 5-6,3 2-7,3 0-9,6-3-13,0 1-3,8-3-3,4-3 2,2 0-9,7-4-3,2 0-5,-2 0-2,-1-3-2,-5 1-4,-5-2-6,-5 2-6,0-3 1,-5 2-5,0 2 7,0 2 5,0 1 7,0 1 0,0 4 2,-2-3-1,-1 3 2,0-3-15,1 1-61,2 1-132,0-1-295,2-6-565,-2-1 0,3-1 0</inkml:trace>
  <inkml:trace contextRef="#ctx0" brushRef="#br0" timeOffset="454998.5894">21643 10627 3387,'0'-3'78,"0"1"18,0 1 33,0-1 41,5-2 27,-2 4 6,4 0 13,5-1 8,-2 2 1,0-1-47,-5 4-24,0-2-19,-4 5-31,-1 1-39,0 2-27,-1 1-7,-5 1-10,2 2-9,-6-2 1,0 1-5,5-3 2,1 1 0,1-3 2,0-3 5,3 0 7,0 0 15,3-3-1,1-1 1,7 0-4,3-1-28,9 0-114,2 0-186,2-8-810,-2 7 0,-7-2 0</inkml:trace>
  <inkml:trace contextRef="#ctx0" brushRef="#br0" timeOffset="456135.3759">21272 10303 1712,'0'0'146,"0"0"46,2 0 36,-2 0 44,0 0 40,0 0 30,0 0 27,0 0 29,0 0 25,0 0-79,0 0-46,0 0-41,0 0-22,2 0-27,0 0-31,4 0-14,3 0-28,5 0-20,3 0-24,5 0-15,2 0-1,7 0-1,3 0-20,0 0-21,1 0-6,-2 0-11,-8 0 2,-4 0-9,-7 0 0,-6 0 0,-5 0 4,-3 0-2,0 0 7,-3 0 11,3 0-1,-1 0-6,-2 0 12,3 0 0,-1 0 0,1 0-3,0 0-18,0-1-28,-1 1-65,1 0-43,-2 0-61,1 0-106,-2 0-188,3-9-704,-4 8 0,1-2 0,0 1 0</inkml:trace>
  <inkml:trace contextRef="#ctx0" brushRef="#br0" timeOffset="458452.095">21969 10475 2212,'0'0'90,"2"0"19,-2 0 16,2 0 22,-2 0 29,4-3 43,-3 1 41,-1-1 24,3-1 20,-3 1-47,0-1-20,0 2-14,0 1-16,0-3-19,-3 2-30,-2 2-42,-2-1-37,-3 1-20,-5 0-17,2 0-10,-1 0-4,-2 1-1,2 1 7,1 4 7,1 5 1,2 3 3,5 1 1,2-2-3,2 1 4,2-2-1,6-3-4,6-3-4,5-2-12,4-3-12,0-1-9,1 0-4,-3 0-4,-5-1-5,-6 1-14,-7 0-13,1 0 1,-3 1 8,-1 0 6,1 8 7,1 1 6,-1 3 2,0 1-3,0 0-19,1-2-59,1-4-147,27-7-871,-21 0 0,3-2 0,1 0 0</inkml:trace>
  <inkml:trace contextRef="#ctx0" brushRef="#br0" timeOffset="458852.5293">22192 10558 3497,'0'-3'97,"0"3"27,3 0 14,-3 0 18,0 0 18,0 0 24,0-1 35,0 1 22,0 1 39,0 2-10,0 7-8,-3 1-20,3 3-12,0 6-11,-3-3-14,6 3-41,-3-3-93,0-3-125,3-2-274,-2-48-1003,4 36 0,-3-9 0,2-2 0</inkml:trace>
  <inkml:trace contextRef="#ctx0" brushRef="#br0" timeOffset="459784.1384">21847 10289 2761,'0'0'105,"0"0"16,1 2 8,-1-2 11,0 0 24,0 1 31,0-1 41,0 0 40,0 0 29,4 0-54,3 0-8,5 0 22,5 0 18,7 0 7,5 0-14,3 0-28,4 0-39,-7 0-44,-4 0-41,-5 0-74,-11 0-70,-3 0-95,-4 0-67,0 2-104,-2 1-146,5-3-279,-4 3-307,4 0 0,2-2 0</inkml:trace>
  <inkml:trace contextRef="#ctx0" brushRef="#br0" timeOffset="460728.0779">22529 10440 1724,'1'0'102,"-1"0"58,2 0 43,-2 0 36,4 0 43,-4-1 35,3 0 31,-2-3 17,-1 0 21,0 0-47,0 0-28,0-4-43,-4 5-40,2-3-34,-5 3-42,-2-1-34,-4 4-27,-5-1-16,0 1-17,-1 2-6,-2 3-3,3 4-15,0 4 4,6 4 0,4-2 3,6 1 4,3-3 6,6-4 6,7 1-2,4-3-8,7 0-16,1-2-5,-1-1-14,-1-1 4,-8-1-14,-3 1-19,-6 1-17,-2 1-4,-2 3-5,-3 2 3,0 2 6,0 2 1,0-1 10,0-1-6,0 0-11,0-2-45,0-1-106,6-3-316,1-2-581,-1-2 0,4-4 0</inkml:trace>
  <inkml:trace contextRef="#ctx0" brushRef="#br0" timeOffset="461137.4482">22711 10590 4964,'0'0'6,"0"2"9,0 3 14,0 0 23,0 2 12,0 1 12,0-1 19,2-1 20,4-2 33,1-2 23,8-1 11,2-1 0,3-1-6,5-5-20,-4 0-6,-3-3-12,-5-1-11,-9-3-33,0 2-40,-15 1-46,-4-1-47,-8 4-59,-1 1-94,-6 3-176,32-4-893,-20 7 0,9-3 0</inkml:trace>
  <inkml:trace contextRef="#ctx0" brushRef="#br0" timeOffset="461909.3177">22371 10244 2027,'0'0'143,"0"0"35,1 0 22,-1 0 19,0 0 26,0 0 19,0 0 26,0 0 35,1 0 30,4-1-74,-1 1-28,7-2-21,2 2-14,6-2-2,6 1-20,5-1-12,5-1-23,-3 1-41,0 0-61,-10 1-78,-7 1-108,-5 0-156,-4 0-260,-5 0-495,-4 1 0,-4 1 0,6-2 0</inkml:trace>
  <inkml:trace contextRef="#ctx0" brushRef="#br0" timeOffset="464758.6751">19525 12417 1412,'3'0'125,"-2"0"41,2 1 25,-3-1 35,0-1 34,4 1 26,-4 0 32,0-3 25,0 2 26,2-1-76,-2 0-20,0 0-29,0-1-19,0 1-30,0 0-27,0-1-26,0 1-31,0-1-24,-2 1-27,-2 0-15,4 2-13,-7 0-9,0 0-6,1-1-8,-6 1-6,2 0-2,1 0 0,-2-2-4,2 4 3,-2-1-1,1 5 2,0 2-1,1 1-1,-1 5 7,1 2 5,3 2 5,2-2 2,1 2 5,3-1 2,0-3 3,3-4 1,5-5 0,0 1 3,9-4-5,2-1-10,5-1-14,-3 0-14,2-1-7,-3-3-3,-4 3-6,-3-2-5,-6 1-8,-1 1-6,-6 1 2,0-1 14,0 3 23,0 4 12,0 2 6,0 1 4,0 3 5,0 0-18,0-2-45,-3-1-147,8-4-301,-3-1-496,-1-2 0,0-3 0,3-4 0</inkml:trace>
  <inkml:trace contextRef="#ctx0" brushRef="#br0" timeOffset="465471.6909">19701 12539 1362,'0'0'135,"0"0"65,0 2 54,0-2 39,0-2 47,0 2 23,0 0 12,3 0 7,-2 0 6,3 0-50,3 0-63,0 0-61,4 0-52,-1 0-37,1 0-47,0 0-24,-5 2-13,-2 0-4,-4 3-8,0 2-14,0 2-7,-6-1-3,-3 2 0,-1 1-13,-5 1-18,5 0-11,2-2-6,5-3-9,2-1 2,2-2 0,0-2-1,2 1 2,4-1-2,3 2 11,2 0 18,-2 1 14,0 1 15,-5 0 16,-2 2 3,-3-2 9,3 1 9,-3 1 2,0-2 5,-6 0 7,2-1-3,-6-1 3,-2-2-5,-5 0-14,3-2-23,-1 1-71,-2-1-145,10-1-291,-1-1-460,5 2 0,3-5 0,2-1 0</inkml:trace>
  <inkml:trace contextRef="#ctx0" brushRef="#br0" timeOffset="466950.7166">20009 12456 1696,'0'0'92,"0"3"36,0-3 26,0 0 26,0 1 27,0-1 15,0 1 16,0-1 11,0 0 23,0 0-33,0-1-12,0 1-22,-2-1-21,1 1-18,-3-5-23,0 4-9,-2-3-14,2 2-8,-4 2-18,1 0-24,-2 0-14,0 0-12,-1 0 2,-1 0-3,-1 0 4,-2 6-3,1 4 7,2 3 0,-1 4-2,2 3-5,3 1 1,4-5-3,0 0 0,3-4-5,4-2-1,4-2-3,3-6-7,8 1-4,6-3-15,0-1-16,0-1-8,-3 1 0,-5 0-8,-7-2-4,-2 1-12,-4-1-3,-3 3 6,-1 2 15,2 0 15,-4 4 21,2 2 5,-1 3 1,1-1 7,0 1-3,-3-4-34,3 2-103,0-4-200,0-10-747,3 5 0,-3-3 0,3 1 0</inkml:trace>
  <inkml:trace contextRef="#ctx0" brushRef="#br0" timeOffset="467547.4664">20183 12587 2603,'0'0'71,"0"1"39,0-1 20,0 0 33,0 0 27,0 0 15,0 0 9,0 0 10,0 0 16,2 0-20,2 0-10,0 0-36,5 0-14,-1 0-30,0 2-29,0 1-14,-1 1-9,-5 1-10,2 3-14,-4-1-18,-4 3-18,-5-1 0,0 0-4,-5 3-2,0 0 2,-2-2 0,4-2 1,3 0 2,6-2-1,2-1 2,1-2 14,4-2 2,4 0 2,3-1 0,7 0 0,3 0-12,7 0-52,-2 0-87,-1 0-142,5-5-277,-12 4-443,-10-4 0,-3-2 0,-3 0 0</inkml:trace>
  <inkml:trace contextRef="#ctx0" brushRef="#br0" timeOffset="468365.1755">19757 12297 2280,'0'0'99,"0"0"16,1 0 25,-1 0 24,0 0 31,0 0 32,3 1 35,2 1 31,2-2 17,6 3-82,5-1-5,1-2-14,5 0-18,1 0-20,1 0-26,2 0-31,-3 0-33,-4 0-34,-5 0-33,-6 0-47,-5 0-120,-1 0-192,-4-8-650,2 6 0,-2-1 0,0 0 0</inkml:trace>
  <inkml:trace contextRef="#ctx0" brushRef="#br0" timeOffset="470236.9159">20562 12441 1485,'0'0'120,"0"0"59,0 0 38,0 0 26,0 0 23,0 0 27,0 0 29,0 0 13,0 0 7,0 0-60,0 0-54,0 0-58,-1 0-35,-4 0-28,-1 0-19,-1 0-26,0 0-26,-4 0-14,1 0-4,0 0-2,-2 0 1,5 0 4,0 0 6,-1 3 2,0 0 4,1 3 2,-3 4 5,-1 0 7,2 4 4,1-2 3,0 2 0,2-2-3,3 2-6,3 1 1,0-2 0,3-1-2,1-1-2,5-3-6,3-4-3,5-1-6,0-2-25,3-1-23,1-1-28,0-3-29,-3 1-18,-3-2-10,-2-1-4,-4 0-2,-6 2 0,1 3 8,-1 0 40,-3 1 35,0 1 40,0 4 39,-3 2 26,3 3 12,-4 6 4,1-2 2,-2 1 4,5-1-6,0-2-21,0-5-36,0 1-64,4-5-154,7 0-323,-8-3-464,4 0 0,1-6 0,-1-2 0</inkml:trace>
  <inkml:trace contextRef="#ctx0" brushRef="#br0" timeOffset="470874.5844">20735 12586 635,'-2'0'135,"2"1"85,0 0 61,-4 1 42,4-1 33,4 0 24,-4-1 12,0 0 6,0 0 4,0-1-40,0 1-75,-4 0-69,4 0-39,-2 1-19,0 1-13,-4 1-7,6 1 11,-2 3 7,1 0 31,0 1 41,-2 0 8,2 5 7,1 2-11,0-1-14,0 0-20,0 2-15,0-1-17,0-2-8,0-2-41,0-4-52,0-3-43,0-1-80,0 0-173,12-1-492,-10-2-598,-4-3 0,-2-3 0,4-4 0</inkml:trace>
  <inkml:trace contextRef="#ctx0" brushRef="#br0" timeOffset="471849.7306">20368 12303 1575,'-1'2'111,"1"-2"50,0 2 29,0 0 28,-3-1 29,6-1 33,-3 0 33,0-1 25,0 1 27,0 0-44,0 0-18,0 0-31,0 0-15,0 0-19,3 0-22,2 0-22,6 0-26,4 0-18,9 0-28,-1-1-18,4 1-27,2-1-10,-2-1-16,-3 2-1,-4-2-7,-1 2-16,-8 0-7,-5 0-7,-2 0-6,-4 0-7,0 0-2,0 0-24,0 0-22,0 0-45,3 0-84,-3 0-115,7 0-272,-3-3-495,3 3 0,-3 0 0,6 0 0</inkml:trace>
  <inkml:trace contextRef="#ctx0" brushRef="#br0" timeOffset="473021.2557">21017 12447 1031,'0'0'119,"0"2"46,3 0 33,-3 0 31,0 0 36,3-1 34,-3 2 40,0-6 33,2 3 27,-2 0-38,0 0-50,2 0-33,-2-2-22,0 1-24,0-1-36,0 0-32,0 0-38,0 1-32,0-1-27,0-1-19,-4 1-12,1 2-12,-3-1-14,-2 0-3,1 2-2,0-1 0,-3 1 4,2 1 4,-3 1 2,3 2 6,-2 0-2,0 3 2,2 2 3,-2 2 5,3 0 4,0-2 1,0 5 0,2-2-3,2 0-2,3 0-1,0-1 3,0 0 2,4-2-2,2-1-4,1-2-1,8-3-16,3-1-16,1-3-13,0 0-6,-3 0 0,-2 0-4,-4 0-3,-3 0-6,-7 0 1,2 0 2,-2 2 19,0 3 12,0 2 11,0 2 5,0 3 0,0 0 3,0-1-3,0-2-20,0-2-85,0-1-162,14-3-319,-12 0-425,2-3 0,0 0 0,6-1 0</inkml:trace>
  <inkml:trace contextRef="#ctx0" brushRef="#br0" timeOffset="473459.2786">21228 12652 3055,'0'-1'85,"0"1"20,0-1 29,-2 1 30,0 0 23,-2 2 15,1 2 20,0 1 12,-2 4 12,4 1-54,0-3-4,1 1-9,1-2-18,5-1-24,1-2-20,6-2-13,3-1-15,-1-3-14,2 1-9,-6-4-12,-5 0-12,-2-3-14,-6 0-19,-4-2-22,-7 3-25,-6-2-18,1 4-37,-3 0-58,0-1-128,14 1-282,-3 2-415,6-2 0,-1-2 0,5 1 0</inkml:trace>
  <inkml:trace contextRef="#ctx0" brushRef="#br0" timeOffset="474337.7157">20873 12243 2214,'4'1'91,"-2"2"40,4 0 47,0 0 60,1-2 35,4-1 36,6 0 21,2 0 6,6-1 5,4 1-51,3 0-42,-1 0-47,-9-1-72,0-1-130,-11 2-140,0-2-242,-8-12-573,0 11 0,-5-2 0,0 1 0</inkml:trace>
  <inkml:trace contextRef="#ctx0" brushRef="#br0" timeOffset="481505.5434">16308 13038 2603,'2'0'88,"-2"0"20,4 0 9,-1 0 2,-3 0 11,3 0 15,0 0 21,-1 0 38,0-2 23,2 2-50,-4 0-19,1-2-15,-1 2-8,-1 0-1,2-1-11,-1 1-16,0 0-20,0 1-34,0 1-19,1 2-4,-2 5 14,-4 3 10,1 6 12,-2 4 5,-3 0 4,0 2 5,2-1-2,0-3 1,5 0-4,0-7-6,2-1-18,0-4-27,0-2-62,0-2-141,17-4-948,-17 0 0,-2-1 0,1-5 0</inkml:trace>
  <inkml:trace contextRef="#ctx0" brushRef="#br0" timeOffset="491900.7154">16327 13023 1319,'0'-1'35,"0"1"32,0 0 35,0-1 39,0 1 39,0 0 27,0-2 23,0 2 30,0-3 33,0 0 2,2-1 12,0 0-11,0 1-26,1-1-32,3 1-30,-3 0-24,4-1-15,2-1-23,-3 1-25,5 1-13,-3-2-22,1 1-16,-1-1-4,6 3 1,-2-4-2,5 2-1,0 0-1,-1 3-5,1 0-7,-2 1-8,-5 0-6,-1 0-3,-6 2 0,2 3-6,-4 1-3,-1 2-2,0 3-5,-6-1-2,1 1-1,-6 0 0,1 2 1,-4-3-2,4 1-7,3-3-5,2-1-3,2-1-3,3-1 0,0 0-4,0-2-1,0 1 0,0 2 0,0-2 4,1 1-1,5 1 5,1 1 0,0 1-1,0-1 1,-1 2 2,-1 0 2,-4 0-2,2 2 1,-3 0-2,0-1 0,0-1-1,-3 0 1,2-1 5,-6 1-3,-3-3 1,-3 0-1,-4 0-1,0-3-9,-1 0-31,-4-1-53,1-2-137,6 0-301,0 0-500,5-1 0,4-3 0,5 0 0</inkml:trace>
  <inkml:trace contextRef="#ctx0" brushRef="#br0" timeOffset="491974.4953">16630 13153 1352,'0'0'84,"0"0"41,0 1 31,0-1 23,0 2 30,0 0 21,0-2 13,0 1 11,0-1 9,0 0-12,0-1 9,0 2-6,0-1-9,0 4-5,-2-1-11,-1 1-3,0 3 0,0 3-2,-2-1 7,-1 7 7,2 0-35,0 3-17,1 2-16,2-2-14,-2 0-20,0-4-14,2-1-11,0-4-4,1-3-37,-2-2-93,4-4-127,-2 0-337,1-4-777,-4-1 0,3-3 0</inkml:trace>
  <inkml:trace contextRef="#ctx0" brushRef="#br0" timeOffset="492031.339">16807 13140 2784,'-2'0'96,"2"0"13,0 0 4,-1 0 7,2 0 8,-1 1 24,0-1 34,0 0 32,0 0 30,0 0-44,0 0-11,2 0 3,0 0 8,6 0 7,5 0 9,5 0-11,0 0-25,3 0-10,2 0-20,0 0-22,-4 0-13,1 0-10,-7 0-21,-1 0-9,-8 2-21,-2-2-14,0 0-4,-2 1-13,0-1 3,0-1-1,3 1-5,-3 0-9,1 0-8,-2 0-38,1 0-52,1 0-78,-1 0-164,7 0-328,-7 0-477,0 0 0,-4 0 0,0 0 0</inkml:trace>
  <inkml:trace contextRef="#ctx0" brushRef="#br0" timeOffset="492073.2279">16851 13292 1932,'0'3'133,"0"-1"34,0 0 24,0-1 29,0-1 49,0 0 46,0 0 38,0 0 37,0 0 17,0 0-68,3 0-14,0 0-5,1 0-1,7 0-4,1 0-33,5 0-33,1 0-24,6 0-24,2-1-12,2-1-19,-2 2-27,-1 0-35,-3 0-28,-10 0-25,-4 0-40,-3 0-45,-5 0-77,0 0-89,0 3-117,0 0-191,-5-3-808,3 5 0,-4-2 0,4-3 0</inkml:trace>
  <inkml:trace contextRef="#ctx0" brushRef="#br0" timeOffset="492131.0734">17653 13042 602,'0'0'72,"0"-2"32,1 2 34,1 0 53,-1 0 33,3 0 29,-4 0 24,1 0 15,-1 0 13,0 0-23,0 0-26,0 0-23,0 0-30,0 0-52,0 0-32,0 0-29,0 0-24,0 0-12,0 0-12,0 0-2,0 0 10,0 0 18,0-2 20,0 2 14,0 0 10,0-2 3,0 0 4,0 1-2,0 1-1,-1 0-9,-3-2-21,0 1-28,-2 1-23,0 0-18,1-1-6,-1 1-4,1 0-4,-4 1 0,4 0-1,-6 1 6,0 1-4,1 1 6,0 1 4,1 3 10,-1 2 2,2-2 6,-2 6 7,3-2 4,0-1 1,0 6-1,3-2 2,0-1 0,1 2-4,3-3-7,0-2-1,0 0-5,0-3-2,3 1-2,-2-2 3,6-1 1,3-3 2,1 0-3,3-2-1,0-1 0,1-1-3,1-2-3,1 0-7,0-3-8,-1-1-7,-1 0-6,-3 0-2,-1 2-2,-3 0-2,-2 1-1,-1 1 0,1 0 1,-5 1 5,2 0 0,-3 0-1,3 0-5,-3 2-2,0 0 5,0 2 4,4 0 1,-4 4 1,0 2-1,0 1 2,0 3 2,0-3 8,0 0 8,0 1 0,0-4-9,0-1-62,0 0-169,0-1-883,0-1 0,-4-2 0</inkml:trace>
  <inkml:trace contextRef="#ctx0" brushRef="#br0" timeOffset="494609.4594">17811 13182 952,'1'1'111,"-1"2"35,0-2 32,3 1 31,-6-1 22,6 1 19,-3-2 17,0 0 10,0 0 15,0 0-51,0 0-15,0 0-18,0 0-23,0 0-22,0 0-15,0 0-13,0 0-13,0 0-4,0 0-9,0 0-13,4-1-13,2 1-12,2 0-7,3-1-6,-3 0-6,3 0-3,-1 0-4,1 0-5,-5 1-6,-2 0-10,0 0-13,-1 0-8,-1 0-3,-2 2 2,0 0 3,0 1-2,-2 2 1,-1 1-2,-1 0 1,-4 1 2,1-1 7,0 2-2,-2-2-3,7 1-10,-1-1-5,-1-1-1,4 0-3,0-2 1,4 1 1,-4-1-1,0-1-3,5 2 3,-1-1 7,2-1 4,-2 2 1,3 1-1,-5 0 2,0 0-2,1 2 2,0-1-2,-3 1 3,0-1 10,0-1 4,3 1 7,-6-2 10,6 1 5,-3-1 6,-3-1 3,-1 1 2,-2-2 2,-5 1-1,-1-3-9,-5 2-17,2-2-33,1 0-51,-3 0-91,12 0-231,-2-2-620,4 0 0,3-1 0,7-2 0</inkml:trace>
  <inkml:trace contextRef="#ctx0" brushRef="#br0" timeOffset="495482.8335">18188 13089 1085,'1'3'137,"-1"-1"42,0 1 30,1-2 29,-2 2 28,2-3 20,-1 0 9,0 0 8,0 0 11,0 0-59,0 0-7,0 0-14,0 1-15,0 1-14,0 2-19,0 2-9,0 3 7,0 0 4,0 4 3,0 0-30,-1 3-33,-1 0-11,-1 1-13,3-2-7,0-1-6,0-1-2,0-3-16,0-1-12,0-1-10,0-5-10,0 1-33,0-2-47,0-1-93,0 0-210,0-9-839,-2 8 0,1 0 0,1-5 0</inkml:trace>
  <inkml:trace contextRef="#ctx0" brushRef="#br0" timeOffset="496068.7424">18095 13182 1031,'0'2'149,"0"1"46,0-1 30,2 1 30,-4-3 39,4 1 56,-2-1 53,1 0 33,1 0 26,4-1-68,2 1-45,1 0-36,5 0-24,-3-1-17,4 0-9,2-1-43,-1 0-40,2-2-27,-1 1-29,-3 1-21,-3 0-10,-3 2-15,-5-1-10,1 1-13,-1 1-28,-3-2-40,3 1-71,-3 0-66,0 0-122,1 0-276,-1 0-594,-1 0 0,1-2 0,-3 0 0</inkml:trace>
  <inkml:trace contextRef="#ctx0" brushRef="#br0" timeOffset="497649.7065">18184 12981 984,'-2'0'100,"1"0"20,-3 2 23,-2-2 17,0-2 8,0 2 16,-3 0 17,4 2 14,-2-2 21,-1 0-52,1 2-5,1 1-6,-2-2-15,-1 2-9,4 0 7,-6 2 8,1 2-6,-1-1-4,1 2-13,2 0-12,-2 1-13,5-2 4,-2 3-4,0 0 1,1-1-8,0-1-19,0 2-1,4-4-5,-2 3 1,3-2-2,-2 2-5,1-2-12,0 4-1,2-2-7,-4 2-7,3 0-2,0 0-7,0-2-4,0 0-5,1 0-3,0 0-3,0-1-5,0 0-1,0 1-2,0 0 1,0-3 1,0 2-5,0-3-3,1 2 1,0-1-6,1 2 3,2-1-2,3 1-3,0-1 4,3 1-2,-2-2-2,3 0 2,-3 0 4,5-2-1,-2 1 0,-1-2-3,1 2 0,-3-1 2,2-4-2,1 2 0,0 1-1,-1-2 2,0 2-3,0-2 3,-1 0 1,5-1-4,-3 0 5,4 0 3,0 0-3,-1 0 3,1 0-3,-2-1 3,1 0-4,-2-1-3,1 0 5,-2-1 0,1 1 0,-2-2-7,1 0 7,-3 0-4,2-1-2,-4 1 3,5-4 3,-3 1-9,3-3 4,-7 1-6,2-3-4,1 2 3,-2 1 0,-2-2-3,0 1 5,-3 2-12,1-3 10,-2 3 4,2-3-2,-1 0 4,0-2 1,-1 0 2,1-1 1,0 1 8,0-1 0,-3 2 4,0-3-2,0 4 3,-3 0-4,-3 1 3,1-1-4,-3 3 3,1-3-8,-1 3-6,-3-1 1,-1-2 3,-2 0-10,1 0-1,-5 3-2,4-1-5,-2 5 5,-2 1-8,3 0 2,0 3-23,-1 0-29,-1 0-49,6 4-76,2 2-140,10-6-841,-3 9 0,3-4 0,4-3 0</inkml:trace>
  <inkml:trace contextRef="#ctx0" brushRef="#br0" timeOffset="498914.4959">18615 13036 1796,'0'0'121,"0"0"37,0 0 19,0 0 19,0 0 26,0 0 31,0 0 25,0 0 23,0 0 16,0 0-54,0-2-48,0 1-35,0 1-13,-3 0-23,-1 0-26,0 0-27,-6 0-23,1 0-17,-1 0-13,-1 0-6,2 0-1,4 1 14,-2 1 5,3 4 10,1-3 13,-1 2 8,0 3 3,1 0 2,-1 1-3,1 3 1,-1 2 0,3-1-14,-1 2-5,-2 1-3,4-3-9,0-1-8,0-2-4,0 1-6,4-2 2,-4-2-7,2-1-7,5 0 21,-2-2-12,2-1 5,5-2-3,4-1-20,-1 0-15,3-1-9,-3-2-6,2 0-8,1 0 0,-4-1-19,-3 1 3,-3 0-8,-2 2-15,-2-1 9,-3 2 14,-1-1 9,0 2 8,0 1 11,0 4 19,0 1 10,-1 2 9,1 2 7,-4 3 18,4-4 8,0-1 6,0-2-39,0 0-92,4-2-306,-3-3-825,3 0 0,3-4 0,3-3 0</inkml:trace>
  <inkml:trace contextRef="#ctx0" brushRef="#br0" timeOffset="499737.4384">18808 13233 2198,'0'0'139,"0"1"25,0-1 15,0 0 19,0 0 33,0 0 33,0 0 22,0 0 19,0 0 17,0 0-89,0 0-24,0 0-10,2 0-4,0 0-11,1 0-26,0 0-27,4 0-18,-3 0-19,1 0-16,-2 0-12,2 1-12,-3 0-12,-1 2-7,-1 4 0,3 0-3,-3-1 4,-3 3-4,2-1 3,-1 1 0,0-1 9,-4-1-1,1 1 13,1-1-4,-4 1-9,-1-2 1,2 0-15,-1 0-1,3-2 2,3 1 3,-4-1-11,5 0-1,-1 0-15,1-2 3,0 0 7,1-2-5,1 1 12,-1-1 9,0 0 7,0 0 10,0 0 8,0 0 16,1 0 8,2 0 10,3 0 2,0 0 17,3 0-1,0 0-5,0 0-7,2 0-6,0 0-10,0 0-13,-1 0-16,1 0-48,1 0-51,0 0-123,-4 0-113,6 0-264,-6-24-848,6 22 0,-6-4 0,6-1 0</inkml:trace>
  <inkml:trace contextRef="#ctx0" brushRef="#br0" timeOffset="500925.7752">19191 13011 1788,'0'3'80,"-2"-1"34,2 1 40,0 0 40,0 0 38,0-2 51,0 1 35,0-1 31,0 1 28,0 3-23,0-1-22,0 5-15,0 3-19,0 0-15,-4 2-33,4 3-30,-2 2-38,2-1-24,-2 0-21,2 2-21,2 0-8,-2-2-20,0-2-12,0-3-25,0-1-6,0-3-19,0-4 3,0-1-15,0-1-40,0-3-66,0 0-116,0 0-218,0-10-818,0 8 0,0-2 0,0-4 0</inkml:trace>
  <inkml:trace contextRef="#ctx0" brushRef="#br0" timeOffset="501482.7358">19078 13159 1632,'0'0'115,"0"0"36,0 0 23,0 0 30,0 0 32,0 0 39,0 0 41,0-1 33,0 1 28,0-4-53,0 4-35,0-4-31,3 3-14,0-1-18,1 0-23,6 1-29,2-2-31,5 2-13,4 0 0,2 0-8,5-3 1,0 2-1,2-2-5,-9 1-13,-4 1-12,-8-1-11,-3 2-21,-5 1-53,-1 0-73,0 0-33,0 0-106,-1 1-195,1-7-801,-6 6 0,4-1 0,-1 0 0</inkml:trace>
  <inkml:trace contextRef="#ctx0" brushRef="#br0" timeOffset="502937.5237">19242 12957 1006,'0'0'96,"0"0"26,-3 0 27,3 0 33,-1 0 44,-1 0 30,-1 0 24,2 0 25,-2-2 23,-1 0-48,-1-2-10,2-1-20,-1 2-8,-2-2-24,1 3-40,-1-2-28,-1 1-20,-1 1-13,0 1-20,-2-3-19,-1 2-8,2 0-6,-3 1-15,2 1-9,-1 0 0,-3 0 5,3 0-3,-1 0-1,1 3 1,0 0 5,-1 3 1,2 0 8,0 2 5,0 0 6,3-1 3,-4 1-1,4 0 7,0-1-1,1 2 7,-2 0-11,3-1-4,-1 2-5,3-1 4,-2 0 0,2 1-1,3 0 0,-1 1-7,1 1 4,-3 1-15,0-1 3,2-1 3,-1 1-1,1 1-6,1-1-7,0 0-10,0-1 3,0 3-8,0-4-9,0 2-3,0-1 5,0-1-3,0-1-3,1 2-3,-1-2-1,2-2 8,0 0-6,4 0 11,0-1 4,2 1 11,1 0-8,1 1 1,0-1 6,2 0 6,1 1-10,-1-2 8,1 0-6,-1-3-6,1 0-4,-2 0-2,4-1-3,-4 0 6,3 0-5,0-1-8,0 0 9,-2-1 0,1 0-4,5 0 4,-1 0-4,2-1 0,0-3 3,4 1-8,-4-3 0,3-1 2,-5 1-4,1-1-2,-2 1 5,-4 0-11,1-1 5,-4-1-3,0 1 5,-3-2-2,1 2-1,-1-2 2,-1-1 6,-2 1-8,4-3-2,-3 0-1,-3 0 0,2 1-3,-3 1-2,0-1 2,0 0-3,-4 0 0,0-1-13,-5-4 9,-3 0 5,-3-1 15,-2-2-11,-1 1 5,-1 2-1,-2 3-9,-1 2 6,-1 3-19,3 3-28,4 3-69,0 1-69,2 3-97,-1 2-139,9 1-255,-2-16-525,6 16 0,2-1 0,2-4 0</inkml:trace>
  <inkml:trace contextRef="#ctx0" brushRef="#br0" timeOffset="503850.6765">19655 13066 1366,'0'0'149,"2"0"37,-1 2 32,0-2 29,-1-2 27,0 2 25,0 0 21,0 0 14,0-1 8,0 0-93,0 1-46,0-1-32,-2-1-21,-5 2-15,-2 0-16,1 0-4,-3 0-12,-2 0-5,1 3-3,2 2 3,-1 4 1,0 2-3,1 1-3,3 0-6,-1 3-7,4 0-17,0-4-6,1 3-8,2 0-4,1 0-4,0-2 1,2 0 2,0-3-8,6-1-2,0-2 8,5-1-2,0-4-1,3-1-8,1 0 1,1-2-12,0-1-1,-3 1-8,-5-2 0,2 0-9,-8 3-21,-2-3-14,2 4-3,-4-1 8,0 2-1,0 3 8,0 1-3,0 5 1,0 0 5,0 3 3,0-3 6,0 1 2,0-3-43,0-1-149,15-3-324,-9-2-547,-2-2 0,0-1 0</inkml:trace>
  <inkml:trace contextRef="#ctx0" brushRef="#br0" timeOffset="504394.5843">19849 13190 2068,'0'0'116,"0"1"34,0 1 34,0 1 41,0 0 36,0 1 34,0-2 39,0 1 28,0 1 18,0 1-68,0 0-26,0 2-24,0 3-22,0 1-33,0 2-24,0 3-20,0-2-43,0 4-22,0-3-18,0 2-13,0-1-5,0-2-9,0-4-13,0 0-8,0-6-11,0-1-1,0-1 3,2-2-19,2 0-23,0 0-41,3 0-50,-3 0-125,4 0-178,-1-12-749,-1 7 0,-2-2 0,2-3 0</inkml:trace>
  <inkml:trace contextRef="#ctx0" brushRef="#br0" timeOffset="507052.1616">16109 12816 1148,'0'0'136,"0"0"29,0 0 6,0 2 7,0-1 6,0 0 17,0 0 24,0 1 29,0-2 33,-4 1-40,4 1-31,-3 2 7,-2 1 18,2 1 19,-2 2 16,0 1-9,1 5-17,-2-1-25,4 3-31,-1 1-25,-2 1-22,0 0-29,0 1-20,-2 0-11,4 2-11,-1 0 9,-2 3 1,3 0 10,-1 1 3,0 1-1,2-1-3,0-3 3,-5 3-2,5-2-12,-2 1-6,2-4-19,0 1-4,-2-1-14,1-2-9,-1-1 4,4-1-5,-6 0-12,5 0 2,-2-2-2,1-1 1,-1 0 1,0-3 4,-2-1-3,3-1 11,-2 0-13,1 1 0,0-3 4,0-3-4,1 2-3,-1-1-32,3-1-64,-3-2-83,2 0-157,41-1-1064,-40 0 0,0-4 0,1-8 0</inkml:trace>
  <inkml:trace contextRef="#ctx0" brushRef="#br0" timeOffset="512124.7547">16119 12779 788,'0'0'49,"0"0"16,0 0 26,0 0 46,0 1 49,1 0 32,1 0 21,-1 1 18,3-2 19,-2 1-12,-1-1 5,0-1-4,-1 1-16,0 0-32,0 0-40,3 0-30,0 0-20,-1 0-16,0 0-15,5 0-24,1 0-14,0 0-12,1 0-10,2 0-14,-1 0-7,-2 0-2,0 0 0,3 0-1,0 0-2,3 0 1,-1 0-4,5 0 2,-6 0-2,5 0 1,-3 0 0,2 0-4,-4 0 2,3 0-3,-5 0 1,1 0-2,-3 0 6,3 0-2,0 0 1,4 0 1,2 0 1,0 0 1,2 0-2,-5 0 2,4 0-4,0 0 1,0 0-3,-4 0 0,1 0 0,-1 0-1,-3 0-1,-1 0 3,-2 0-2,1 0 3,0 0-2,1 0 0,2 0 0,-1 0-2,2 0-1,0 0-4,-1 0-1,-1 0-3,1 0 2,1 0-2,-5 0 3,2 0-1,-1 0 0,0-2-1,0 2 0,3-1 6,-1 0-3,4 1 0,-3-1-3,0 1-5,3 0-4,-2 0-2,0 0-1,2 0-1,-2 0-1,2 0-1,2 0 0,-3 0-3,0 0 5,0 0 4,-3 0 3,1 0 2,2 0 0,-1 1 2,-1 1 2,1 0-1,-1 2 1,1-2 5,3 0 0,-1 2-1,3 0 2,-2-2-4,-1 0 4,3-1 0,-4 2-1,-2-2 0,2 2 3,0-2-3,-2 1-1,4 1 1,-1-1 1,3-1 2,-2 2-3,3-1 0,0-1 0,-1 2 2,0-1-1,1 1-1,-6-3 2,5 2-3,-4 1-2,4-1 3,-3 0-2,2 0 1,0-1 0,0 0-1,0 0-1,1 1 2,-1-2-1,-1 2 2,0-2 0,-1 3 2,0-3-1,-4 0-1,3 0 0,-1 0 1,2 0-1,-5 0 0,-1 0 0,1 0 0,3 0-4,-2 0-2,4 0-4,-1 0-1,0 0-2,0 0-1,-3 0 0,-3 0 1,2 0-3,-1-3 0,-3 3 6,1-2 1,1 0 5,0 0 1,0-1 2,1 0 1,1 1-1,1-1 1,-1 2 0,2 1 2,-1-3-4,-1 2 0,1 0-3,-1 0 4,0 1 0,-2 0 0,1 0-2,0 0 2,-1 0 1,-1 0 1,3 0 1,1 0 1,-1 0-1,2-2-2,0 2 0,1 0 0,-3-1 3,1 1-1,0-1-1,0 1-1,-3-1 3,2 0 0,-2-1 2,2 2 1,0-1 1,1 0 0,-3 1 1,3-1 0,-2 1-3,2 0 1,-3-2-1,3 1 1,1 1 2,0-2 3,-1 1 4,-3 1 0,-2 0 0,5-1 1,-3 1 3,3 0 1,0 0-1,2 0 0,-3 0 4,3 0-1,0 0 0,-2 0 5,-1-2 4,-1 2 3,3-1 6,-4 1 4,3-3 3,0 3 4,1 0 0,-3-1-5,2-1-1,0 2-6,-4 0-4,3-2-6,-2 2-3,2 0-4,-2-2-1,0 2-2,2-2-3,-2 2 1,5-1-2,-1-2 0,0 3 0,0 0 3,-1 0-3,0-1-3,-1 1 0,1 0-1,-6 0-4,4 0 4,-1 0-2,2 0 2,1-1-2,-4 1 0,4 0 0,-3 0 2,2 0-3,-2-1-1,-1 1-1,1 0-2,2-1 0,-3-1 0,0 1 2,-1 0 1,1 1 0,-2-2-1,0 1 6,3 0 5,1 0 4,-1-2-3,1 2 5,-1 0-5,0 0 2,4 1-4,-5-2 1,-1 2-3,3 0-4,-5 0-5,2 0-2,2 0 4,-4 0-4,7 0 6,-2 0 0,1 0 4,-1-1 5,2 1 7,2 0 3,-1-1 1,1 1 0,-3-1 0,3 1-1,-2 0-1,-3 0-1,2 0-5,0 0-5,-3 0-4,4 0-3,-3 0-2,2 0-3,1 0 0,0 0 2,0 0-4,2 0-1,-3 0 4,2 0-1,0 0 0,-2 0-1,0 0-1,1 0 4,-4 0-2,0 0 2,4 0 2,-4 0 2,1 0-2,2 0 0,1 0 3,0 0 0,0 0 1,3 0-3,-3 0 1,3 0-2,-3 0-4,3 0-3,-3 0 0,0 0-2,1 0 1,-3 0 0,1 0 0,1 0-2,-2 0 1,5 0-2,0 0 5,4 0 2,-1 0-2,2 0 0,3 0 0,2 1-2,-5-1-2,-2 0 4,-3 0-1,-7 0 0,0 0-1,-2 0-2,-2 0 2,0 0-2,2 0-1,1 0 4,2 0 0,2 0-2,-2 0 2,1 1 0,-1 0 0,-4 1 2,6-1-3,-3 0 3,4-1 3,0 1-8,0 2 3,2-2-1,-4 0-2,1 2 2,0-3-1,2 2 0,-5 0 0,4-1 0,0 1-2,-1-1 3,-2 3-1,-1-2 1,0 0-2,-4 0-1,1 1 1,-3-3-1,2 3 0,0 0-1,0-2-3,-1 2 2,0 0 0,3 0 1,0 1 2,-4 0 4,3-1-1,2 1 0,-4 0 1,0-2 1,3 2 4,-1-3 1,-2 1-2,2 2 4,-4-1-1,2-1-4,-2 1 2,1 3-1,-1-3 5,0 1-1,0 2-2,0 0 0,0 1-1,0-2-2,0 0-1,0-1 2,0 1-1,0-1 1,0 1-2,0-1 1,0 2 0,-1-1 7,1 0 5,-2-1-3,2 2 3,0-1-3,-3 1 2,3 2 2,-1-1-3,1-1 0,0-1-1,0 2-5,0-2-4,0 2 4,-4-1 9,2 2-9,1-1 3,-5 1 3,4 1 2,-1 4-3,0-3 3,-1 2 2,3 0 0,-2-3 10,3-3-13,-3 0 6,3 1-4,0 0 3,-4-2-6,4 1 3,0 2 0,-2-1-4,0-1-2,-1 5-11,0-3 12,0 2 1,2-2 0,-2 2-5,3-3 1,0 2 7,0-2 1,0 0-6,0 1 10,0 0-7,0-2-2,0-2 1,0 1 0,0-1-3,0-1 2,0 2-2,0-1-8,0 1 12,3 0-8,-3-1 17,1 1-9,-1 0 1,0-1-1,3-1-8,-3-1 10,0 2-12,0-1 4,0 0-8,0 0 0,0 1-8,0 0 8,0 0 0,0-2 0,0 2 8,0 0-8,0 1 8,0-3 0,0 2 0,0-2 0,0 1 0,0-1-3,0 1-2,0-2 2,0 0 0,0 0 1,0-1-1,0 2 8,0-2-8,0 0 0,0 0 1,0 0-6,0 0 2,0 0-10,0 0 8,0 0-14,0 0 14,0 0-8,0 0 8,0 0 0,0 0 8,0 0 0,0 0 0,0 0 8,0 0-8,0 0 14,0 0-14,0 0 0,0 0 0,0 0 4,0 0-7,0 0-13,0 0-11,0 0-54,0 0-55,0 0-173,17-3-976,-19 1 0,0-2 0,-3-2 0</inkml:trace>
  <inkml:trace contextRef="#ctx0" brushRef="#br0" timeOffset="513193.3289">19809 13246 783,'0'1'135,"0"1"52,0 1 43,0-2 27,0-1 25,0 0 25,0 0 11,0 0 10,0 0 6,0 0-58,0 0-75,0 0-52,0 0-42,0 0-27,0 0-21,0 0-26,0 0-5,0 0-5,0 0 0,0 0 3,0 0 4,0 0 4,0 0 9,0 0 15,0 0 12,0 2 11,0-2 8,0 3 14,-1-1 4,-2 1 10,2 3 6,-5-1 10,1 0 3,0 3-6,2 0-4,-3 2 16,0-1 28,6 0 5,0 1-1,-1-1-8,1 0-1,0 0-10,-3 0-12,3 1-10,-3-4-5,3 2-27,0-5-41,-5 1-32,5-3-20,0 0-30,0 1-75,0-2-88,0 0-154,5 2-315,-10-2-545,5-2 0,0 2 0,0-4 0</inkml:trace>
  <inkml:trace contextRef="#ctx0" brushRef="#br0" timeOffset="515316.4039">19847 13311 1135,'0'2'210,"0"0"46,0 0 32,0 2 53,0-4 45,0 2 36,0-2 29,0 0 27,0 0 21,0 1-117,0 1-42,0 1-32,0-1-17,0 4-44,0 0-37,0-1-12,0 3-16,0 0-19,-3 1-15,0 1-14,0 1-33,-1 1-7,0 2-17,1-1-11,-2 1-5,-1 2-20,-1-2-16,3 1-8,0-2-3,1-3-5,0 0-1,3-1 2,-4-3-1,4-1 3,0-3-11,0-1 1,0 1-3,0-2 0,0 0-1,0 1-4,0-1 0,0 0-14,0 0 0,0 0 0,-3 0 0,2 0-14,-1 0-3,-1 0-8,-3 0-12,0 0 0,-3 0 1,2 0 4,-3 0 0,-1 0 6,-3 0-2,0 0 11,-1 0 6,-3 0 13,1 0 14,-2 0 9,1 0-4,-3 0-3,0 0 4,0 0-7,-2 0 5,-3 0 5,-1 0-3,1 0-3,-2 0-3,-1 0-2,1 0-3,0 0 11,-2 0-2,2 1-2,-4-1 8,-1 0-6,1 0 6,-1 0-1,-3 0 8,1 0-7,-1 0 15,5 0 2,1 0-5,1 0 12,4 0-5,3 0 8,-1 0-8,0 0-4,-2 0-4,0 0 4,-1 0-6,-2 0-6,-4 0 1,-4-1-11,0 0 8,-3-1-7,0 0 2,5-2 2,-1 2 4,6-1-9,0 2 7,2 0-3,2 0-2,3 1 1,0 0-7,0-3 4,-3 3 1,-4 0 9,-2-1-9,-6 0 4,3-2-7,-1 1 0,0-1 3,2 1 2,3 1 2,4-2-9,1 3 7,3 0-7,1 0 1,7 0-2,-4 0 0,6 0-2,0 0-2,1 0 0,-1 0 2,-3 3 0,1-3 0,-3 3-6,-4 0-1,2 0 11,-2 1-4,-1 0 1,3 0 0,-2-1 3,4 1-7,0 0-1,5-2-23,-1 2-7,3-2-18,-3 2-20,6-1-19,-11 3-2,0 0-7,0-1-15,-4 3-5,-2-2 2,-1 1 13,0 0 13,-4-2 22,3-1 13,1 1 18,1-2 7,2 0 9,3 1 2,1-2-8,-2 2-9,1-1-2,-5 2-6,3-1-6,-2 1-8,-4-1-16,1 0-25,-7 0-6,1-1 7,0-1 17,-4 0 11,3 0 4,2-1 6,3-1-1,3 0-17,6-1-26,1 1-12,1 0-13,2 0-16,0 0-16,-3 0-20,0-2-15,-3 2-18,-4 0-14,2-1 27,-5-1 74,-5-1 79,1-2 65,-3-4 70,0-2 48,2 0 36,1-1 25,5-3 20,0 4 20,2 1 4,3 1-28,4 1-39,4 1-31,0 2-40,4-1-24,-2 2-9,6 0-3,-5 1 1,0-2 2,-5 1 6,0-2 2,-5-1-1,0-2-17,-1-1-10,-3-2-4,2 1-7,-2 0-3,4-1-2,-3 3-3,1-2-10,-2 2-2,0 1-5,0-2 2,0 4-1,-1-1-3,6 1-4,2-2-20,6 1-47,6 1-84,6-1-119,6-2-187,-1 3-361,2-1 0,-1 1 0,3-2 0</inkml:trace>
  <inkml:trace contextRef="#ctx0" brushRef="#br0" timeOffset="525032.7304">24318 8129 2793,'-4'0'49,"4"1"16,0-1 7,-2 0 0,2 0-2,0 0 4,0 0-4,0 0 0,0 0 0,0 0-27,0 0-23,0 0-20,0 0-9,0 0-1,0 0 2,0 0-3,0 0 9,0 0 16,0 0 18,0 0 11,0 0 8,0 0 12,0 0 10,0 0 11,0-1 6,0 1 14,0 0 7,0 0-3,0 0-11,0 0-7,0 0-6,0 0-1,0 0 17,0 0 23,0 3 15,0 4 15,0 5 0,-2 2-5,-3 10 6,1 0 17,-2 2 10,3-5 9,-1 0-16,4-7-28,0-3-22,1-5-15,-1-2-12,0 0-3,0-4-16,0 0-60,0 2-100,0-2-152,0 0-263,-2-12-721,-3 9 0,-1 0 0,-2-2 0</inkml:trace>
  <inkml:trace contextRef="#ctx0" brushRef="#br0" timeOffset="525561.6094">24325 8255 1944,'1'0'117,"1"0"26,3 0 16,1 0 27,-1 0 25,1-1 39,1 0 39,0-2 26,-3-2 22,7 1-68,-1-3-24,2 0-24,3-1-14,1-1-28,-2 0-21,-2 2-40,-4-1-38,-1 1-27,-4 3-33,0 2-32,-2-1-19,-1 2-15,0 0-25,0 1-33,0 0-36,0 0-40,0 0-75,0 0-95,0-3-99,0-2-68,0 2-152,-6 2 0,0-1 0,-4 4 0</inkml:trace>
  <inkml:trace contextRef="#ctx0" brushRef="#br0" timeOffset="526074.4728">24362 8243 1675,'2'6'176,"-2"-2"56,0 0 46,0-1 48,0-3 39,0 0 26,0 0 10,0 0 8,0 0 2,0 0-112,0 0-62,0 0-59,0 0-46,0 0-47,0 0-40,0 0-25,0 0-11,0 0-10,0 0-11,0 0-6,0 0-9,0 0 3,0 0 0,-2 0-3,1 0-1,0 0 1,-3 2-2,2 1 2,1 1 9,1-1 3,-2 1 10,4 1 7,-2-3 15,1 2 19,1-2 15,0 1 12,4-1 7,-1-1 3,1 1 1,2 0 3,-2-2-11,-2 3-35,2-3-75,-4 4-136,6-1-216,-6-8-669,3 5 0,2 0 0,2-2 0</inkml:trace>
  <inkml:trace contextRef="#ctx0" brushRef="#br0" timeOffset="526699.6628">24580 8276 2616,'0'0'179,"0"0"64,3 0 39,-3 0 36,4 0 42,4-3 62,1 3 44,6-1 24,1-2 18,3 0-121,-4 2-51,-1-2-74,-6 1-98,-2 2-151,-6 0-226,8-3-363,-8 3-675,1-2 0,2-2 0,-2-1 0</inkml:trace>
  <inkml:trace contextRef="#ctx0" brushRef="#br0" timeOffset="527484.5846">24789 8230 2936,'0'3'108,"0"1"31,0 5 20,0 2 5,0 4 8,0 3 13,-2-1 13,2-1 21,-3-3 5,3-3-60,0-3-31,0-2-19,0 0-2,0-3 8,0-1-4,0-1-11,0-1-15,0-3-30,0-2-12,3-3-14,-1-4-11,0-4-19,5-1-19,1-1-18,2 2-5,2 3 2,1 2 5,-1 4 15,0 4 10,-4 1 17,3 2 14,-4 3 14,0 4 8,-5 1 9,-2 4 5,0 3-5,0 2-1,0-4-2,0 0-3,0-5-8,0-2-5,0-4-3,0 0-10,2-2-14,2-2-9,0-1-14,4-3-11,5-3-12,2 0-1,-1 0-2,1 1 3,-1 3 10,3 2 19,-6 3 16,-1 0 29,-1 2 37,0 3 23,-8 0 18,5 5 3,-6 4 4,0 3-18,0-1-82,0 0-65,0-5-125,0 0-241,-3-16-776,3 6 0,-3-1 0,3-2 0</inkml:trace>
  <inkml:trace contextRef="#ctx0" brushRef="#br0" timeOffset="528154.9025">25296 8316 1031,'2'0'184,"0"0"58,3 0 44,0-2 55,-3-2 69,-1-2 34,-1 1 16,0-1 7,0 0 6,0 2-115,-2 2-67,-4-1-52,-3 2-27,-5 1-49,0 0-58,-4 2-30,0 2-7,-3 5-3,6 1-2,2 3 9,6 0-6,2-4 1,5 0 4,5-2 10,4-2-6,5-3-2,5 1-17,3-3-9,1 0-5,-6 0-9,-7-2-7,-2 2-22,-6 2-26,-2 0-18,3 2 0,-2 2-4,-1 4 9,0-1-30,0 3-62,0-5-116,1 0-132,1-10-764,1 4 0,1-3 0,0-3 0</inkml:trace>
  <inkml:trace contextRef="#ctx0" brushRef="#br0" timeOffset="528636.2765">25387 8346 3549,'0'3'254,"3"6"59,-2 2 27,1 2 8,-2 3 10,0 4 4,0 0-6,0-1 9,0-2 0,0-3-153,0-6-83,0-4-59,0-1-23,0-3-6,0 0-10,0-3-5,0-3-12,0-5-18,1-5-24,2-7-16,-1-4-28,3-5-18,2-2-12,4 3-4,-1 3-10,1 5 0,1 8 15,1 5 10,-1 6 23,-1 0 13,-1 7 18,0 3 22,-3 6 8,-5 1 6,0 7-10,-2 3-29,-3-3-94,0-1-163,-2-11-832,-1-1 0,-2-5 0</inkml:trace>
  <inkml:trace contextRef="#ctx0" brushRef="#br0" timeOffset="529684.3335">25859 8340 3670,'0'-2'114,"-6"0"22,5-1 8,-5-2 2,5 2 3,-7 0 5,-1 1 9,0 2 20,-5 0 25,-4 2-47,-2 1-30,2 7-3,-1 0-3,1 5 2,7 3 0,2-2 9,7-2 0,3-2-11,6-1-32,7-4-69,4-4-84,6 1-121,3-2-67,-1-2-98,-5-6-121,-3-2-74,-8-3 23,-3 0 80,-4 1 61,-3 4 72,0 5 111,0 1 140,0 1 88,0 1 126,0 2 157,0-1 85,4 1-4,3-1-77,5-1-50,5-2-21,8-2-42,2-7-42,0-3-28,2-7-41,-1-4-51,-4-5-50,-5-2-48,-4 0-15,-4-2 3,-8 2 34,1 1 27,-4 5 12,0 5 0,0 7 10,-4 7 11,1 5 36,-6 8 28,-4 5 8,1 5 5,-2 6-3,3 4 21,2 5 32,5 3 32,4-1 23,0 3 21,0-1-8,0-3-3,0-2-5,0-2-3,0-5-36,0-5-49,0-7-44,0-5-46,2-3-65,0-4-94,4-1-93,1-4-92,1-3-105,-1-4-61,0-3-2,-3-3 25,-1 2 46,0 2 42,-3 5 48,1 3 113,-1 3 143,6 2 96,-4 2 111,4 3 57,1 1-36,1 3-214,-1-9-905,2 5 0,1-5 0,0-3 0</inkml:trace>
  <inkml:trace contextRef="#ctx0" brushRef="#br0" timeOffset="530820.0942">26631 8257 3550,'0'0'118,"0"0"25,0 0 31,0 0 38,0 0 29,0 3 27,-1 3 56,-2 7 12,-2 5 8,2 4-73,-3 1-32,2 0-27,4-3-23,-3-2-32,2-3-30,1-4-43,-1-2-73,0-6-19,-1 0-7,2-3-31,0 0-46,-3 0-9,3-3-17,-1 2-14,1-5-2,0 1 15,0-1 17,0-3 6,0 1-1,0-1 31,0-1 44,0-2 22,0 0 16,1-2 4,-1 0 6,3-1 5,-1-1 8,0 1 13,2 2 2,-1-3 10,1 5 11,2-3-12,1 1 4,0 4 5,1-1-1,1 4 0,0 0-1,2 1-11,4 1 1,-2 2-8,2 1-27,-1 1 6,-2 3-15,-2 0-4,-5 3-21,-3 3-23,-4 4-35,-4 1-42,-4 2-58,-3 1-32,1-1-8,1-6-24,4-1-34,4-2-24,3-2 12,0-2 19,0 1 37,1 1 72,1-1 102,3 4 62,1 1 51,1 4 47,0 3 53,-2 0 32,1 0 13,-5 0 2,-1-2-9,3-1-25,-6-3-51,0-1-58,-5 0-123,-3-3-221,-4-11-847,-3 5 0,1-4 0,7-3 0</inkml:trace>
  <inkml:trace contextRef="#ctx0" brushRef="#br0" timeOffset="531282.2943">26882 8440 3791,'0'1'140,"0"5"32,0 0 19,0 2 13,0 0 11,0-1 13,0-1 27,2 0 42,3-3 10,8 0-69,6-3-50,6 0-29,3 0-12,1-3-8,-7-3 4,-6-1-18,-7-3-24,-3-4-43,-12 0-20,-5-1-10,-14 1-8,-7 0-10,-5 4-50,-3 5-79,6 4-195,8-1-1030,11 2 0,6 0 0,8 2 0</inkml:trace>
  <inkml:trace contextRef="#ctx0" brushRef="#br0" timeOffset="532586.7621">24446 8515 2470,'0'0'60,"1"0"8,0 0 17,2 0 24,1 0 23,5 0 24,1 0 40,2 0 32,0 0 22,2 0-34,3 0 7,2 0-5,3 0-14,3 0-21,5 2-24,3-2-22,0 3-41,6-1-30,1-1-34,0 3-29,-2-2-28,-2 2-13,-2 1-2,0-1-4,-2 1-2,4 0 0,1-1 0,2 2-2,1-3 5,5 2-13,-2-1-13,-4 1-20,3-1-10,-4 0-2,-3 0-3,-1-2-1,1 2 1,-2-1-1,-2-3 8,5 1 25,-3 1 26,3 0 28,1-2 9,1 0 2,-2 0 2,3 2-5,-2-2-3,-2 1-2,-2 0-1,2 2-5,0-2 2,1 0-2,1 0 1,5 1 0,2 0 2,2 0 5,4-2 2,4 3 5,3-1 0,1 1 4,2-1 2,1 2 4,0-1 5,-7 0 6,-7-1 12,-4 0 7,-8 0 2,-10-2 0,-9 0 2,-5 0-22,-7 0-91,4-2-271,-7 0-336,0 1 0,2 0 0,-1-2 0</inkml:trace>
  <inkml:trace contextRef="#ctx0" brushRef="#br0" timeOffset="535229.0106">23946 8908 932,'0'0'60,"0"0"34,0 4 34,0-2 59,0-1 57,0 1 53,0 0 52,0-2 49,0 0 36,0 0-12,0-2-12,0 2-30,0 0-32,0 0-57,0 0-57,0 0-54,0 0-50,0 0-50,0 0-34,0 5-24,0-3-5,0 5 1,0 2 10,0-1 1,0 4 11,0-1 1,0 0 4,0 3 5,0 1 10,0 2 1,0 2-1,0 2 4,0-4-5,-1 3-1,-3 1 7,2-2 6,1 0 4,0-1 4,1 0 2,0-2-3,1 1-4,-1-1-12,0 1 1,0-2 2,0 2-12,0 0-11,0 1-2,0-1-13,0 4-5,0 2-7,0-4 3,0 5-4,0-2 10,0-2-11,0 1-5,0-1 5,0-2-6,0-1 11,0-1-10,0-1 15,0 0-7,0 1 6,0 1-10,0-3 3,0 2 4,0 0-2,0 0-1,0 0-8,0-1 3,0 0-15,0-1 14,0 1-3,0-2 2,0 1-8,0-2 6,0 0-1,0 1-1,0 2 4,0-1 1,0 2 11,0-1-11,0 2 5,0 0-8,0-1 14,0 2-12,-1-1 2,-2 1 12,1 1-6,0 0-6,-1 0 2,0 2-1,0-2-9,-1 0 12,2-1-8,-1-2 4,0 0 0,1-1-5,1 0 3,-2-3 7,0 4-6,1-2 14,-1 2-2,3-2-9,-3 2 5,1-1 11,1 2-14,0 0-3,-3-1 0,0 0 5,1 1-5,-1-2-9,1-1 6,3 0-1,-3 1-6,1 0-5,-3 0 14,2 1-1,1 1 1,-2-2-6,1 0 0,2 1 5,1 1 3,-3 0-3,3 2 9,-2 0-12,2-1 1,-1 1 2,1-1-3,0 2 1,0-3 4,-3 2-4,3-5-4,-3 2 3,3-3-5,0 3 6,-1-3-3,-3 0-2,2 1 2,-3 1-3,1-2-2,1 0 0,-3-1 0,1-1 0,5-3 0,-2-1 0,2-2 0,0-1-2,0-3-8,0 0-9,0 4-21,0-5-25,0 0-76,0 0-137,6 0-348,-5-5-776,-1-3 0,3-10 0</inkml:trace>
  <inkml:trace contextRef="#ctx0" brushRef="#br0" timeOffset="537929.1192">23990 8927 1182,'0'0'166,"0"0"70,0 1 28,0-1 13,0-4 8,0 4 11,0 0 32,0-1 29,2 1 24,-2-1-100,4-2-28,2 1-55,1-1-12,1 1-2,-1 2 5,3-4-1,1 4-21,0-3-19,4 1-4,5 1-10,3 0-3,2-2-12,7 3-14,0 0-10,3 0-11,-3 0-11,1 0-5,-3 0-10,1 0-1,-4 0-24,5 0-7,-1 0 5,-2 0 1,-1 0-3,1 0 1,1 0 5,0 0 1,-1 0 2,1 0-19,1 0 2,-2 0 7,-1 0-6,2 0-7,-4 0 7,-1 0-7,0 0 0,0 0-12,-1 0 5,-1 0 0,0 0 4,0 0-11,-2 0 2,4 0 4,0 0-7,-3 0 1,6 0 4,-3 0-2,-4 0-1,1 0 3,-4 0-2,3 0-7,-3 0 1,1 0 2,2 0 6,4 0 2,0 0-7,5 0-4,1 0-2,-2 0-1,1 3 5,-2-1 7,-3 2-6,-4-3-4,0 3 3,-7-4-3,1 2 0,-3-2 5,1 1 5,2-1-6,4 2 3,4-4-3,3 4 3,6-4 1,-1 4-7,1-2 0,-6 0 0,-4 2 8,-4-2-6,-6 0-2,0 0-4,-4 0 0,-1 0 1,0 0 2,4 0-3,-4 0 5,5 0-5,4 0 0,-1 0-1,4 0 1,1-2 2,-1 2-5,-2 0-3,1 0-12,-5 0 5,0 0-19,-2 0 4,-4 0-10,0 0-1,0 0 5,-3 2-8,2-2 5,-2 0 4,1 3 8,2-2-1,2-1 19,-2 0 0,-2 0 0,1 0 8,0 1-8,-1 2 4,-3-2-7,0-1-19,2 2-5,-4-1-3,2-1-4,-2 2 0,0 0 9,0-1-8,2 1 7,2 3 3,0-5 8,2 2 17,-3-1 4,1 1 4,-2 1 3,-2 1 0,2 0 0,-2-2-2,0 1 5,0-1 3,3 1 3,-3-1 4,0 2 4,0 1 19,0 1 2,0 1 8,-3 3 7,3 2 11,-2 1 10,2 2 9,-6 3-7,6 5 8,-2-2-2,1 6-18,-3 1-4,4 2-3,-2-1-7,0 1-14,-1-1-7,-1-1-5,1-3 16,-1 2-6,2-3 4,1 1-2,-3 1 10,2 0 12,0 2-3,1 0 10,-2-1 0,1 0-1,2 0-18,0-1 6,0 0-4,0 0 3,0 0-16,0-1-17,0 0 17,0-2-7,0 3-6,0-3-12,0 3 9,-1-3-12,1 2 0,-1 1 2,-4 0-1,3-1 3,0 3-17,-3 3-7,-1 1 10,1-3 8,-2 3-1,1-4 0,2 2 0,1-3 1,0-1 4,2-2-3,0-2 6,-1 0 7,2 2-9,0-2-1,0 3-6,0-1 8,0 2-3,0-2-6,0-1 2,0-2 3,0-4-11,0-2-1,0-3-11,0-3-8,-3-3-19,3-3-22,0-3-25,0 0-44,-1 3-54,0-1-70,-2 0-160,24-4-900,-27 2 0,-1 0 0,-1 0 0</inkml:trace>
  <inkml:trace contextRef="#ctx0" brushRef="#br0" timeOffset="539592.5006">23796 10908 1112,'0'3'115,"0"-2"42,2 1 29,-2 2 24,0-3 30,3-1 30,-1 0 29,4 0 39,-5 0 30,2 0-48,0 0-25,1 0-27,-1 0-17,2 0-11,1-1-20,-2 1-25,2-1-16,3-2-31,-2 2 30,3-1 5,0-1-13,2 1-3,1 1-3,2-1-13,2 2-8,1 0-4,4 0-14,0-1-4,0 1-61,3-1-24,3 1-4,-3-1-10,0 1-9,-2-2 3,1 2 2,-2 0-3,3 0-3,-4 0-2,3 0 3,-1 0-4,1 0 3,-2 0-2,0 0-2,3 0-1,-5 0-6,3 0 1,-2 0-2,-2 0 1,2 0 1,-3-1-1,3 1-11,2 0 3,2-1-3,0 1 8,5 0 0,-1 0 2,0 0-8,-2-1-7,1 1-6,-3 0-4,-1 0 3,1 0-6,-3 0 10,3 0-16,0 0 2,4 0 3,4-2 3,1 2 4,0 0 9,1 0-7,1 0-2,-7 0-19,-5 0-16,1 0 3,-6 0-17,2 0-12,1 0 7,3 0-4,-4-2-9,4 1 14,0 0 2,-2-1 17,2 1-1,0 0-13,-1 1 6,-2 0 1,-3 0-3,2-1-1,0 1-1,0 0-4,1 0-10,0 0 6,3 0 9,0 0 14,2 0 5,0 0 9,1 1 6,0-1 5,-5 0 5,1 1 6,0 0 7,-5-2-2,-1 1 2,0 1-3,-4-2-1,-2 1-25,1 0-23,-2 0-40,-1 0-51,-4 0-71,7 0-163,-6-8-435,-2 7 0,-2-1 0,0-1 0</inkml:trace>
  <inkml:trace contextRef="#ctx0" brushRef="#br0" timeOffset="540584.098">26150 10417 1014,'0'0'89,"0"1"60,0 3 59,0-2 56,-4 0 36,4 2 42,-2 0 37,2-1 34,-1 0 17,0 1-14,-2 1-27,0 0-50,1 3-48,-4 2-48,0 2-28,-2 0-29,1 6-30,0 1-35,-1 3-25,1 2-30,1 2-9,-2-1-12,1 2-12,-1-1-6,-2 2-9,3-3-9,-1-5-4,0 1-3,3-2 9,1-5 0,-2 0 1,0 0 2,4-4-4,-3 0-3,1 0 2,-2-1-1,2 3-2,0-1 0,-2 1 1,2-3 0,1 1-9,-2-1 1,2 0 1,-1-3 0,2-1 0,1-4-3,1 0-1,0 1 4,0-2-3,0 1 5,0-1 3,0 0 0,-3 0 0,0 0 8,-5-1-3,-2-1-24,-7-3-33,-4-1-102,-6-2-277,-6-51-734,-5 41 0,1 0 0,-7-6 0</inkml:trace>
  <inkml:trace contextRef="#ctx0" brushRef="#br0" timeOffset="542318.6514">23955 9269 1708,'0'0'199,"0"0"7,0 0 11,2 0 23,0 0 42,4 0 33,0 0 37,3 0 28,-1 0 17,-4 0-127,3 0-44,-1 0-6,0 0-7,0 0-21,1 0-35,3 0-30,2 0-33,8 0-27,0 0-16,8 0-18,0 0-5,2 0-3,1 0-4,-2 0-2,2 1-4,-2 1-3,-2 2-6,1-4 0,1 1 0,-1 0-2,2 0-3,0 1 1,3-2 1,-4 0-1,3 2 0,2-2-3,-3 3 3,0-1 0,-1 1 0,-2-1-3,0-1-3,1 2 1,0-1-7,4-1-4,1 1-1,-3 0-4,0 1-2,1-1 0,-2 1-3,4 0 1,0-2 3,-2 2-3,0 0-3,0-1-4,1-1-5,-2-1 4,-1 3-1,-2-3 0,2 0 2,0 0 2,0 0 1,2 0 2,-2 0 3,4 1-1,-2-1-9,-2 2-6,1-2 0,-5 0 0,2 0-1,-3 0 0,-3 0-2,3 2 0,4-2 6,-3 0 9,3 0 14,2 0 7,-2 0 0,0 0 0,-1 0 1,-3 0-2,0 0-2,-7 0-3,-1 0-8,-6 0 4,3 0-4,-3 0 0,4 0-1,-1 0 2,2 0-1,1 0-1,1 0 5,-3 0 2,1 0 7,-4 0-2,-1 0 2,-3 0 3,2 0 2,0 0-1,-3 0-1,1 0 3,-2 0 0,-4 0-20,0 0-55,-2 0-69,7-2-340,-14 2-358,-3-2 0,-2 1 0,-9-2 0</inkml:trace>
  <inkml:trace contextRef="#ctx0" brushRef="#br0" timeOffset="543697.1488">23927 9781 2809,'0'0'107,"0"0"26,3 0 40,-1 0 39,4 0 24,1 0 29,-3 0 25,4 0 21,0 0 11,-2 0-53,3 0-40,0-1-17,4 1-39,-1 0-34,6-2-26,2 1-27,4 1-21,1-1-23,6 0-16,2-1-1,3 1-12,0 1-7,5-1 3,0-1-8,2 1 3,-1 1 0,3-1-2,-5 1 2,1 0 9,-3-1-14,-2 1 7,-3 0 4,0 0-2,-1 0-6,2 0-5,-1 0-16,1 0-6,-2 0-4,4 0-9,-1 0 6,-3 0-2,3 0-7,0 0-1,2 0 6,-3 0-2,1 0 4,-3 0-4,-1 0-6,0 0-4,0 0-3,0 0-3,-3 0-1,2 0-3,-3 0 4,2 0 5,-1 0 9,3 0 4,-5 0 1,6 0-7,-3 0-11,-1 0-16,2 0-18,0 0-3,0 0-2,0 0 2,6 0-4,-5 0 5,1 0 12,-4 0 12,-3 0 9,-3 0 8,-3 0 7,1 0-4,2 0-1,0 0-2,3 0 4,3 0-1,-2 0-13,-1 1-29,-4 0-7,-9 0 2,-3 1-4,-5-1-5,-4-1-13,0-1-158,-6-5-378,-4 3 0,-3 2 0</inkml:trace>
  <inkml:trace contextRef="#ctx0" brushRef="#br0" timeOffset="544989.4127">23931 10342 2006,'0'0'58,"1"0"30,1 0 32,3 0 40,-2 0 28,4-2 29,1 2 32,2-3 41,4 1 23,0 0-21,0 0-4,4 0-19,1 2-24,5 0-40,5 0-25,4 0-26,3 0-31,3 0-39,7 0-26,1 0-18,0 0-9,-1 0-13,1 0-7,-4 0 1,0 0-5,-1 0-1,0 0 1,0 0-3,3 0 5,2 0-5,-4 0-3,0 0 2,0 0 1,-3 0-2,-1 0 2,-3 0-5,-1 0 0,-4 0-3,3 2-2,-3-2-1,2 0-2,-2 0-8,3 0-4,-2 0-3,-2 0-2,-2 0-5,2 0-3,-2 0-2,0 0 0,1 0 0,-4 0 1,2 0 4,-2 0 0,2 0 2,2 0-2,2 0 0,-1 0 2,-1 0 2,2 0 0,-2 0-1,-1 0-5,-3 0-11,-2 0 0,-1 0-3,2 0 2,-3 0-3,2 0-17,1 0-23,-3 0-9,-2 2-3,2 0 1,0-2 11,0 0 1,-5 0 3,1 0 0,-3 0 7,-2 0 11,0 0-23,-3 0-100,2-4-171,-5 2-305,-4 1 0,-2-3 0,-2-2 0</inkml:trace>
  <inkml:trace contextRef="#ctx0" brushRef="#br0" timeOffset="546986.885">24454 8927 1445,'0'0'68,"0"0"33,0 1 19,0-1 12,-3-1 9,2 1 17,1 0 30,0 0 37,0 0 31,0 0-25,0 0 3,0 0-11,0 0 10,0 0 0,0 0-4,0 0-16,0 0-29,0 0-38,0 0-30,0 0-24,0-1-22,0 1-21,0 0-30,0-2-11,0 2-6,0 2-1,0-2 4,0 4 4,0 2 5,0 3 1,0 5 32,-1 2 16,1 3 6,0 4 6,0 4 11,0 3 4,0 2-2,0 3 3,0-2 0,0 0 7,0-1-28,0-2-10,0 0 21,0-1 4,1-2-4,-1 0 17,0-1 7,4 0-3,-4 4 2,0 1-4,1-1-1,-1 0-8,0-1-24,3-1-7,-3-3-3,0 2-20,0-3-17,0-3 4,0 2-11,0-4-5,0 2 3,0-4 2,0 2-4,0 0-3,0 0 3,0 0-3,0 3 7,0 2 0,0-1-4,0 2 2,0-2-8,0 1-2,-3 1 6,2-1 2,-3 5-2,2-5 2,0 0 0,-1 0-8,3-1 19,0 1-8,0-3 12,0 0 7,0 0-4,0-1 0,0-1-10,0 1 3,0-3 5,0 3-1,0-3-15,0-2 6,0 2-3,-3 0-4,0-1 0,-2-2-6,-1 3 11,3-2-8,2-2-4,0 1 0,-2-2 9,3 2-3,-2-2-9,1 4-6,0-2-2,-1 0 8,-1 0-4,3-3 10,-2 2-9,2-2 0,0 3-4,0-2 4,0 2 0,-3-5 0,0 4 7,3-1-6,-4-1-2,0 3-4,2-2 8,-2 0 0,2 3-3,0-3 4,1 0 3,0 2 0,-1 0 0,-2-1 0,1-2-5,-1 2 11,4-3-3,0 0 2,0-3 0,0 1-3,0-4 0,-2 0 2,2-1-2,0 0-10,0-3 3,-2 0-36,2 0-103,0 0-124,8 0-357,-5-7-710,1-12 0,-1-15 0,8-19 0</inkml:trace>
  <inkml:trace contextRef="#ctx0" brushRef="#br0" timeOffset="548775.3468">24975 8915 1847,'0'0'136,"0"0"18,0 0 13,0 0 19,0 0 27,0 0 34,0 0 41,0 0 26,0 0 20,0 0-84,0 0-10,0 0 2,0 2-1,0 3-9,0 1-17,0 4-24,0 2-20,0 5-20,0 4-4,0 3-12,0 6-15,0-2-17,0 4-11,0 2-12,0 0-3,0 0-11,0 1-23,0-2-6,0-1-14,0 1-3,0 1-8,0-4 5,0 1 4,0 0 1,0 1-7,0-1 6,0 1 2,0 0 2,0 0 0,2 1-1,-2-3 1,0 1-8,0-1-3,3-1-2,-3-1 3,-3 0-3,3-2-5,-2-2 1,1 2 0,0-2-4,1 2-5,0-1 0,1 2 7,-2 2-10,2 1-1,-1-1 2,0 3 11,0-3-12,0-2 0,-1-2 8,-5 3-7,4-4 10,-5 2-5,4 0 11,0-3 0,3 2-7,0-4 3,0 0 13,0 1-13,0-1 6,0-5 4,0 3-3,0-5-6,0 4-1,0 0-2,-3 0 2,0 0-6,0-2-8,2 0 13,1-1-11,0-3 9,0-1-6,0 1 1,0-1-5,0-3 1,-1 3 3,0-1 3,-1 1-2,-1 3-8,1-2 7,0 3-2,2-3 0,-1 2 0,1-2 5,0 0 11,0-2-6,0-1-11,0-1 0,0-3-1,0-2-4,0-1 3,0-2-18,0 0-24,0 1-22,0-1-44,0 0-23,0 1-29,0-1-56,0 0-150,10-1-344,-8 0-361,2-3 0,-1-8 0,5-7 0</inkml:trace>
  <inkml:trace contextRef="#ctx0" brushRef="#br0" timeOffset="550265.467">25522 8922 2476,'1'1'112,"-1"3"25,0-1 18,3 2 25,-3-2 35,0 2 28,0-2 25,0 3 25,0 2 19,0 3-55,0 2-31,0 6-11,0 4-10,-3 5-24,2 7-29,-1 2-28,1 4-23,0 2-25,1 0-16,0-1-17,0 1-10,1 1-9,-1-1-2,0 0 10,0-3 1,0 2 10,1-4 1,-1 2 4,0-1 0,-2 0-1,-2 5 5,-2 0-4,-3 1-16,0 0-9,2-5-13,0 0-3,3-5-10,0 2 0,4-5 2,0-1-2,0 0-6,0-3 5,0-2 6,0 0 7,0-2 1,0 0-4,0 0 7,0 2-8,0-1-6,0-1 3,0 0 0,0-3-2,0-4 1,0 1-8,0-6 5,0 2-3,0-2-4,-3 4 11,-1-1 6,1-2-10,0 3 6,0 2 2,3-2-4,-1 2 1,0 3 3,0 1-7,-1-1-1,-1-1 6,3-2-12,0 1 6,0-3 4,3-1-4,-3 1 16,0 0-7,0-1 6,0-2-1,0-1 11,0-1-10,0 0 2,0 0-32,2-4-50,-1 0-50,0-1-158,14 0-370,-13-4-470,2-2 0,0-7 0,-1-3 0</inkml:trace>
  <inkml:trace contextRef="#ctx0" brushRef="#br0" timeOffset="551638.679">23194 8478 957,'0'1'179,"-2"0"67,2 2 43,0-2 32,0-2 49,0 1 25,0 0 16,0 0 7,0 0 6,2 0-78,-2 0-66,2 0-58,2 0-38,2 1-18,1 2-32,2-1-13,3 3-5,-1-3 18,4 6 19,2 1-9,1 0-10,4 5-12,1-2 6,4 2-16,-3 1-10,1 1-9,-1 0-18,0 1-23,-1-1-21,1 1-12,-1 1-7,2-2 0,-1 1-2,2-1-2,-1 0-5,0 1-4,0-3 12,-4 2-2,1-3-10,-3-2 9,4 2-15,-1 0-8,0-1-12,-1-1 1,-2 1-4,-2-1-13,-3-1-13,-3-4-8,-1 1-17,-2 0-10,-1 1-10,0-2-25,0 1-32,1 0-70,-1 1-74,3-2-91,1-2-171,-4-6-363,-3 4 0,-1 1 0,-3-1 0</inkml:trace>
  <inkml:trace contextRef="#ctx0" brushRef="#br0" timeOffset="553327.4863">22974 8728 1020,'3'0'82,"-2"0"42,2 0 40,4 0 42,-4 0 42,5 0 31,-4 0 26,2 0 28,-6 0 32,3 0-11,-3 0-31,0 0-34,0-2-32,0 1-39,0-1-37,0 0-28,0-1-23,0 1-27,-3-1-32,0 2-24,-1-1-13,-2 2-6,-2-1-6,-2 4 3,1 2 0,-1 3 4,0 4 3,5 2 5,-1 5 3,5-3-1,-2-3 4,6 1-3,1-2 4,2-3-2,6-1-9,6-4-14,1-2-26,3 0-16,-1-2-4,-4-2-2,-5 2-7,-5 0-4,-1 0-8,-6 0 9,2 2 14,-2-1 19,-2 6 26,2 5 11,0 3 4,0 3 3,0-2 3,0 1-9,0-3-63,0-4-187,0-9-872,0 1 0,0-4 0,0-5 0</inkml:trace>
  <inkml:trace contextRef="#ctx0" brushRef="#br0" timeOffset="554049.9572">23157 8868 1907,'0'0'165,"0"0"31,0 0 31,3 0 37,1 0 47,-1 0 34,5 0 14,2 0 16,5 0 9,-2 0-129,-4 0-25,3 0-32,-3 2-28,-7 2-34,0 3-50,-2 3-33,0 1-14,-4 2-28,-2 1-26,0 0-33,-3 0-17,1-4-22,4 2-34,4-6-24,0-1-3,0-1 4,0-1-2,0 0 12,3 0 30,-2 1 40,3 1 26,0 2 40,1-3 52,-1 3 31,-1 0 10,-2 1 3,-1-1 11,0 0 12,0-1-7,0-3-6,0-2-10,0-1-15,-4 0-26,-5 0-35,-3-1-85,-3 1-168,2-7-296,-3 5-408,0-3 0,11-2 0,3 2 0</inkml:trace>
  <inkml:trace contextRef="#ctx0" brushRef="#br0" timeOffset="555314.5903">23415 8826 1778,'0'0'145,"0"0"42,0 0 31,0-1 23,0-1 33,0 1 9,0 0 4,0-1 15,-3 1 23,-3 1-77,0 0-21,-3 0-24,-3 3-10,2 3-9,2 3-26,1 3-1,3 4-2,0-1-8,4 4-20,2-5-17,4 2-12,7-4-6,-1-2-23,9-3-35,2-4-29,0-2-17,-4 1-6,-4-2-7,-5-2-13,-7 2-13,-2 2-2,-1-1-1,-1 4 16,-2 2 22,0 5 26,-1 2 17,1 0 6,2-4-1,0 0-24,1-1-85,2-3-284,1-47-761,-3 38 0,4-2 0,6-7 0</inkml:trace>
  <inkml:trace contextRef="#ctx0" brushRef="#br0" timeOffset="555792.3901">23565 8976 2294,'0'0'124,"0"0"43,0 0 33,0 0 39,0 0 33,0 0 18,2 0 16,-2 0 10,2 0 17,5 0-52,3 0-64,-2 3-39,0 2-32,-1 2-35,-1 3-35,-5-1-21,0 2-13,-2 0-12,-6-1-17,-2 0-8,1 1-4,-4-4-4,1 0-1,4-3-5,3 0 3,1-4 0,3 4-2,0-4 1,0 2 12,0 0 17,3 0 10,6-2-1,4 0 1,7 0-40,5 2-150,12 1-333,-9 0-532,-2 0 0,-8 0 0,-6-2 0</inkml:trace>
  <inkml:trace contextRef="#ctx0" brushRef="#br0" timeOffset="557360.866">23475 8198 2269,'0'0'179,"-2"0"46,2-1 44,0 0 33,-1-2 28,1 0 18,-1-1 16,-1 2 4,1 0 2,-2 0-132,0 1-46,-5 1-42,-2 0-42,-3 0-29,-2 0-20,-1 3-17,-1 0-11,1 5-2,0 0-1,2 4 4,3 2 4,4 0 8,2 0 6,5 0-3,0-2-2,3 0 7,3 1-3,3-3-22,5-1-37,4-3-48,1 1-56,1-3-34,-2-2-20,-3 0-4,-5 0-15,-6-4-18,0 4 17,-4-1 58,0 2 63,0 3 74,0 0 66,-4 3 41,0 0 17,1 5 0,-3-3 13,5 1-5,-2-2-63,3-1-164,13-3-428,-11-3-509,4-3 0,2 0 0,2-6 0</inkml:trace>
  <inkml:trace contextRef="#ctx0" brushRef="#br0" timeOffset="557841.1214">23573 8371 3411,'0'0'107,"0"0"39,0 0 33,2 0 40,-2 0 40,0-2 30,0 2 66,0 2 50,-2 5 29,2 1-39,-4 4-16,2 4-39,0 3-33,2-3-40,0 2-40,0-2-92,0-3-226,0-2-399,0-42-964,2 30 0,-2-5 0,0-1 0</inkml:trace>
  <inkml:trace contextRef="#ctx0" brushRef="#br0" timeOffset="558882.9285">23776 8256 594,'1'0'80,"0"0"35,0 0 35,1 0 23,2 1 30,-2-1 39,-1 0 37,2 0 22,-2 0 27,2 0-24,0-1 18,0 1 4,-3-1-3,0-1 2,0-1-12,0 2-33,0-2-32,0 2-23,0 0-27,0 1-31,-5-1-41,-3 1-39,-2 0-23,-2 1-17,-2 1-12,0 5-3,3 0 3,0 5 9,4-1 6,3 5 15,2-3 4,0 0 4,2-2 9,5-3-8,5-1 0,2-1-2,4-3-16,2 1-14,-2-1-15,-3 3-35,-6-1-14,-2-1-2,-5 4-20,2 1 2,-2 3 1,0-3 1,0 3 19,0-3-3,0 1-20,0-3-23,0-2-81,5-1-294,1-48-694,-2 39 0,4-5 0,2-1 0</inkml:trace>
  <inkml:trace contextRef="#ctx0" brushRef="#br0" timeOffset="559373.6425">23909 8428 4438,'0'4'94,"0"2"27,0 0 16,0 3 8,0-1 6,0 1 8,3-1 14,0 1 23,3-2 28,3-5-53,3 2-20,5-4-17,4 3-17,-2-6-4,2 2-5,-5-4-5,-3 1-9,-3-4-27,-5-2-23,-3-1-14,-4 3-12,-8-1-4,1 3 0,-8 2-8,0 1-28,-2 1-70,4 2-94,4 0-224,2-16-852,4 14 0,5-3 0,-3-3 0</inkml:trace>
  <inkml:trace contextRef="#ctx0" brushRef="#br0" timeOffset="561123.6551">24082 8666 2135,'0'0'163,"0"0"31,0 0 26,0-1 29,-1 0 10,-2 0 9,1 1 8,-3-1 4,0 1 12,-3 0-100,-4 0-44,5 0-17,-5 1-18,-1 2-15,1 4 2,-2 1 5,3 5-4,4 2 0,2-3-7,3 0-10,4 1-7,-2-3-9,1-1-6,7-2-11,2-3-12,2-2-15,3 0-12,4-2-16,-3 0-29,2-2-32,-5 0-27,1-2-35,-4-1-24,0-2-34,-4-2-36,-1 4-21,-2-2 1,0 0 4,-3 1 26,3 2 28,-2-1 24,1 1 29,0 3 22,5-2 29,-3 3 34,2 0 20,0-2 4,-2 2 6,-2 0 7,1 2 13,-1-1 19,-1 5 13,-1 1 4,1 3 9,2 1 5,3 1 8,1 0 6,4-3 7,0 1-2,5-7-10,1 1-13,2-4-9,1 0-3,2-4-6,-8 1-9,-2-4-5,-6-1-7,-5-4-2,-8-1 9,-5-1 12,-10 0 2,-2 2 5,-5 1 1,4 3-5,3 3-22,4 3-113,12-2-280,2 1-392,4 0 0,2-2 0,6 0 0</inkml:trace>
  <inkml:trace contextRef="#ctx0" brushRef="#br0" timeOffset="561867.031">24600 8680 1984,'-5'0'160,"0"0"36,-6 3 25,0 1 42,-2 3 24,3 3 30,2 2 29,1 0 24,4-1 20,2 0-78,1-4-54,3 2-16,4-3 2,2-5-40,4 2-14,8-3-26,-2-1-26,0-2-24,-3-2-16,-4-2-26,-5-2-27,-3 0-28,-4-1-45,-6 0-3,-3 0-12,-3 2-14,-1 0-13,-2 4-21,4 1-66,1 2-118,9 0-249,1-32-547,0 26 0,1 1 0,6-3 0</inkml:trace>
  <inkml:trace contextRef="#ctx0" brushRef="#br0" timeOffset="562419.1547">24772 8630 2730,'0'0'166,"0"0"51,0-1 24,0 1 21,0-1 5,0 1 1,0-2 1,0 2 8,0 0 31,0 0-79,0 3-12,0 3 10,-1 4 21,0 6-6,-3 3 5,4 5 1,0 2 3,-2 0-7,2 1-29,2-5-39,-2-1-35,0-4-82,0-5-103,0-3-120,0-2-192,0-18-1081,0 9 0,0-1 0</inkml:trace>
  <inkml:trace contextRef="#ctx0" brushRef="#br0" timeOffset="563223.6483">25225 8667 3352,'0'0'107,"0"-1"42,0 1 18,0 0 14,0-1 15,0 1 9,0 0 19,0 0 39,0 0 29,0 0-28,0 2-3,0 3-20,0 3 4,0 4-9,0 6-9,0 2-11,0 1-16,0 0-37,0-1-33,0-2-38,0-3-44,0-3-47,0-3-92,0-2-86,0-2-227,0-12-953,3 6 0,-3-5 0,4-2 0</inkml:trace>
  <inkml:trace contextRef="#ctx0" brushRef="#br0" timeOffset="563720.5155">25380 8678 2675,'0'0'76,"0"0"38,0 0 46,0 0 68,0 0 37,0 0 38,0 2 36,0 3 55,0 2 30,-2 5-22,2 2-3,-3 1-28,3 5-43,0-1-63,0 1-35,0-3-44,0-3-69,0-1-141,-1-1-126,-1-2-230,2-11-964,0 4 0,0-3 0,0-2 0</inkml:trace>
  <inkml:trace contextRef="#ctx0" brushRef="#br0" timeOffset="564635.066">25805 8696 2057,'0'0'98,"0"0"40,0 0 28,0 0 19,0 0 18,0 0 27,0 0 27,0 0 15,0 0 26,0 0-22,0 0-10,0 0-10,0 1 17,0 6 19,-3 1 31,0 5-8,-1 4-19,-2 3-13,1 4-24,1-4-38,1 1-24,3-4-35,0-4-65,0-5-104,0-1-165,2-2-299,0-40-883,4 32 0,-2-5 0</inkml:trace>
  <inkml:trace contextRef="#ctx0" brushRef="#br0" timeOffset="565150.2247">25952 8784 3275,'0'0'26,"0"0"46,0 3 32,0 0 33,-2 5 8,1 2 6,-2 1 15,0 1 26,1-4 34,4 3 17,5-8-18,6 2-43,1-5-30,7 0-30,1 0-6,0-3-3,-4-2-14,-6-2-20,-3-2-34,-8-6-17,-1 1-9,-4-2-6,-10-1-3,-3 5-5,-5 2-3,-5 6-28,3 2-58,3 4-161,17-2-353,-2 3-400,6-3 0,3 1 0,0-2 0</inkml:trace>
  <inkml:trace contextRef="#ctx0" brushRef="#br0" timeOffset="567081.7114">23648 9139 2016,'0'-2'134,"0"2"32,0-1 10,-4 0 7,4 1 12,-3-3 16,-2 3 33,1 0 46,-3-1 29,-3 0-63,0 1-24,-3-1-24,-2 1 9,0 2 4,1 2-2,2 5 2,1-1-16,4 4-38,4-2-16,3 2-16,3-3-11,4 0 1,4-3-17,1-3-25,7 0-55,1-3-59,4 0-58,-3-3-41,-3 0-38,-3 0-9,-5-4-17,-1 0-11,-6-3 0,2 4 18,-3-1 46,1 2 37,-3 3 36,1 1 36,-1 1 32,0 0 14,0 2 11,3 2 12,-3 2 2,0 0 7,2 3 8,0-3 19,5 2 15,0-4 7,4 0-4,5-2-8,0-2-7,1 0-10,2-2-3,-1-2-7,-4 0-12,-3-4-11,-3-2-11,-4-1-14,-2-2-9,-8 3-2,-5-1-2,-4 3-14,-5 2-43,-5 4-73,3 1-193,12-6-744,-5 7 0,6-1 0,2 0 0</inkml:trace>
  <inkml:trace contextRef="#ctx0" brushRef="#br0" timeOffset="567987.2807">23533 9432 2013,'1'0'203,"1"-1"67,-2 0 50,1-1 17,-1-1 15,0 2 9,0-1 18,0 2 18,-1-2 21,-5 4-92,-5 1-48,3 4-38,-5 2-44,2 5 6,7 3 0,0-1-4,3-1-4,2-3-9,3-4-9,6-2-28,5-2-29,2-3-21,5-2 1,-2-3-26,-1-2-19,-5-1-11,-6-5-35,-5-1-37,-3-3-23,-3 2-31,-7 0-29,-2 5-55,-5 3-55,0 2-44,1 4-77,5 0-119,5 0-162,27-5-481,-18 4 0,5-1 0,0 1 0</inkml:trace>
  <inkml:trace contextRef="#ctx0" brushRef="#br0" timeOffset="568477.9355">23719 9416 3610,'0'-3'156,"3"-1"26,-3-1 10,1 2 0,-1 1 7,0 1 43,0 2 41,-1 6 55,-2 0 47,-1 7-81,-2 5-10,0 5-11,0 2-6,1 3 1,5-1-7,0-2-43,-2-3-91,4-4-158,0-2-229,17-4-476,-13-6-644,-3-3 0,-2-4 0,2 0 0</inkml:trace>
  <inkml:trace contextRef="#ctx0" brushRef="#br0" timeOffset="569367.6269">23561 9931 2190,'0'0'147,"0"0"38,0 0 33,0 0 39,0 0 58,0 0 41,0 0 32,1 0 41,-1 3 40,0 1-65,0 2-20,0 5-10,0 1-18,0 3-28,0 2-56,0 0-40,0-1-29,0-1-36,0-4-52,0-1-70,0-3-81,0-2-125,0 0-134,3-2-340,-3-2-706,0-1 0,0-1 0,0-2 0</inkml:trace>
  <inkml:trace contextRef="#ctx0" brushRef="#br0" timeOffset="569839.1193">23715 9944 2063,'0'1'163,"0"2"82,0-1 78,0 3 64,0 1 35,0 4 76,-2-1 36,1 6 33,1 1 8,-3-1-110,3 4-48,0-1-111,0-3-157,0 0-205,0 1-307,0-40-976,0 30 0,0 2 0</inkml:trace>
  <inkml:trace contextRef="#ctx0" brushRef="#br0" timeOffset="570555.303">23500 10519 2338,'0'4'174,"0"1"44,0 2 50,0 2 40,0-1 26,0 0 21,0 3 14,-2 1 11,0 1 8,-1 2-107,0-4-55,-1 3-39,1 0-48,3-2-58,-3 0-47,2-3-87,0-2-207,25-4-893,-26-1 0,0-2 0,4-2 0</inkml:trace>
  <inkml:trace contextRef="#ctx0" brushRef="#br0" timeOffset="571142.0979">23665 10575 2424,'0'4'180,"-6"1"56,3 2 30,-2 2 42,-2 0 19,3 1 16,0 1 25,1 0 10,2-1 4,1-2-120,0 0-28,2-4-48,6-3-30,1 0-37,9-2-20,3 0-18,1-3-41,-7-1-14,-1-2-25,-7-4-24,-3 1-24,-10-2-18,-2 2-16,-7-1-25,-4 5-25,-6 1-52,0 2-251,0-13-635,1 14 0,6-2 0,8 1 0</inkml:trace>
  <inkml:trace contextRef="#ctx0" brushRef="#br0" timeOffset="574290.5484">15275 1878 1314,'0'-4'54,"0"2"20,-2-1 24,2-1 26,-2 1 45,-2 1 20,3-2 17,0-1 10,-2 0 13,0 3-36,0-2-11,-1 0-16,0 1-22,-3-1-27,-2 1-42,-2 0-22,3 0-16,-5 1-9,1 1-15,1-1-4,-1 1-3,0 0-4,-3 1-4,-3-1 2,-4 1 0,0 0-2,-6 0 2,6 0-6,-4 1 4,3 1 0,2 1 1,5 2 2,-2 0 0,3 1-1,1 0 0,1 3 2,1 2 1,3-1 0,0 1 2,2-1-1,-2 2-1,0-3 0,5 2 3,-6 1 1,4 0 2,1-1 1,-2 2 0,-3 3 0,5 0 1,-5 2 0,4-1 5,0 2-2,3-2 3,0 1-1,3-2-1,0 1 3,0-2-2,0-1 3,0 1 2,0 1 3,3 0-2,-1 2 4,4 4-2,-1 0 0,4 5 3,-4-3 2,5 3-1,0-1 10,5-4 5,4-1 6,5-2 8,2-4-1,1 0 0,6 0 4,-2-2-3,3 3-3,-2-1 6,0-2-12,-1 0-8,-1 0-8,-5-4-2,4 0-4,-1-4-1,1-1 1,-1-3-1,4-1-3,-3 0-1,5-2-3,-6-3 1,4 1-3,-3-5-3,3 0-2,-3 0 0,-4 1-5,0-3 1,-3 0 3,-2-3-2,-5 2 3,-1-3-1,-6-2-5,-1-1-9,-4-2-5,1-2-5,-4 1-3,3-1-1,-3-3-4,-7 3-4,7-4 2,-6 1-4,-2 1 4,-3 0 5,-1 3 6,-3-2 4,-1 2 1,1 0 0,-2 1 0,-2-1 2,-1 1-4,-5 0 2,-1 0-1,-2-2-3,-4 0-2,-5-2-6,-3 4-4,-2-1-16,-8 6-22,-8 2-38,-1 4-112,5 2-201,-2 6-372,3-3 0,10 0 0,10-1 0</inkml:trace>
  <inkml:trace contextRef="#ctx0" brushRef="#br0" timeOffset="580595.0863">24722 9007 795,'0'-1'54,"0"1"30,0 0 22,0 0 17,0-1 35,0 1 41,0 0 51,0 0 40,0 0 28,0-2-3,0 2-15,0-3-10,0 0-4,0 1 3,0 0-19,0-1-28,0 0-38,0 2-27,0-1-13,0 0-4,0-1 4,0 0-12,0 2-11,0-1-14,0 0 1,0 2-3,0-2-18,0 2-14,-1-2 4,-1 4 6,-1 2 10,-1 2 20,-3 5 22,-1 5 7,-2 4-6,2 3-6,-2 1 14,3-1 0,1-1-17,1-3-19,2-3-22,-1-4-28,4-3-28,-1-4-9,1-2-12,0-1-2,0-2-9,0 0 1,0 0-4,0 0-5,0 0-26,0 0-56,-2 0-101,2 0-140,2 0-395,-8 0-670,4-2 0,-2-3 0,2-2 0</inkml:trace>
  <inkml:trace contextRef="#ctx0" brushRef="#br0" timeOffset="581688.6508">25853 9063 1677,'0'0'129,"3"0"46,-3 0 30,0-2 20,0 1 20,0 0 27,0-2 29,0 1 29,0 1 24,0-1-72,0 0-37,0 0-44,0 2-28,0 0-14,0 0-8,-3 0-9,-2 0-3,-2 7-18,-2 3 23,-1 3 16,2 6 26,0 4 24,4 3 14,1-1 2,3 2-6,0-3-12,0-1-24,3-5-14,-6-1-47,6-4-21,-3-5-31,0-2-25,0-4-19,0-1-50,0-1-89,0 0-114,0 0-224,7-9-953,-11 6 0,-2-5 0,-2-2 0</inkml:trace>
  <inkml:trace contextRef="#ctx0" brushRef="#br0" timeOffset="585666.4567">24145 9378 1736,'0'0'108,"0"0"32,0 1 28,0-1 37,0 0 40,0 0 55,0 0 38,0 0 20,0 0 16,0 0-34,0 0-56,0 0-30,0 0-28,0 0-36,0 0-38,0 0-52,0 0-34,0 0-12,-2 3-4,-2 2 2,1 4 20,-1 6 25,0 1 0,-4 1 10,4 5-10,-1 1 5,1-4-1,-2 1-13,4-2-4,-2-5-12,4-3-27,-2 0-23,1-5-5,0-1-2,-1 0 7,2-1-10,-3-3-28,1 0-22,1 0-42,-1 0-46,-2 0-82,3 0-177,2-8-278,-2 5-391,1-5 0,0-3 0,0 1 0</inkml:trace>
  <inkml:trace contextRef="#ctx0" brushRef="#br0" timeOffset="587688.4499">25279 9425 1232,'0'0'175,"0"2"50,0-1 38,0-1 38,0-1 45,0 1 20,0 0 10,0 0 4,0 0-2,0 0-99,0 0-69,0 0-36,0 0-21,-4 1-23,2 1-24,-3 1-2,0 2 0,-2 1 34,1 3 36,1 4 15,-2 3 16,2 5 4,-3 1 4,5 3-3,-1 0-15,1 0-16,1-3-10,2 1-33,0-6-35,0-1-8,0-5-26,0-3-17,0-1-32,0-5-29,-2 1-65,2-3-100,-4 0-130,4 0-296,-7-20-693,7 14 0,-4-3 0,0-3 0</inkml:trace>
  <inkml:trace contextRef="#ctx0" brushRef="#br0" timeOffset="591784.7523">24128 10506 664,'0'0'66,"0"0"53,0 0 33,3 0 43,-3 2 39,0 0 39,1 0 36,-1-2 28,0 0 32,0 0-7,2 0-4,-2 0-29,0 0-17,0 0-34,0 0-35,0 0-35,0 0-35,0 0-28,0 0-30,0 0-28,0 0-24,0 1-10,0 2-11,0 0 3,0 5 12,0 2 13,-3 3 35,0 2 14,-3 3 11,2 1 7,0 3 7,4 0-9,-3-1-2,3 0 0,0-8-15,0-2-13,0-1-43,0-3-9,-2 0-12,2-4-8,0 0-14,-2-1-10,2 1-15,0-3-37,0 0-35,-4 1-40,4 3-46,-2-4-138,2 1-317,-2-38-541,-2 33 0,4-2 0,0-6 0</inkml:trace>
  <inkml:trace contextRef="#ctx0" brushRef="#br0" timeOffset="593947.5896">25280 10517 1852,'0'0'152,"0"0"49,0 0 29,1 0 29,-1-1 23,0-1 27,0 0 28,0 2 20,0-4 16,0 4-80,0 0-54,0-2-46,0 2-26,0 0-27,0 0-27,0 0-25,-1 0-21,0 0-17,0 0-12,-2 0-2,-2 2 7,-1 3 17,3 4 11,-3 6 13,0 2 9,2 3 4,-2 5-2,0 0-3,5 3-7,-3 0-8,1-3-8,0-4-19,2-3-12,-1-6-10,2 0-23,-1-5-64,1-1-63,0-1-206,0-11-922,0 6 0,-1-7 0,-1 2 0</inkml:trace>
  <inkml:trace contextRef="#ctx0" brushRef="#br0" timeOffset="599518.2722">24737 9979 1050,'0'0'106,"0"1"51,1 1 33,-1 0 23,0-2 19,0 1 14,2-1 18,-2 0 20,0-1 25,1 1-38,-1 0-11,0 0-34,0-2-10,0 2-5,0 0-7,3 0-7,-3-2-9,0 1-12,1 1-20,-1 0-30,0 0-26,0 0-12,0 0-10,0 0 6,0 3 26,0 3 24,-1 6 14,-3 5 12,0 4 10,-2 1 10,3 2 6,-2-4 7,2-1-10,3-2-20,-3-5-38,3-3-32,0 0-23,0-5-14,0 1-16,0-2-14,0-2-23,0 0-40,0 0-51,0-1-81,0 1-101,0 2-310,0-47-725,0 40 0,0-5 0,6-2 0</inkml:trace>
  <inkml:trace contextRef="#ctx0" brushRef="#br0" timeOffset="600660.6478">25844 9975 1863,'0'1'133,"0"2"54,0-2 30,0 1 29,0-2 36,0 0 32,0 0 21,0 0 17,0 0 8,0 0-69,0 0-55,0 0-54,0 0-29,0 0-25,0 0-35,0 0-30,0 3-16,-3 0-8,1 2 0,-2 4 10,0 3 13,0 2 15,-1 3 28,3 6 8,-2 0 11,2 5 0,1-2-8,1 1-5,0-5-11,1 1-94,-1-6-171,8 1-417,-10-5-578,-2-6 0,1-3 0</inkml:trace>
  <inkml:trace contextRef="#ctx0" brushRef="#br0" timeOffset="625273.7652">16414 14097 685,'0'0'149,"0"0"41,0 0 22,0 0 21,0 0 22,0 0 19,0 0 22,0 0 24,0 0 18,0 0-88,0-2-26,0 1-30,0-3 2,0 1-3,0-1-10,0 2-12,0 0-19,0 1-23,0 0-20,0-1-14,0 2-15,0 2 6,0 2-7,0 5 4,0 5 7,-1 6-2,-3 7-1,2 0 1,-5 5 3,2-3 2,-2-1-4,1-3-18,-1-4-14,5-5-29,-1-4-45,0-5-72,0 1-242,-2-14-773,-4 6 0,1-7 0,-2-6 0</inkml:trace>
  <inkml:trace contextRef="#ctx0" brushRef="#br0" timeOffset="626485.8893">16375 14095 787,'3'0'93,"1"-1"23,-1 1 48,1-2 27,2 2 20,-5-2 23,3 2 35,-3-3 26,1 2 18,2-2-59,-4 1-5,3-1-9,1-1-31,-1-1-12,1 1-11,2-2-18,2 1-29,-1 0-25,2 1-15,0-3-17,2 5-10,1-1-12,-1 0-16,2 1-12,-1 0-8,1 1-6,-2 0-6,-1 1-2,0 0-3,-1 0 0,-2 1-3,0 0-2,-4 3-3,1 1-3,-4 0-1,0 2 3,0-1 0,0 2 0,-3-1 2,1 2-1,-3-2-3,-3 1 3,3 1 1,-4-2-4,4 1 1,2-2-3,-1-2-1,1 0-3,3-1-2,0-2 0,0 0-1,0-1 1,0 0 1,4 0 0,-1 0 1,1 0 0,4 0-1,0 2 5,0 1 0,-1 2 1,-1 1 2,0 3 1,0 1 3,2-1 2,-4 4 2,1 1 2,0-1 3,-3 3 0,-1-1 5,0-2 7,-1-2 10,0 1 5,0-2 4,-1-1 3,-5 3 4,-1-3 4,-3 0-2,-5 0 1,1-1-1,-4 0-7,0-2-17,0 0-29,-4-4-79,2 0-123,2-5-197,3-8-514,0 4 0,-1-2 0,8 1 0</inkml:trace>
  <inkml:trace contextRef="#ctx0" brushRef="#br0" timeOffset="627674.5499">16840 14192 1353,'0'0'147,"0"0"53,1 0 33,-1 1 22,1-2 9,-1 1 6,2 0 2,-2 0 5,0 0 8,0 0-69,0 0-44,0 0-32,0 0-16,0 0-6,0 1 1,-2 2 12,-2 1 5,0 3 6,-4 3 3,1 0-2,-1 4-15,4 0-9,1 3-10,-1 2-14,4-3-6,0 1-13,0 0-7,1-5-8,3 2-11,-2-2-13,2-2 0,4-2-6,2-1-4,-3-5 3,5-2-6,-2 0-7,2-2 5,1-5-10,1 0-2,-3-3 1,0-3-10,-1-1-5,-2 2-7,0 0-8,-2 0 0,-2-2-2,-4 4-9,0 0 0,0-1-8,-7 2-16,-4 1-18,-3 2-30,-1 1-50,-7 3-73,6 2-157,5-5-209,0 5-298,1-3 0,6 2 0,3-1 0</inkml:trace>
  <inkml:trace contextRef="#ctx0" brushRef="#br0" timeOffset="628598.8885">17144 14117 1562,'0'0'138,"0"0"36,2 0 29,-2 0 18,1 0 18,-1 0 19,0 0 21,1 0 18,-1 0 16,0 0-84,1-1-29,3 1-22,-1 0-11,4-2-8,1 2-7,5-1-13,-1 0-17,5 0-5,1 0-9,3-1 1,-2 1-7,2-2-13,0 1-19,-6 1-5,0-2-12,-4 3-5,-2-1-4,-5 1-15,-1 0-10,-1 0-19,1 0-19,-3 0-13,0 0-16,0 0-28,0 0-35,0 0-85,0 0-148,0-3-228,0 1-325,-7 2 0,2-2 0</inkml:trace>
  <inkml:trace contextRef="#ctx0" brushRef="#br0" timeOffset="629090.426">17231 14237 3158,'0'0'133,"0"0"41,0 0 26,0 0 28,0 0 32,0 0 23,3 0 17,4 0 19,2-2 18,2 2-69,3 0-41,0 0-36,3 0-26,-3 0-31,1 0-83,-1 0-78,-3 0-160,7 0-367,-7-1-578,0-1 0,-1-2 0</inkml:trace>
  <inkml:trace contextRef="#ctx0" brushRef="#br0" timeOffset="630538.7477">17900 14007 1382,'3'0'95,"-2"0"43,0 0 41,0 0 29,2-2 18,-3 0 17,0 1 21,0-1 23,0-1 30,0-1-43,0 0-27,0 1-42,0 0-37,-3 1-25,1 0-13,-4 0-14,-1 2-11,0 0-5,-2 0-19,0 0-10,1 0-7,-2 0 5,-2 0 7,1 2 0,3 2 6,-4 1 4,0 4 1,2 2-9,-3 0-1,4 3 1,3 0 20,-1 2 9,2 0-3,2-1 6,-1 1 2,2-1-6,2-2-7,0 0-3,0-1 0,2-3-7,2-2-12,6 1-15,1-4-5,4-2-6,2-1-31,5-1-10,-1-2-19,1-2-12,0-2-6,-4-1-4,-4 2-8,-4-2-11,-3 5-11,-5 1-7,1 2 22,-3 3 22,2 3 19,-2 4 20,0 4-3,0 4 5,0 1 0,0 1 7,0-3 0,0-3-64,0-3-98,2-2-300,-2-6-793,2-4 0,-1-3 0,3-5 0</inkml:trace>
  <inkml:trace contextRef="#ctx0" brushRef="#br0" timeOffset="631447.8418">18074 14163 1270,'0'0'196,"0"2"63,2-2 32,-2 1 38,0-4 38,0 3 35,0 0 30,0 0 22,0 0 11,0 0-119,0-2-58,1 1-57,2-1-22,2 2-24,5-2-21,2 0-32,1 2-16,1 0-18,0 2-15,-3 0-6,0 3-10,-6 2-10,-2 0-5,-3 4-18,0 1-13,-1 1-6,-2-1-19,0 0-5,2-2 0,-5-4-13,5-1-5,0 0-10,1-1-12,0-2 3,0 0 7,0 1-12,0 2 8,0-3 1,1 5 8,-1 1 6,2-1 18,0 4 30,4-1 18,-2 1 11,1-1 8,2 1 21,-4-3 16,1 1 14,-1-1 12,-3-2 8,0-3-2,0 3-8,0-2-4,-7 0-23,-1-2-38,-5 2-71,-10 0-108,-2-1-219,61-4-1034,-63 3 0,5-2 0</inkml:trace>
  <inkml:trace contextRef="#ctx0" brushRef="#br0" timeOffset="632331.6974">18532 14008 3233,'4'-1'82,"-4"-1"21,0 1 32,0 0 29,0 1 34,0 0 35,3 0 31,-3 1 17,0 3 36,0 3-21,0 6-2,4 4-4,-3 3-28,5 4-18,-3 0-33,-1 2-37,1-4-30,0-2-24,-2-4-64,-1-5-71,0-2-74,0-4-86,0-2-134,0-1-170,0-4-197,0-21-395,-2 18 0,-5-2 0,-2-1 0</inkml:trace>
  <inkml:trace contextRef="#ctx0" brushRef="#br0" timeOffset="632833.8795">18440 14176 1546,'0'0'204,"0"0"41,0 0 14,3 1 18,-6-2 36,6 1 37,-3 0 36,3 0 36,3-2 24,3 0-115,5 0-37,1-5-13,6 4-5,0-3-14,4 3-36,-7 1-37,-4-1-44,-3 1-83,-7 0-61,-2 2-95,0 0-140,-1 0-211,4-7-703,-3 5 0,0-1 0,2-1 0</inkml:trace>
  <inkml:trace contextRef="#ctx0" brushRef="#br0" timeOffset="634122.4033">18611 13913 415,'-3'-1'44,"1"-1"41,0 0 39,-5 1 37,3 1 38,0 0 40,2 0 42,1 0 27,-2 0 14,-1 0-14,0 0-9,-3 0-36,1 0-38,-3 0-34,0 0-36,1 0-36,-3 0-39,0 0-24,0 0-5,2 0-3,-3 0 3,1 1 4,-3 1 10,3 3 14,-3-1 16,0 1 4,-1 3 10,1-1 6,1 3-5,-2 0 4,5 2-5,-2 0-1,1-2-7,3 2-11,-3 2-15,4-2-1,0 2-7,3-5-1,-1 3-1,3-1-5,2-2-6,-1 0-3,1 0 2,0-2-2,0 4-2,0-1-5,0 0-6,0-1-5,1 3-2,-1-1-5,2 1 6,3-1-9,0 2 1,1-4-5,3 3-3,0-2 9,3 1 2,1 0-10,3 0 0,-2-1 4,-3 1-12,2-3 7,-2 1-2,-6-1-3,8-1 6,-1-3-12,2 3 2,2-2 9,2-1-3,1 0 0,4 1-3,0-2-1,0-2-2,1 1 1,0-2-4,-1 0-4,-4-2-10,2 1-16,-3-3 0,-1-1-13,0-3 6,-2 1-4,-3-2 0,-1-3 3,-2 0 4,-3 0 2,-3-4 10,0 1 10,3-1 4,-5-1 11,-1-1-1,3 0-1,-3-2 0,0 1-4,0 0-7,0 0 4,0 1 0,0 1-3,-4-2-3,-5 5-3,0-3 0,-4 3 0,-6 0-1,-2 2 0,2 1 4,-4-1-1,0 1-2,-2 0 4,0 2 3,-4 2 0,2 4 1,4 1-11,-2 2-40,6 0-61,2 2-111,7 1-198,3-4-621,0 7 0,5 0 0</inkml:trace>
  <inkml:trace contextRef="#ctx0" brushRef="#br0" timeOffset="635358.7287">19084 13988 1210,'0'0'146,"0"1"54,0 2 42,-3-3 28,3 0 18,3 0 23,-3 0 26,-3 0 13,0 0 6,-2 0-92,1 0-47,-3 0-47,-2 0-31,-3 0-20,1 0-8,-3 0-7,2 0-20,-1 3-4,-1 2 16,3 4 4,-3 3 7,3 5-1,1-2-2,3 3-4,5 0-8,1-3-14,1 0-3,6-1-8,1-2-18,8-4-4,2-1-15,8-4-11,-2-3-19,2 2-9,-5-2-5,-6 0-9,-3 1-6,-4 3-3,-4-2-3,-3 4-1,2 3 4,-2 0 4,0-1 13,0 0 4,0-1 3,0-4-28,0 1-90,2-1-207,2-9-726,0 6 0,5-1 0,1-1 0</inkml:trace>
  <inkml:trace contextRef="#ctx0" brushRef="#br0" timeOffset="635905.2756">19227 14130 1882,'0'0'168,"0"0"46,0 0 42,0 2 50,0-4 43,0 2 34,5 0 23,1 0 16,4 0 8,1 0-129,2 0-36,0 2-46,-2 0-40,-3 3-51,-5 2-41,0 1-32,-3 1-23,0 2-10,-6 1-6,2 1-1,-7 0-4,0 1 1,0-2 2,3 0 2,1-3-3,5-1-2,2 1 5,0-4 3,0 2 9,2 2 7,5-4 5,4 0 0,4 0-1,7-3-57,6-1-92,4 1-202,1-8-885,-5 4 0,-6-1 0,0-1 0</inkml:trace>
  <inkml:trace contextRef="#ctx0" brushRef="#br0" timeOffset="636931.6917">19744 13977 1423,'0'2'153,"0"-2"45,3 4 34,-3-2 31,1 1 39,2 1 41,0 2 36,-2 0 44,2 3 21,0 1-62,-3 3-57,0 3-36,2 3-15,-4 2-35,4-1-34,-2-2-31,0 1-45,3-2-42,-3-5-37,0-1-56,0-2-83,0-1-140,3-4-293,-3-23-571,-1 18 0,-1 0 0,-3-4 0</inkml:trace>
  <inkml:trace contextRef="#ctx0" brushRef="#br0" timeOffset="637427.1014">19618 14124 1586,'0'0'175,"0"0"62,4 0 31,-2 0 30,1 0 27,6 0 31,2 0 26,3 0 19,5-1 18,2 1-108,1-1-52,6-2-60,-3 2-35,0-3-52,-6 2-67,-3 1-93,-5 0-146,1-1-259,-9-19-515,-2 16 0,2-2 0,-3 0 0</inkml:trace>
  <inkml:trace contextRef="#ctx0" brushRef="#br0" timeOffset="638835.4755">19768 13870 485,'-7'-2'64,"4"2"35,-1-1 38,-2 1 30,2 0 21,3 0 18,-4 0 18,0 0 22,-2 1 24,4-1-24,-2 0-10,1 2-28,-5-2-32,5 0-25,-5 0-17,-1 0-13,2 2-7,0-1-16,-1 0-22,-1 1-13,2 0 2,-4 2 6,1 0 10,0 3 9,-1-2 4,-1 3 2,4 1-4,-1 0 2,0 3 4,2-3 8,-3 3-1,4 0-2,0-2-10,1 0-5,-2 2-3,1-1 11,3-2 3,4-1 4,-4 1-5,4-2-5,0 2-10,0 0-6,0 3-7,0-1-7,0 0-5,0 2-17,1 1-9,2-1-11,-2 1-1,3 0-4,3 0-4,0 0-4,-1 0 0,1-2-3,4 3 3,-1-3-2,-1 0 1,5 0-2,1-3 1,1 0-2,6 2 2,-1-2-2,1-3 0,3 1 12,0-2-17,-2-3-5,0-1-12,1 0-1,-1-1-5,-5-1-4,3 1-6,-2-1-1,-5 0-7,4-4-16,0 0-1,-6-3 5,2-1 5,-1-3-1,-1 0-1,-2-2 2,1-4 3,-3 2 3,-5-2 4,0-1 5,-2 0 16,-1 1 0,0-2 4,-1-1 8,-3 3 2,-2 1 6,-4-4 0,-6 2 3,-3 0 12,-2 0 3,-4 2 2,-2 0 8,2 1 2,-1 3 0,4 2-4,0 4-18,6 1-28,1 3-68,5 3-120,6 0-230,0-3-522,3 6 0,1 0 0,3 1 0</inkml:trace>
  <inkml:trace contextRef="#ctx0" brushRef="#br0" timeOffset="639901.6956">20257 13955 1040,'0'0'108,"0"0"36,0 0 35,0 1 43,0-1 41,0 0 25,0 0 16,0 0 12,0 0 15,0 0-63,0 0-23,-1 0-24,-5 0-25,1 0-27,-2 0-29,-5 0-4,0 2 1,0 2 3,-1 3 1,-2 3 2,0 3-12,2 2-5,-5 4-3,10 2-9,1-2-5,6 1-17,-1-4-15,4 0-13,2-2-6,4-2-5,2-2-10,5-4-19,4 0-21,2-2-14,-3-4-9,-1 2-5,-2-2-5,-5-2-7,-3 2-17,-6 0-11,2 2 9,-3 1 17,0 1 17,0 3 10,0 1 4,0 3 5,0 0 4,0 0-1,0-1-18,0 0-65,0-2-179,0-11-818,3 3 0,-2 0 0,6-4 0</inkml:trace>
  <inkml:trace contextRef="#ctx0" brushRef="#br0" timeOffset="640414.8832">20407 14146 2701,'1'0'115,"-1"0"32,0 0 64,2 0 49,-2 0 52,0 0 26,0 5 39,0 0 50,0 4 42,0 2-60,1 3-15,0 2-27,1 0-62,-2 1-51,4 2-46,-1-3-23,1-2-56,-3-1-81,2-2-96,3-6-124,-4 1-214,1-8-1024,-1 1 0,0-2 0</inkml:trace>
  <inkml:trace contextRef="#ctx0" brushRef="#br0" timeOffset="641486.8829">20729 13973 2290,'0'0'156,"0"0"32,0 0 32,0 3 31,0-2 40,4 1 21,-4 0 29,0 3 24,0 1 19,0 2-78,0 4-30,0 0-12,0 2-26,0 0-16,0 3-37,0 0-16,0-2-32,0 0-26,0-1-21,0-2-26,0-1-40,0-3-80,0 1-49,0-5-92,0 0-139,5-1-337,-3-3-430,-1 1 0,0-4 0,1-4 0</inkml:trace>
  <inkml:trace contextRef="#ctx0" brushRef="#br0" timeOffset="641990.1239">20643 14113 2092,'0'0'181,"0"0"45,0 0 33,0 0 27,0-1 34,2 1 28,5-1 15,2 0 20,0-2 16,7 0-130,-1 0-35,3-1-43,-1-1-31,3 2-27,-3-2-30,-3 2-32,-3 1-29,-5 0-68,-4 0-105,1 2-138,0-1-280,-3 0-468,3 0 0,-3-3 0</inkml:trace>
  <inkml:trace contextRef="#ctx0" brushRef="#br0" timeOffset="643391.3338">20772 13864 1162,'-3'0'86,"0"0"25,-1 0 34,0 0 37,0 0 32,-2 0 21,0 0 21,-1 0 15,-3 0 11,1 0-54,-5 0 0,4 0-10,-2 0-25,0 0-25,-1 0-19,3 0-13,1 0-12,2 0-12,-1 0-6,2 0-7,-1 3-12,3-3-6,-3 3-6,3 1-8,-2-1-11,-1 2-5,2 1-3,3 0 0,-5 0-5,2 2 0,0 1-4,-1 0-2,3 1-2,-1-2 1,2 2 5,1-2 6,1 0 4,0-1-2,0 1 0,1 1-5,-1 0 1,0 1-4,0-2-1,0 2-2,2-1-8,-2-2-6,0 3-10,3-1 1,-2 0-2,0-1-1,1 1-2,2 0-1,-4 0-6,0-3 2,1 2 0,0 0-5,0-2 6,4 0-2,-2 1-1,1-4 2,0 3-2,2 0 0,-5-2 4,6 1-1,-1 1 0,-2-1 0,3-1-3,-3 0 2,6 1-3,-5 0 1,4-1-1,-5 0 0,3 1 0,-5-3-2,4 1 1,-2 0-1,2-2 2,-2 1-1,-1-1 4,4 2-4,1-2 2,1 1 0,0 0-1,5-2 6,-2 0 2,2 0 0,-1 0 2,2 0 0,-3 0-2,-1-2 5,0 1-3,-2-1-1,1-2 5,-2-1-7,2 1-1,-2-2 0,-1-2-3,4 1-1,-4-1-4,1 0-5,2-2 0,-3 1 1,0 0-4,4 0 0,-4-1-7,-2 1 0,2 1 1,-1 0-2,-5-1 3,1-3-6,0 1 1,-2-4-1,0 1-2,2-2-1,-2-2 8,-2 2-3,1 2-3,-6-1-1,-1 3 3,-2 1 3,-5 0 1,1 2 3,-6 2 2,1 0-1,-4 4-1,-1-1-1,-2 3-4,-2 1-7,0 0-7,-1 0-11,3 0-21,5 2-62,4 1-96,6 2-228,3-10-538,2 10 0,1-5 0,5 0 0</inkml:trace>
  <inkml:trace contextRef="#ctx0" brushRef="#br0" timeOffset="644589.1444">21177 13954 1217,'0'0'172,"2"1"61,-2-1 44,0 1 29,0-3 33,3 2 24,-3 0 19,1 0 14,-1 0 13,0-2-105,0 2-44,0-3-52,0 3-34,-1-1-20,-2 1-26,-2-1-8,1 1-12,-5 0-7,0 0 4,2 0 10,-4 0 0,-2 2 3,1 2-6,-1 1 6,-1 5 1,3-1-10,2 3 0,-1 1-4,3 1-15,3-1-14,2 0-12,0-1-2,2 2-8,0-2-8,0 0-10,2-2-4,0 0-6,5-2-2,-2 0-1,5-4-16,-2-1-5,1-1-31,1-2-7,-1 0-5,-1 0-10,-1 0 0,0-2-3,-1 2-5,1 0 3,-7 0 1,2-1 5,0 1 16,-2 0 6,0 0 0,1-1 14,-1 1-1,3 0 0,0 1 13,-2 3 2,2 2 21,-3 1 4,3 5 3,-3 0 2,0 0 14,1-1-10,-1-2-2,0-3-25,0 0-62,0-2-58,0 0-148,7-2-338,-6 0-579,2-6 0,-3-1 0,6 2 0</inkml:trace>
  <inkml:trace contextRef="#ctx0" brushRef="#br0" timeOffset="645281.6681">21312 14084 1362,'0'0'138,"0"2"51,0-1 34,0 2 24,0-1 15,0 0 12,0-1 35,0 2 27,-2 3 22,-1 0-54,-1 0-39,0 3-24,-2-1-22,-2 1-8,5 0-4,3 0-3,-1 1-27,1-5-13,1 2 0,-1-2-6,3 0-24,5-1-18,0-2-14,6-1-7,3 0-12,1-1-9,0-2-4,0-3-20,-4 1-20,-3-4-18,-8-3-2,1 1-14,-8-1-12,-3 0-12,-7 1-3,-7 1-42,-4 3-47,-7 4-120,7 2-341,-2-1-558,3 2 0,6-1 0</inkml:trace>
  <inkml:trace contextRef="#ctx0" brushRef="#br0" timeOffset="646720.8234">16198 13889 2062,'0'-1'105,"0"-1"40,0 1 25,0 0 18,2-1 16,-2 2 18,0-2 9,0 2 1,0 0 8,0-1-39,0 1-22,0 1-29,-2 3-11,-4 3 4,-2 3 0,-3 9 2,-3 2 9,-1 9 19,1 3 14,4 8-2,0 1 0,2 9-3,-3 2-5,4 3-9,-3-3-13,2 2-14,2-6-15,0-3-20,0-7-22,2-4-14,1-4-23,-1-8-23,0-3-62,0-5-89,-2-5-174,23-6-1018,-30-3 0,2-2 0,-3-10 0</inkml:trace>
  <inkml:trace contextRef="#ctx0" brushRef="#br0" timeOffset="651867.3676">16288 13884 1616,'3'0'72,"4"0"52,3 0 26,6 0 20,5 0 26,7 0 17,2 0 18,3 0 25,5 0 30,-1 0-7,5 0-22,2 0-38,2 0-19,1 0-17,3 0-16,-1-1-10,0 1-11,0 0-20,1 0-19,1 0-18,0 0-13,-1 0-14,-1 0-6,-3 0-3,-3 0-8,1 0-9,-5 0-4,3 0-6,0 0-12,-1 0-7,-1 0-3,3 1-2,-1-1 1,-4 0 0,3 0-3,-5 0 2,4 0-2,-4 0 1,0 0 2,0 0-2,-1 0-1,1-1 0,1 1-1,1-1 0,3-2-1,-3 2 2,-1-3-1,1 3 0,-2-2-4,-4 1 2,1-2-1,-1 3 0,1-1-1,-2-2-1,0 2-3,2 0-1,-2 0 0,3-1-2,-3 1 4,0-1-1,-3-1 1,-3 1-3,0 1-1,1 0-2,-1 0 0,0 2-4,1-3-6,-1 1-4,2 0-8,-1-2-3,-2-1-6,0 2-3,-1 0-2,-3-3 0,1 2 4,-3-2 4,4 2 6,1-1 0,2-1 4,0 2 3,1-1 4,-1-2 5,-4 1 5,-3 0 3,-4 0 0,3-1-1,-2-1-9,-3 2-4,2 0 4,1 1-2,-3 1 3,1-1-3,1-1-2,0 3-11,1 0-26,3 0-17,-3 0 4,2 3 6,1-3-1,-1 0 4,-3-1-6,1 1 1,-5 1-7,2 0 2,-4 0 25,1 1 18,-1-2 4,-1 2 2,3 0 0,-2 1-2,3-1 2,-1 0 5,0 1 7,-1-1 8,1 0 1,-2 2-11,-1-2-21,0 1-18,-4 0-10,2 0-2,1 0-5,-2 0-8,6 0-1,1 0 2,1 1 3,1 1 14,0-2 22,-3 3 21,-1 1 9,-5-2 5,-1 1 7,-3 0 13,3-1 21,-1-1 15,-2 2-1,2-1 2,-2-2-3,2 0-9,0 0-7,-1 0-11,5 0-12,1 0-13,1-3-26,3 3-25,3-3-7,2 0-6,4 0 7,5 0 9,4 0 8,2 0 14,6 0 11,-4 0 12,4-1 12,-3 0 11,4 1 6,-6 0 3,-1-1 1,1-1 6,-1 1 12,1 1 3,0-2 5,1 3-5,4-2 1,1 1 0,1-1 1,1 1-1,-3 1-2,2-1-10,-4 1-15,0 2-7,-2-4-5,0 2-9,-5-1-9,2 0-10,-2-1-1,0 2 0,-3-1-3,0-1 3,-1 1 2,-3-1-1,2 1 1,-1-1 8,3 1 6,1 0 6,3 0-1,-1 0-9,1-1-8,3 0-7,-2 2 2,2 1 0,1-2-2,-2 1-1,-3-1 1,0-1-7,-3 1-1,-3-1 6,3 2 8,-6-1 8,-3-1-1,-1 1 0,-5-2-2,-4 1-5,3-1-2,-1 2 5,3-1 3,2-1-3,2 3-3,2-1-4,2 3 0,4-1 0,-2 1 4,3 0 7,-2 0 2,-1 0 4,0 0-2,-3 0 4,-2 0 4,-2 0 3,-3 0 1,-4 1-1,-1-1 0,-6 0 8,3 0 8,-3 0 12,0 0 16,0 0 12,0 0 13,-3 1 13,3 1 16,-3-1 11,0 3 4,3-1-2,-4 0 1,0 0 0,0 1 8,-2 0 16,1-2 6,-2 2 2,3-1-6,-2 1 0,0 1 6,4-1-1,-4 1-1,4 0-6,0 0-13,2-3-22,-4 3-8,2 1-4,1 1-6,0 1-5,-4 1-4,3 0-4,-1 1 4,-1 0 4,1 4 6,3-1 5,-4 3 7,0 0-12,2 1 6,0 0-10,-1 2-5,0 0 1,-1-1-6,4 1-11,-3-4-19,0 3-7,2-5-19,-3 3 2,2 0-7,-2-1-3,-1-2 9,2 4-10,0-2-6,0-1 2,-2 2 5,3 0-7,0-3 1,-3 1 0,3 1-2,-1-1 8,3-1-6,-3-1 8,2 0-8,-1 2-2,1-1 0,0-2 4,-2 0-2,3-3-1,0 1 6,0-1-6,-2 1-2,1 0-6,-3-1 9,2 1 5,2-2-9,-1 2 2,0-3-2,1 4 6,-2 0-8,2 0 5,0 1-5,0-3 0,0 0 5,0-3-9,0 1 9,0 0 0,0-3 2,0 2-12,0 0 3,0-1-6,0 0 9,0-1 0,0 2-10,0 0 11,0-3 3,0 2-13,0-2 3,0 1 8,0-1 1,0 2 2,0 1-5,0 2 0,0 0 9,0-1-11,0 3-3,0-1 11,0 2 1,0 1-6,-4 1 3,0 0 0,-1 0 1,-3 2 2,0-2-2,0 4 1,1-3-5,0 1-2,0 1-9,1-1-2,1 1-8,-1-2-10,1 2-4,2-1-10,-2-1-3,-1-1-8,0 1-8,0-4-7,-4 1 1,3-1-12,-1-2-4,-1-1 3,1 0 6,0-2 0,2 1-3,-1-3 4,1 1 4,-2-1 5,1-2-5,-3 0 10,1 0-2,-4 0-2,-2 0 1,0 0 5,-4 0 4,-2 0 3,-4 0 6,-3 0 2,-1 0 12,0 0 8,-3 0 11,0 0 9,-1 0 2,-1-1 3,3-2 9,0 1 11,1 0 5,3-2 3,-2 3-4,3 0 7,-2 1 0,-1 0 2,-2 0-3,-3 0 1,-6-2-7,-2 2-9,-7-3 3,2 2 13,-3-5 13,3 4 2,4-3 3,3 1 1,-2 0 5,5 1 4,-1 0 2,5 0 4,0 2-2,1-2-14,0 2-13,-4 1-3,1-3-7,-7 3 0,-2-3-2,-6 1-13,0-1 3,-2-1 0,-2 0-2,2 2 6,-1-1 3,4 0 5,6 3 6,0-2 3,7-1-7,1 2 8,7-2-4,-1 3-7,2 0-1,-1 0-6,-3 0 2,-5 0-12,-4 0-3,-2 0 0,-1 0 4,-1 0-1,4 0-4,2 0 7,-1 3-3,5-3-2,3 4-7,5-2 3,4 2-1,4 0-5,2 2-1,0-1 7,1 0-7,-2 0-3,-3 2 10,-3-2-2,-2 1 5,-3 1-2,-3-1-5,1 0 6,-5 3 2,5-3-7,-2-1 9,1 1-1,4-1-15,-1 0-5,3 1-8,1 1 3,1-1 3,-1 2-10,1 0-9,-2 1-7,0-1-16,-1-1-9,-2 1 1,0-2 9,-3 3 3,-2-3-1,-3-2-4,1 1-1,-4 0 4,-1-4 4,-5 0 19,-3-1 10,3 0 5,-1-2-1,3 0 4,5 0 1,5-1 5,1 1 6,10 1 1,0 1 4,1 0-5,2 1-7,0 1-7,-3 2-7,2 1-16,-1 2-7,0 1-18,0-2-22,-4 1-6,-3-4-4,0 0 0,-3 0 6,1-1 5,0-2 12,2 3 6,1-2 4,4 1 17,0 0 20,-1 0 8,4 0 2,-1 1 0,-1-1-16,3 2-14,0-1-10,-2-2 2,2-1 6,0 0-1,-4-1 4,0 1 15,3 0 1,-3 0 2,2 0 7,-2 0 7,3 0 9,-2 0 6,0 0-1,-5 0 11,2-3 2,3 1-13,-3-2-2,6-1 5,-2 0 8,3 0 8,0-1-1,-3 4 0,2-1 2,0-1 0,0 2-1,-2-1 0,2 1 6,0-1-1,3 0 0,-3 2-2,2-2 3,-2 3 0,5-2-1,0-1-7,3-1-10,0-3 2,3 0-5,-1-2 0,1 0-2,1 1 0,-4-2-7,4 1-4,0-1-4,-1 0 2,0 4 1,1-4-1,5 3-3,-4 0-5,4-2-10,-1 1-12,-1-1-4,-3 0-2,0-1-1,0 0-6,-3-3 3,2 2 4,2 1 4,4 2 3,2 1-3,-2 3-11,4 1-63,-1 1-105,6-5-174,-7 6-290,4 0 0,-2-1 0,-2-3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08T16:36:06.98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3323 2319 754,'2'0'77,"0"0"8,1 0 13,-1 0 10,0 0 16,0 0 9,2 0 21,-4-2 20,2 2 22,-2-1-41,0 1-5,2-2 7,-2 2-2,0 0-2,0 0-14,0 0-4,0 0-19,0 0-19,0 0-19,0 0-14,0 0-16,0 0-14,0 0-9,0-2-7,0 0-4,0 2-3,-4-1 0,-2-2 7,-1 1 1,-2 0 1,-1 1 6,-3 0 3,1-1 7,-1 2 4,-2 0 6,4 0 3,-3 0-1,2 2-3,-1 2 1,4 1 4,-1 0 3,-2 6 23,4 1 13,3 2 0,1 2 1,1-1 7,3 0 6,0-1 1,3-2-3,1-3 7,3-3-7,5-2-23,4-2-36,0-2-41,1 0-62,1-3-56,-3-3-38,0-3-46,-5-3-42,-2-5-51,-3 0-6,-3 2-6,-2 1 22,0 1 50,0 4 83,0 1 64,0 3 35,0 3 43,0 0 38,0 0 37,0 2 8,0 0 1,-1 0-3,0 0 6,-4 0-21,3 4-1,-1 1 9,-1 1 17,1 4 26,-3 4 19,4 3 33,-1 4 23,1 7 5,1 5-9,-3 4-4,1 5-14,-1-1-11,1 3-17,0-1-26,-2-2-19,-2-4-33,0-1-21,-1-3-9,-2-3-10,0-1-4,3-2 4,-4-7-7,4-1-1,1-4 5,-2-4-4,3-2 6,-5-2-1,2-5 2,-4-2-4,2-4-2,-3-5-6,2-6-1,0-6-2,1-6-6,3-5 1,2-1-5,2 0-2,2 3-2,1 0 0,1 3-5,-1 2-2,6 3 0,2 1 0,2 2 2,5 3 2,7 3 1,2 0-3,-2 4-21,3 3-93,0 4-210,-6-24-559,-2 21 0,-3-1 0,-2-1 0</inkml:trace>
  <inkml:trace contextRef="#ctx0" brushRef="#br0" timeOffset="3867.448">3553 2221 539,'0'0'98,"1"0"35,-1 0 23,1 0 29,0 0 19,-1 1 29,3-1 33,-3 0 23,0 0 19,0 0-43,0 0-31,0 0-31,0 0-22,0 0-32,0 0-18,-5 0-33,2 0-32,-6 0-25,-2 2-18,0 0-17,3 3-10,-1 0-2,2 0-2,2 1 0,2 0 3,1 2 2,0-4 5,2 3 4,0 0 10,0 0 3,0-1 6,0-1 9,0 2 11,0-2 8,0 0 3,0 0 6,0 2 1,0 0 0,2 5-5,-2 0 3,0 3 0,2 1 12,-2 1 4,0 1 0,0 1 0,0 2-3,0-2-2,0 0-3,0 0 1,0-1-5,0-2 1,0-1-19,0 0-12,0-1-6,0-2 1,0-3-4,0-2 1,0-2 6,3-3 4,2 0 5,2-1-2,3-1-14,6-1-100,6-1-292,-6-35-644,2 27 0,-5-2 0</inkml:trace>
  <inkml:trace contextRef="#ctx0" brushRef="#br0" timeOffset="4738.4837">3665 2276 1507,'0'1'41,"0"1"44,0 2 45,0-1 40,0 1 36,0-2 25,0-2 17,0 1 13,0-2 18,2 1-5,5 0 0,2 0-36,4 0-44,5 0-38,-1 0-34,-2 2-24,0 0-16,-2 4-12,-6 2-23,-2 1-18,-5 3-27,0 3-29,-5 0-33,-2 0-14,-3 1-21,-1-5-16,0 1-26,3-6-25,4-1-20,1-2-21,0-1 5,6-1 20,-3-1 43,5 0 27,2 0 26,6 3 25,-1 0 37,2-1 34,-3 2 26,1 3 37,-4 2 25,-1-1 16,-3 1 2,0-1 0,-4 1 13,0-2 22,0-1 6,0 1 0,-4 1-1,-5-2-28,-1 1-57,-7-1-67,0 0-78,-1-5-133,11-5-640,-8 3 0,5-3 0,6-5 0</inkml:trace>
  <inkml:trace contextRef="#ctx0" brushRef="#br0" timeOffset="5654.0889">3845 2208 2004,'0'2'79,"1"-2"12,3 3 15,-1-2 22,5-1 14,2 0 7,-3 0 7,8 0 9,-1 0 5,4 0-65,0 0-4,2 0-9,-3 0-17,-2 1-22,-3 1-15,-1 0-8,-4 5-7,-4-2-10,1 4-6,-4 1-2,0-3-5,3 1 0,-3 1 2,0-2 2,0 0 3,0 0 1,0-1 2,0 0 5,0 1 5,0 1 6,0 0 0,0 3 3,0 2 1,0 1 7,0 1 2,0 1 4,1 3 1,-1 1 4,1-2 4,0 1-2,1 0 12,1 0 1,0 1 1,1-5-2,-4 2-3,3-2 3,-1-4 0,0 0-6,2-3 2,-4-3 7,0-4 7,1 2 18,-1-3 15,0 0 5,-2-3-4,-4 3-3,-2-1-4,-6-2-12,-4 3-32,-1-2-77,-2-1-150,4 3-230,-2-14-611,3 14 0,3-2 0,4 1 0</inkml:trace>
  <inkml:trace contextRef="#ctx0" brushRef="#br0" timeOffset="15557.863">4470 2408 1360,'1'2'69,"0"-1"6,1 2 25,1 1 22,0-3 16,0-1 16,-2 1 17,0 2 25,1-3 22,-2 0-48,0 2 22,0-2 12,0 0-10,0 0-20,2-2-9,0 4-11,1-2-14,-1 0-18,1 0-17,6 0-17,-1 0-23,3 0-18,-1 0-13,-1 0-5,-2 0-4,2 0-5,-5 0-4,2 0-5,0 1-5,0 2-3,-2-3 0,4 2-1,2-1 1,-3-1 2,4 0-1,0 0 0,2 0 0,-1 0-2,1 0 1,-3 0-2,3 0 0,-3 0 1,2 0-2,0 3-3,-3-3 3,4 3 0,-2-2-1,-3 2 1,6-3 1,-4 2 2,-2-2 0,3 3-3,-4-3 3,1 1 1,2-1 3,1 0 7,-1 0 5,4 0-1,-1 0-2,3 0 3,2 0-1,-3 0 3,0 0-1,2 0 1,-2 0-6,0 0-9,1 0 1,-2 0 1,1 0 1,-3 0 0,2 2-1,-1-1 2,-1-1 4,3 0 5,-2 2 4,2-2 11,3-2 0,3 2 1,0 0-1,-4 0-1,1 0 3,-2 0-6,-3 0-2,-1 0-6,-1 0-1,0 0-12,0 0-3,1 0 0,0 0 0,2 0 0,2 0 0,2 0 0,2 0 2,2 0-3,0 0 0,2 0 3,-1 0 1,1-1-5,-3 1 0,4-2 0,-7 1-1,-4 0 2,0 1-2,-1 0 2,-4 0-2,1-2 1,-1 2 0,1 0 3,4 0 1,0-2 2,4 0 0,5 0 2,0 2-1,-1-3 2,-1 3-1,-2-3-3,0 3-4,-4 0 4,1-1-5,-4-1-4,3 0 1,1 1-4,0 0 3,2-1-3,2 0 1,2 1-1,-1 0 8,4 0-8,-2-2 5,1 3 0,0 0-1,-2-2 3,0 0-3,0 0 1,2-1 1,1 1 0,-1 0-3,1-1 2,0 1 0,-1 2 0,1-3-1,0 1 0,0 0 0,-4 1 0,1 1 2,-4-1-2,-3 0 1,2 1 2,-4-1 0,2 0 4,-5-2 3,0 2 2,-1-2 2,-3 3-1,-1-2-1,-2 2-4,-2-3-52,0 3-235,23-5-770,-25 1 0,-2-1 0,-3-3 0</inkml:trace>
  <inkml:trace contextRef="#ctx0" brushRef="#br0" timeOffset="17228.05">6577 2094 1525,'0'0'117,"0"0"50,3 1 33,-2-1 25,0 0 17,-1 0 15,2 0 24,-2 0 24,3 0 26,-3 0-59,1 1-36,-1 2-45,1-1-20,-1 1-19,0 0-10,0 5-10,1-1-19,-1 3-24,0 0-23,0 3-12,0 0-5,0 3-5,0-4-11,0 2-7,0 2-2,0 0-6,0-1-3,0 1 0,0 1 1,0-1-3,0 0-2,0 1 2,0 0 3,0 0 7,0 0-2,0-1 2,0 1 1,0-1 2,0 0-1,0-1 3,0-1 0,0 0-1,0 0-1,0-2-10,0 0 2,1-1-1,-1-2-4,0 0-3,0 0-1,0-2-2,0 1 1,0-3-2,0 1-2,0-2 0,0-2-2,0 2 0,0-4 3,0 2-1,0-2-1,0 3-1,0-2-1,0 2 0,0 0 1,0 2-1,0-1 0,0 0 0,0 1-2,0 0 3,0-1-1,0 2 0,0 0 2,0-1 0,0-2 0,0 0 0,0-1 2,0-2 4,4 0-5,-4 0-5,1 0-4,-1 0-7,3 0 0,-3 0-4,3 0 0,-3-2 0,0 2-8,0 0 1,0-3 2,0 3 7,0 0 3,3 0 6,-3 0 1,0 0 2,1 0 0,2 0 2,-1-3 6,4 3-3,-2-3 0,3-1 1,1 0-1,2 1 0,-3-2 2,4-2 0,2 0-2,-1 0-1,1 0-2,3-5 2,-2 4 0,-1-1 1,2-2-1,0 1-1,-2 1-1,2-1 2,-3 0 3,4-2-1,-2-1-1,1-1-2,-3 3 1,2-1 0,-3-1 0,-1-1-4,-2 3 0,2-2-2,-3 1-2,0 2 0,0-1 5,1 3 0,-2 0-1,0 0 0,0 2 0,-2-2 5,0 6-3,1-2 2,-1 0-2,0 2 4,0-1-5,-1 1-1,-2-2 1,1 4-6,-2 0-34,0 0-81,0-2-73,0 4-127,13-4-709,-18 0 0,-3-3 0,-4 1 0</inkml:trace>
  <inkml:trace contextRef="#ctx0" brushRef="#br0" timeOffset="18242.1134">6595 2118 1685,'1'0'56,"-1"0"35,3 0 40,-3 0 27,0 0 15,3 0 13,-3 0 20,3 0 22,-1 0 16,2 0-16,2 2 10,1 0-20,0-2-26,0 3-16,1-1-5,-1 1 0,1 0-15,-2 0-18,1 1-12,0 2-20,1 0-23,-2 0-17,3 0-14,1 1-5,-4-1-8,3 1-11,3 0-5,-4 0-3,2 0-5,-2 1-3,0 0-1,-1 0-1,3-2 3,-5 1-2,5-2-2,-4-1 0,3 0 3,-3 2 2,1-3 2,1 3 2,-1 0-2,0-1 1,0 2 0,0-3-2,0 1-2,0 2 1,-3-2-4,4 0-1,-1 0 1,0-1-1,2 1 3,-4 0-4,2-3-1,4 2-1,-4 0 1,0-2-1,2 0 0,0 2-1,-4-3-1,2 2-3,-3-1-4,-1 1-8,0-2-20,0 2-39,-3-1-117,1 2-110,2-2-129,-2-14-524,-1 12 0,0-1 0,3-3 0</inkml:trace>
  <inkml:trace contextRef="#ctx0" brushRef="#br0" timeOffset="20123.3266">6982 2341 992,'0'2'81,"3"-2"19,-1 0 23,2 1 25,-2-2 39,-1 1 30,2 0 17,1 0 20,0 0 16,2 0-33,1 0-5,0 0-10,0 0-17,0 0-21,1-2-38,-1 2-25,1 0-15,3 0-17,0-1-16,3 1-24,-1 0-17,5 0-7,-4 0-6,5 0-2,2 0 0,-3 0-4,1 0-2,3 0-1,-2 0 3,3 0-1,1 0 1,4 0 3,1 0 0,1 0 2,4 0 0,0 0 0,0 0-2,-1 0 0,-1 0-2,-3 0 0,0 0-3,-2 0-1,0 0-2,0 0 2,-1 0 5,3 0 1,-2 0 6,2 0 0,1 0 5,-2 0 0,1 0 1,-1 0 1,-2 0-2,0 0-1,-1 0-9,0 0 1,2 0-5,-1 0-3,2 0-4,-1 0-1,4 0 2,1 0-2,-3 0 2,1 0-1,1 0 2,-3 0-2,2 0 1,-5 0 0,2 0 1,-4 0 3,1 0 0,-1 0 2,2 0 2,-3 0 1,2 0 0,-2 0 2,3 0 2,-3-1 0,1 0-1,3 1-3,2-1-2,-2 1-2,4 0-3,-3 0-1,2 0 0,0 0-2,-1 0-1,1 0 2,-1-2 4,1 2 2,-1 0 3,-2-2 3,-1 2 2,-3-2-1,-5 0 2,-2 1 3,-5-1 9,-4 2 5,-4-3 5,-2 2 3,1 0-2,-1-1-3,0 2-8,0 0-22,0 0-86,0 0-186,7-3-279,-11 3-425,-2 0 0,-4-4 0,-2-1 0</inkml:trace>
  <inkml:trace contextRef="#ctx0" brushRef="#br0" timeOffset="23009.8391">9602 2046 2067,'0'0'133,"0"0"43,0 0 48,0 0 45,0 0 28,0 0 9,0-1 3,0 1-1,0 0 4,0 0-77,0 0-43,0 1-30,0 5-29,0 5-37,0 6-24,0 7-5,0 8-2,0 0 2,0 3-1,0-1 5,0-4-18,0-4-13,0-7-17,0-5-9,1-5 1,-1-4-1,0-2 0,1-2-5,-1-2-15,0 1-21,3-3-34,1-2-71,1-4-55,3-3-29,4-5-10,2 4-9,0-1-5,-3 2 3,2 4 15,-2 4 28,-4 0 46,1 3 82,-1 1 71,-3 2 48,-1 4 15,1 2 26,-4 2 30,0 7 11,0 0 5,0-1 6,0 2-7,-1-2-5,-4-3-7,-3-1-13,-4-5-9,-6 0-32,-4-3-46,-1-1-62,0-2-113,4-5-166,0-14-605,7 3 0,1-2 0,9-1 0</inkml:trace>
  <inkml:trace contextRef="#ctx0" brushRef="#br0" timeOffset="23902.0895">10001 2006 1016,'0'-2'51,"0"0"7,0 0 3,-2-1 3,-1 1 2,-7 2 2,3 0 5,-7 0 5,3 0 5,0 1-22,1 3-8,2 0 17,5 4 22,3-3 34,0 2 37,0 0 18,2 1 6,3-2 11,-2 1 10,5 0 9,-4 1 23,1 1 5,-3 4 2,1-1-17,-3 5-31,-3 2-10,1 2-9,-4 3-11,0 2-14,-2-3-14,1-1-29,1-1-27,4-3-24,2-4-17,0-4-8,2 0-8,-2-5 4,2-1-8,5-2-31,5-1-140,9-1-297,-4-5-554,4 0 0,-5-4 0,2-1 0</inkml:trace>
  <inkml:trace contextRef="#ctx0" brushRef="#br0" timeOffset="24542.4282">10148 2080 2644,'0'0'138,"0"0"64,0 0 50,0-2 32,2 2 7,0 0 8,8-2 13,4 2 4,5 0 5,2 0-98,0 0-41,-2 0-63,-6 2-53,-9 0-37,0 1-5,-4 3-9,-4 1-13,-3 1-9,-4 3-8,0-2-5,-6 0-6,5 0-7,1-3-4,6 0-1,4 0 0,1-2 3,1 1 9,5 1 7,1 1 10,-1 0 14,6 2 10,-5-2 11,3 2 9,-5 1 8,-3-3 5,-1 2-2,-1-2-4,0-1-1,0-1-2,-6 1-13,-2-1-22,-6-2-50,-1 1-120,-6-3-180,45-7-699,-45 4 0,8-3 0,8-2 0</inkml:trace>
  <inkml:trace contextRef="#ctx0" brushRef="#br0" timeOffset="25428.4375">10398 1969 905,'0'0'61,"0"0"20,0 2 45,0-2 60,2 0 56,-2 3 42,2-1 31,-1 0 33,-1-1 28,3-1-23,0-1-13,3 1-10,2 1-42,0 0-55,4-1-56,3 2-37,7 1-33,-3 0-33,-1 1-34,0 2-30,-7 0-12,-3 1-13,-5-3-7,-3 2-7,0 0 4,0-3 5,0 0 4,0 1 6,0-1 5,0 2 19,0 1 7,0 0 10,0 0 7,0 4 10,0 0-2,0 4-5,0 4-2,0 0 0,0 4 0,0 2-3,0-2-2,0 3-5,0-2 1,0-3-1,0-1 2,0-6 1,0-2-2,0-4 3,0 0 1,0-4 4,-1-2 1,-7 0-1,-5-1-2,-5-1-19,-7-1-59,-2 2-146,2 0-223,-2-5-603,3 4 0,8 1 0,2-1 0</inkml:trace>
  <inkml:trace contextRef="#ctx0" brushRef="#br0" timeOffset="29917.2454">6381 3621 981,'0'0'111,"3"1"39,-3-1 44,2 2 33,0-3 26,1 2 16,-3-1 18,3 0 12,-3-1 12,1 1-74,-1 0-21,1 0-30,-1 0-23,2 0-8,3 0-10,-2 0-7,3 0-6,2 0-6,0 0-9,1 0-6,2 1-7,-2 1-7,1 0-20,1 3-27,-4-2-16,0 0-8,0 2-10,-1-1-5,-2 1-2,2 1 3,1 0 0,1 1 1,0 2 3,-4 2 5,4-1 4,-1 4 0,-1 0-1,-3-3 0,4 4 0,-3-1-1,1 0 4,2-1-3,-5 2-2,3 0-3,-2 0-1,0 1 2,-3-1 1,0 4-1,0-3 2,3 2 0,-1 1-5,0-2 4,0 1-1,1 3 0,-3-1-1,1-2-2,-1 3-3,0-1 1,0 1-4,2-1-2,-2 3 4,0-2-1,-2 3-2,1-3 1,-4 1 1,2 1-1,-4 0 3,3-1-2,-3 0 4,-1-1-1,-1-2-3,4 0-3,-4-3 3,0 1-4,-1-2 5,-3 0 1,1 0-2,-6-1 6,1-2-1,-4 0 1,1 1 0,0-2 2,-1 0 0,2-1-1,-3-2-2,7 2 10,-1-5-9,4 0-5,4-1 3,5-2 4,3-2-13,0 0-36,0 0-55,3 0-154,9-2-300,-6-6-540,1-2 0,2-6 0,12-6 0</inkml:trace>
  <inkml:trace contextRef="#ctx0" brushRef="#br0" timeOffset="31654.8601">6724 3627 1633,'4'0'116,"1"0"12,1 0 10,-2 0 17,-2 0 13,4 0 20,-4 0 15,4 0 18,-1 0 16,2 1-78,0 2 6,1-1 11,3 2 14,-1 2-4,1 1-1,2 2-3,-4 3-8,1 1-14,0 5-10,-6 1-9,4 2-23,-2 3-22,-2-2-23,0 2-9,-1 1-10,-3-4-15,4 4-7,-4-3-1,0 4-8,0-1-8,0-1 0,0 2-3,0-2 1,0 2-5,-4 0-4,2-3 2,1 2-2,-3-4 2,1-1 1,-1 1-2,0-1-2,1 0 6,-1-1-4,2 2 2,-3 0 0,-2-4-1,3 3 6,-3 2-4,0-2 5,3-2-2,-3 2 1,-1-3 0,2 0 1,-1-3 2,-1 0 1,0-2-1,-1-1-2,2 0 1,-4-3-4,3 1 3,-2-2-2,-2 1-1,3-2 0,-2-1-1,3 0-1,0-2 1,3 0-3,3-1-1,-1-2-1,1 3-2,2-3-4,-1 0-2,1 0-2,0 0 1,0 0-6,0 0-2,0 0-3,0 0-8,0 0-12,0 0-9,0 0-5,0 1-6,0 0-2,0-1 1,0 2 1,0-2 4,1 1 3,1-2 9,3 2 17,0-1 16,3 0 13,2 0 8,-1 0 7,1 0 4,3 0 2,-1 0 2,3 0 4,-1-1 3,7-1-4,-2 0-5,4-3-3,2 1 2,0-2-5,1 0-2,3 0 3,-4 0-2,0 0-3,-1 0-3,-1-1 1,3 0-1,-1-1 0,3 0 2,-3-2 0,3 0 1,-3 0-3,-2 1 1,0-3-3,0 0 0,-3 0-3,-1-1 1,0-3-3,-1 0-3,3-1-4,0-1-1,1-1-1,-1 1-5,-2-2 3,-1 3-3,-1-1-4,-2-3 1,2 0 1,-3 1 2,0-5 0,1 1 0,-1-2 1,0 3 3,0 0-3,-2 3 7,-2 4 7,1 2-2,-4 2 2,-2 3-2,1 3 2,-2 1 0,-4 3-4,4-1-10,-4 3-15,3-2-33,-3 2-90,0 2-164,10-2-767,-16 0 0,-1-2 0</inkml:trace>
  <inkml:trace contextRef="#ctx0" brushRef="#br0" timeOffset="33595.4241">6775 3644 1845,'0'0'99,"0"0"47,0-1 32,0-2 24,1 1 40,1-1 40,-2-1 25,3-1 14,0 1 10,1 1-56,1-1-37,2-1-46,0 1-26,1 3-26,3-2-38,-2 1-40,6 1-22,-1 0-14,1 1-10,1-2 0,4 2-2,1 0-2,0 0-6,0 0 3,2 0-3,1 3 3,1-2-3,4 4 0,-3 0 0,-1 0-1,0 0-1,-1 2 1,-3-1 2,2-1-3,-4 4 0,1-4 0,1 2 1,-3 3-1,1-4 2,-2 1-1,1 1-2,-1-1-1,2 0 2,0 2 1,0-4 1,3 5-5,-4-3 2,-2 0 0,1 3-1,-4-2 0,-1 1 1,3 0 2,0 0-3,1 0 0,0 3 1,2-2 4,-2 0-4,-1 2-2,-1-3 1,-2 2 0,-3-1 1,0-1-3,-2 1-1,-1 0 4,-2-1-6,0 1 1,0-2 2,2 1 3,-2-2 0,0-2-1,0 1 0,-3-1 0,1-1 1,-2-1-4,1 0 5,-1 0-3,3-3 0,-3 2-2,0 1-5,0-2-3,0 1-1,0-1-3,0 1-2,0-1 1,0 1-2,2-2 0,-2 1-4,0 0 2,0-1 2,0 0 0,0 1 0,0-1 2,0 1 3,0-1 0,0 0-1,0 2 2,0-2 1,0 0 0,0 0 9,0 0 12,0 0 8,1 0 0,-1 0 5,3 0-1,1 0 2,3 0 1,1 0 3,-2 0 0,6 0-6,-3 0-6,3 0-7,-1 0 0,3 0-5,1 0 2,-1 0-3,3 0 2,2 0-3,0 0 2,1 0 0,5 0 4,-2 0-2,1 0-1,3 0 3,0 0 0,2 0 3,-4 0-4,3 0 1,0 0-1,-3 0-3,2 0-3,1 0 2,0 0 0,1 0-4,1 0 0,1 0-2,2 0 5,3 0-5,-1 0 7,4 0 0,-6 0 2,2 0-4,-2 0 2,2-2 1,-1 1 0,0 1 1,3-1-3,1-1 3,2-1-6,1 2-3,3-1 2,-1 1 2,1 0-1,0 1 0,1 0 0,-8 0 0,1 0-3,-4 0 4,-2 0-1,-4 0 2,-3 0 1,-3 0-1,-4 0 3,-6 0 1,-5 0-2,-1 0 0,-5 0-11,-1 0-36,0 0-89,0 0-114,9 0-273,-8 0-440,-1 0 0,-1-3 0,1 0 0</inkml:trace>
  <inkml:trace contextRef="#ctx0" brushRef="#br0" timeOffset="34886.2252">9770 3560 1868,'0'0'157,"2"2"18,1-2 9,0 0 16,-1 1 24,0-1 21,3 2 28,-3 2 47,2 2 19,-1 2-105,-3 4-16,4 3-11,-4 2-2,0 4-8,0 3-21,0 3-18,0 2-25,0 1-46,0 0-17,0-1-18,0-3-18,0-5-6,0-2-4,0-5-8,0-6-4,0-1 0,0-1 0,0-6-8,0 0-11,0 0-19,1-4-27,1-1-41,2-2-47,2-6-29,6 0-17,-2-1-9,2 1-4,2 4 8,0 2 12,0 2 26,0 2 36,-1 3 62,-4 0 65,0 7 44,-2 0 27,-4 3 10,0 3 6,-2 2 5,-1-1-1,1-2 3,-1-1 0,0-1-19,-2-4-10,-2 0-22,-8-1-21,-5-3-49,-6 0-59,-4-2-50,5 0-124,9-5-236,-3 1-334,3-3 0,13-1 0,0-4 0</inkml:trace>
  <inkml:trace contextRef="#ctx0" brushRef="#br0" timeOffset="36050.9234">10304 3522 1262,'5'0'74,"-2"0"35,1 0 38,2 0 53,-4-2 33,-2 0 16,4-3 16,-4 0 14,0-2 7,-4 3-58,0 1-16,-4-1-35,-6 1-38,0 3-53,-1 3-33,-2-2-17,6 3-15,1 2-16,3-1-7,3-1 1,3 1 7,2 2 21,-1-2 11,0 1 9,0 2 6,4-2 4,1 3 4,-1 3 12,0 0 13,0 2 10,-1 2 6,-3-2-11,0 2-2,0 2 0,0 2 2,-3-1-2,-1 2-2,2 1-9,-2 0-10,0-4-8,1 1-12,1 0-8,0-3-6,1-1-8,1-3-5,0 0 0,0-2 0,0-1 2,0-3-2,1-1 0,6-3-3,-1 1-24,5-1-129,16-2-328,-10 0-564,0-5 0,0-1 0,2-9 0</inkml:trace>
  <inkml:trace contextRef="#ctx0" brushRef="#br0" timeOffset="36770.1041">10513 3612 1465,'0'0'86,"0"-2"32,0 2 68,0-6 38,0-2 35,1 1 42,2-3 20,1-1 20,6 2 6,-2 3-36,2 0-40,-1 2-25,3 0-70,-5 3-38,1-1-33,-1 2-38,-4 3-19,-2 2-11,-1 4-3,0 1-6,0 7 3,-4 2-7,-3 1 4,-4 3-6,-5 3-4,0-4-8,-1-1-2,5-1-8,1-6-3,1-1-3,2-4-4,4-2 2,-2-3-1,3-2 7,-1 2 4,3-1 2,0-3-1,1 0-3,0 0 0,0 1-1,1-1 1,-1 0 2,5 0 4,4 0-6,4 0-39,7 0-91,2 0-179,1-10-641,0 9 0,-2-3 0</inkml:trace>
  <inkml:trace contextRef="#ctx0" brushRef="#br0" timeOffset="37759.0824">10793 3480 1195,'0'1'79,"1"0"27,-1 1 15,3 0 19,3-2 20,2 1 21,6-1 23,4 0 20,1-1 13,-2 1-49,-3 0-17,-4 0-28,-4 0-11,-3 1 5,-3 2 0,0 1-6,0 3-23,0-1-16,0 4-16,-1 1-6,-3 2 1,1 0 0,-1-1-1,1 1-7,2-1-8,-1 3-5,2-2 14,0 1 15,2 2 6,-2 0 4,0 1-2,0 4 2,0-3 1,0 5-17,0 0-10,0-2-9,-2-1-15,1-1-14,1-3-6,-3-1-3,3-3 12,0-1 8,0-4 2,0-1 4,-3-1 3,0-1 5,-2-2 2,-2-2 1,-1 0 2,1 0-2,-7 0-16,-4 0-30,-4 0-69,-3 0-166,10-2-307,-10-2-456,2 1 0,4-6 0</inkml:trace>
  <inkml:trace contextRef="#ctx0" brushRef="#br0" timeOffset="40309.9794">3292 4112 1058,'0'0'138,"0"0"64,0 1 56,0-2 47,0-2 47,0-1 42,0 0 30,-2-2 14,2 0 11,-3 0-87,2-1-37,-2 4-57,-3-2-54,1 0-47,1 2-47,-6-1-42,2 2-28,-5-1-16,-1 3-10,-1 0-12,-3 3-6,3 1-8,1 3-1,1 3 0,5 4-4,4 0-5,1 1 0,1-1 2,7-2-6,-2-3 4,6-2 2,4-4-11,6-1-29,5-2-73,-3-2-42,0-6-17,-5 1-7,-6-2-8,-2-3 3,-8 1 1,3 2-10,-3 4 8,-3 1 33,-5 3 81,1 4 59,-3 4 50,-2 9 41,-1 5 46,4 11 17,-4 5 9,3 5 14,-2 4 8,1 0-2,-2 0-8,1-4-9,-2-4-27,0-8-33,-4-4-44,3-5-30,-5-6-46,1-4-26,0-8-50,-1-3-28,2-7-33,4-8-41,5-6-33,6-8-18,6-6 0,12-2 9,8-1 20,8 0-81,5-8-243,-4 14 0,0 6 0,-10 1 0</inkml:trace>
  <inkml:trace contextRef="#ctx0" brushRef="#br0" timeOffset="41325.5351">3480 3931 393,'0'-2'47,"-3"-3"5,-3 1 3,-2 2 6,-1-2 14,-1 4 23,0 1 15,-1 2 7,4 1 18,0 3-33,2 0 15,2 4 17,0-1 23,3-2 16,0 3 10,0-5-12,3 0 1,-3-2 13,1 0 6,1-2 1,2 1 3,0-1-3,-1-1-13,-2 1-10,2-1-17,0 1 2,-3 1 13,0-1-1,0 5-12,0 0-1,0 2-13,0 4-9,0 3-12,0 4-6,-3 3-2,0 4-6,-1 0-30,0 2-16,0-4-6,4 1-11,-2-8-7,2-1-9,0-2 0,0-4-5,0-2-2,0-2-6,0-1-1,0-6-5,0 2-4,0-1-2,2-1-2,3 0-22,5-1-110,7 2-223,3-17-715,2 10 0,-2 0 0,1-2 0</inkml:trace>
  <inkml:trace contextRef="#ctx0" brushRef="#br0" timeOffset="42244.9523">3594 4021 1486,'0'0'137,"0"0"47,0 0 27,-2 0 28,4 0 23,-2 0 19,-2-2 30,2 2 20,0-2 11,0 2-101,0-3-35,0 1-48,0 2-27,3-3-25,3 1-23,-1-1-20,5 2-27,2 0-23,-2-1-11,1 2-3,0 0-2,-4-2-4,3 2-5,-6 2-16,-2 1-3,-2 2-3,0 3 1,-1 3 7,-4 1 0,-2 5 3,-4 1 3,-6-1 4,3-1 7,-4 2 10,11-4 7,-1-2 2,3-3-3,0 0-1,4-2 6,1-2 3,0 1 10,0-1 13,0-2 8,0-1 13,4-1 7,4-1 2,5 2-13,6-2-68,1 0-124,20-8-827,-19 3 0,-3-2 0</inkml:trace>
  <inkml:trace contextRef="#ctx0" brushRef="#br0" timeOffset="42617.2362">3832 3909 1310,'0'1'109,"2"4"47,3 2 57,1 4 52,2 1 50,5 5 42,2 3 30,0 6 19,2 1 14,1 6-47,-4 0-48,-6 0-38,0-3-50,-6-2-46,-4-1-58,-8-3-67,-3-4-148,-7-2-210,13-9-743,-22-3 0,-3-3 0,6-3 0</inkml:trace>
  <inkml:trace contextRef="#ctx0" brushRef="#br0" timeOffset="44342.1995">4258 4185 423,'-3'0'41,"-1"0"27,0 1 30,-2 0 25,1 3 19,2 0 10,0-1 8,2-1 31,-5-1 46,4 3 11,-1-2 21,3-1-5,0 1-11,0-1-9,0-1-1,0 0 21,0 0 13,0 0-6,0 0-31,0 0-27,0 0-30,0 0-18,0 0-18,0 0-11,0 0-16,0 0-27,3 0-21,-1 0-21,5 0-14,4 0-7,3 0-6,1 0-2,2 0-2,4 0-4,-4 0-1,1 0 0,-1 0-4,0 0-3,0 0 0,1 0-4,1 0 4,2 0-4,1 0-1,2 0 0,5 0 0,-7 0-6,2 0 5,1-1 0,-4 1-2,0-2 1,-2 1-2,-1 1 2,1 0 2,-1-2-2,3 1-1,-2 1 2,1 0-1,1-3 0,-2 3-1,1-3 1,0 3 0,4-1-3,1 1-1,1 0-2,1-1 0,-3 0 0,1 1-2,0-3 2,-5 2 0,2 1-1,0-2 0,2 2 2,-5 0-2,5 0 6,-1 0-1,2 0 1,-2 0 1,0 0-1,-2 0-1,-2 0 2,-1 0 0,0 0 1,2 0 1,1-2-4,-2 1 2,2 0-1,1-1-1,-1 0 0,2 2 1,1 0 0,2 0 0,-1 0-4,2 0 2,-2 0 0,-2 0-2,1 0-1,-5 0 0,3 0 1,-1 0 0,-4 0-1,2 0-1,1 0 4,-2 0 1,1 0-1,1 0 2,3 0 0,-2 0 1,2 0 0,0 0-2,-1 0 0,-3 0 1,2 0-2,-6 0-2,-1 0 2,-1 0 0,-1 0 2,1 0 2,2 0-4,2 0 4,1 0-2,2 0 1,1 0-2,0 0 1,0 0 2,-6 0-2,2 0-1,-2 0 0,-1 0 4,-2 0-4,2 0 1,-3 0 1,2 0 2,-2 0-2,3 0-2,0 0 3,1 0 0,7 0 3,-1 0-6,1 0 4,-1 0 0,2 0 1,-3 0-2,-3 0 0,-2 0 3,-5 0-2,-2 0 1,-1 0-2,-5 0 10,0 0-1,-2 0 2,4 0-1,-2 0 0,-2 0-2,1 0-10,0 0-26,2 0-90,-3 0-149,5 0-254,-3 0-422,1 0 0,-2-2 0,0-1 0</inkml:trace>
  <inkml:trace contextRef="#ctx0" brushRef="#br0" timeOffset="48410.1569">5813 2415 1115,'0'0'97,"2"0"25,0 0 29,-1 3 35,-1-6 24,0 3 17,0 0 15,0 0 10,0 0 3,0 0-73,0 0-23,0 0-23,0 0-30,-4 0-31,3 0-22,-6 0-11,-2 0-6,3 3-1,-3-1 9,2 4 13,2 0 18,2 3 22,0 1 12,3 4 15,-1-3 11,5-2 11,1 0 2,4-2-5,3-5-10,2 1-15,4-2-25,-3-1-42,2-1-63,-3-4-60,0-1-56,-4-2-58,-3-3-50,-5-3-34,1 0-14,-6 1-6,-1-1 8,-3 2 18,-1 2 51,-5 3 41,1 4 45,-1 2 47,1 1 50,4 0 42,-2 4 21,3 1 24,-1 1 16,1 4 16,3-2 11,-2 3 9,3-2 2,3 0 2,-1-2-3,1 1-12,1-4-1,2-1-13,1-3-12,2 0-24,2 2-28,2-5-23,-6 0-36,0-3-45,-4 0-31,0-2-34,0 1-19,-3 1-10,0 2-9,1 2 10,-4 0 23,3 2 24,2 0 41,0 5 54,-1-2 38,4 0 45,-2 0 22,0 2 9,0-4 11,1 0-2,0-1-7,1 2-19,2-2-18,0 0-29,0 0-24,0-3-18,1 2-11,-5-1-2,2-1-9,-2 1 3,0 1 20,0 1 28,0 0 23,0 0 25,0 0 17,0 0 6,0 0 8,0 0 14,0 0 22,0 0 1,0 0-11,0 0-19,0 0-16,0 0-10,0 0-4,0 0 4,0 0 3,0 0-6,0 0-4,0 0 9,0 4 8,0 0 17,0 1 14,0 1 16,0 2 13,0-4-2,0 4-2,0-1-9,0 3-6,0-3-11,0 4-7,0 1-13,0-1-13,0 1-13,0 1-8,0-2-8,2 2-7,-1-1 2,-1 2-7,3-4-2,0 1-5,2 0-2,-3 1-2,0-1-2,1-1-3,-3 3 2,2-1 1,-2-1-5,2 2 3,-2-2-3,0-1-2,3 1 1,-3 0 0,0 0-5,0-1 0,0 1-1,0 1 0,0 0 1,0-1-2,3 1-3,-3-1 2,0 2-3,0 0 0,0-1 3,0 1 0,0-1-3,0 1 1,0-1 0,0 1 0,0 0 2,0 2 2,0-1-2,0-2 3,0-1-1,0-1 0,0 0 3,0 1-1,0-1 0,0 2-1,0-1 2,0-1 0,0 2-2,0-2-2,0 1-1,0 1 1,0-3 0,0 3 1,0-3-1,0 3 2,0 0-2,0-1-4,0-2 8,0 3 1,0-2 2,0 0-3,0 0 2,0 1 4,0-1 2,0-1 0,0 0 0,0 1 0,0-3-3,0 1 2,0 0-1,0 0 1,0 0-1,0 1-5,0-2-2,0 3-2,0-4 5,0 4-1,0-1 0,0-1-1,0 2 0,0-1-3,0-1 1,0 0 1,0 0 1,0 0 2,0-1-4,0 3 0,0-2 2,0 1-3,0-2 4,0-1-1,0 2 0,0 0-2,0 0 2,0 0-3,0 2 0,0 1-1,0 1 2,0-1-4,0 1 2,0-1-1,0-1 1,0-1 0,0 1-1,0-5 1,0 2 1,0 0 2,0-3-2,0 3 2,0 0-4,0-1 2,0-2-2,2 2 0,-2-2 1,0 2 0,0-1 0,2 2-2,-2-2-1,3 0 2,-3 0-1,1-1 4,-1 1-2,0-2 0,0 1-2,0-2 0,0 3-1,0-2 1,0-1 1,0 1-2,0 1-1,0-2-2,0 2 2,1-2-3,0 0 1,-1-1-1,1-1-3,3 1 1,-2-1-1,2 0 2,0 0 3,0 0 0,2 0-1,-1 0 6,2 0-1,0 0 0,0 0 3,1 0-2,0 0 1,1 0-1,-1 0-2,2 0-1,-1 0 1,0 0-2,2 0 0,0 0-1,-4 0 0,4 0 3,-1 0 0,-2 0-1,1 0 0,3 0 1,-2 0 0,2 0 1,1 0 0,-1 0 0,2 0-1,0 0-2,0 0 2,-2 0 1,2 0-2,-3 0 1,0 0-1,0 0 0,-1 0-1,-2 0 1,1 0 1,2 0 2,-1 0-2,-1 0 0,2 0 0,-1 0 1,1 0-2,0 0 1,-4 0 2,3 0 2,-2 1-6,-2-1 4,1 0-2,1 1 0,3-1 2,-4 0-2,0 2 2,1-2 0,-2 0-4,-2-2 5,3 4 2,0-1-6,-3-1 1,3 0 1,-3 1-1,0-1 0,3-1-1,3 1 1,-3 0 2,3 0-6,-2 0-1,-1 0 1,1 0-2,-1 0-2,-3 0 0,4 1-1,-2-1-7,-3 0-9,0 1-9,0 2-16,-3-3-39,1 0-111,-1 2-146,9-2-237,-7 0-352,-2 0 0,4 0 0,-2-2 0</inkml:trace>
  <inkml:trace contextRef="#ctx0" brushRef="#br0" timeOffset="49975.4501">16064 3345 1872,'0'2'82,"0"0"56,0 0 46,0 0 45,2 0 71,-2-2 41,0 0 21,0 0 10,3-2 4,-3 2-36,0 0-49,0 2-52,0 0-41,0 5-42,0 2-70,0 3-39,0 2-21,1 0-8,-1-2-1,4-3 8,6-4 2,4-4 1,10-2-5,7-6-2,4-2-2,5-8 0,6-1-5,1-4 1,-1-3-1,4 4-9,-10 1-1,-5 3-6,-13 3-16,-4 8-26,-8 1-34,-3 4-78,-6 1-51,2 4-50,-3-1-81,0 0-115,0-7-414,0 4 0,0-2 0</inkml:trace>
  <inkml:trace contextRef="#ctx0" brushRef="#br0" timeOffset="50324.395">16139 3255 1268,'2'2'99,"5"2"19,4-1 13,5 0 3,7-6 3,7-4 2,7-2 1,5-5-1,1-3-1,8-2-77,-2-2-67,-3-2-107,-4-1-123,-13 1-193,-15 12 0,-6 4 0,-8 3 0</inkml:trace>
  <inkml:trace contextRef="#ctx0" brushRef="#br0" timeOffset="54870.4766">6313 5708 1283,'0'1'67,"0"1"35,0 0 38,0 1 35,0-1 37,0 1 23,0-2 22,0-1 25,0 1 22,2-1-25,-1 0-11,-1 0-24,0-1-31,0 1-30,0 0-31,0 0-18,0 0-23,3 0-18,0 0-21,-1 0-15,0 0-12,2 1-12,2 1-5,-1 1-4,1 0-3,2 3-1,0-1 3,0 1-4,2 1 1,0 1 2,0 2 2,-2-1 2,0-1 3,-2 3 2,-1-1 1,1 1 2,1 1 1,-3 2 2,2-2-1,-2 2 2,0-1 3,0 1-2,0 2-1,-1-1 1,0 1-1,1 3-4,-1-5-2,-3 1 0,4 0-4,-3 0 1,2 1-7,-1 2 2,0-2-3,2 0-2,-1 0 1,0-1-2,0 0 1,-1-2-4,-2 2 0,2 1-1,-2 0 3,0-2-2,0 2 0,0 0-2,0-1-1,0-1 1,0 2-2,0-1 2,0 1 1,0-4 3,0 5 5,0-1 9,0-2-3,0 2 4,0 0 8,0 1-1,0-1-9,0 1 7,0 0 2,0 1-3,0-1-1,0 3-9,-2-3 8,-3 0-3,2 3-6,-2-1 3,-1-3 10,-2 2 2,1-1-2,0 0 2,0 1-10,-4-1 6,4 2 1,-5 0-2,3 2 1,-2-2 2,4 1-2,-1 0-4,1-1-2,0-2-7,-2 1 10,1 0-9,-4-3-1,2 2 0,-1-4-5,3 0-3,-3-3 1,4-4-6,1 0-1,-1 0 2,1-3-13,2-1 0,2 1-15,0-1-25,1-1-46,1-1-74,0 1-198,21-3-366,-17-3-454,1-6 0,4-6 0,6-16 0</inkml:trace>
  <inkml:trace contextRef="#ctx0" brushRef="#br0" timeOffset="56889.3093">6566 5690 1796,'0'0'59,"4"2"38,-3 1 28,3 0 36,3 0 26,0-1 22,0 1 15,4-1 15,2 1 16,-3-1-5,2 3-25,-1 2-27,0 1-18,-5 1-23,3 3-17,-2 2-11,-1 2-9,1 1-11,-2 4-13,0 1-21,0 1-7,-3 2-6,0 0-7,0 0-9,2 0-10,1-3-7,0 1-5,0-2 1,-1 0 1,2 1 0,-4-1 2,3-3 0,-4 3-4,1-1 1,-2 2-2,1-2 0,-1 1-2,0 0-4,0-1-2,0 0-4,0 0 0,0 0-1,0-2-4,-1 1 1,1-1-4,0 1 1,-2-1 0,2 1-2,0-1 3,-1 0-1,-2 0-2,1 1 0,0 0 3,-2-1 0,2 1 2,0-1 0,0-1 0,-3 0 3,-1-3 2,2 1 4,-2-1 1,2-1 3,-3 2 1,1-2 0,0 3 0,0-3 1,-1 0-4,2 0-2,-2-1-2,1 2 0,-2-1-1,1 0-1,0-2-1,1 2-2,1-1 1,1-2-2,-2-1 4,0 0-1,0 0 0,-1-1-2,0-2-2,2 0 0,-1-2 0,2 1-2,-1-2-1,1 3 3,-1-3-3,-1 3 0,2-2-2,0 0 1,0 0-1,1-1 0,3 1-3,-4 0 0,4-3 2,-1 2-4,1-1 2,0-2 2,0 3-1,0-3 2,0 1-1,0-1 2,0 0 11,0 0 0,0-1 3,1 1-4,3 0-1,0 0 7,2 0 0,2 0 5,-1-2-4,3 1 2,0-3-10,2 0 5,3-2 4,0-3 13,2 0 3,-2 0-3,3-3 15,-1 1-14,0 0 7,2 1 7,-1 1-4,4-1 10,-2-1-6,5 0-4,-2-1 0,2 1-4,-4 0-11,3 1 4,-1-1-1,3-1-7,-2 2 0,-2-2-17,4 2 0,-2-3-1,-3 2 1,0 0-5,3-1-4,-3 0 4,2-1-3,2-1-2,1-3 2,3 1 7,-2-4 3,-1 2-6,0-2 0,-1 3-1,-8-1 4,1 2-1,-3-1-3,-1-2 1,-3 0-6,3-2-6,-2-2-6,1-2 2,-1 3-3,1 0 2,-2 3-3,-3 2 0,-1 2 3,-3 2-1,-1 3 2,0 3 5,-2 0-24,2 3-57,-3 0-35,0 3-107,0 1-167,9-4-835,-11 2 0,-5 0 0,1-2 0</inkml:trace>
  <inkml:trace contextRef="#ctx0" brushRef="#br0" timeOffset="59257.6924">6580 5749 1315,'1'-1'118,"2"0"30,1 0 67,-1-1 39,2-4 44,1 1 32,-3 0 24,-1 0 14,0-1 12,0 2-70,0 2-34,-1 0-28,0 1-64,1 1-39,1-1-40,0 1-34,2 0-22,6 0-13,2 0-9,2 0-10,2 0-5,1 0-2,1 0-2,3 0 0,1 2-2,-3 2-2,4 0 2,-2 2-4,-4 2-2,2-1 4,-1 1-2,-1 1 0,0 0-1,1 2 0,-1-4-1,2 1 2,-1 1-1,2 2 2,-2-1-1,4 1-4,-1-1 2,-3 1 0,6-1 2,3 2-1,0 0-1,2 3-2,2 1 1,-5 2 1,-4 0 1,-3-4-1,-4 3 2,-1-2-4,0-3-1,-6 2 3,1-1 3,-2 0 8,-3 0 4,3-1-2,1-1 1,1-1 2,2 1 1,-1-1 6,-2 1-2,2-2-3,-4 1 2,1-2-6,-4 2-4,2 0 0,1-1-2,1-1-2,-2 0-1,-1 1-2,1-1 2,-2 0-1,3 0-1,-3-2-1,0 0-1,0-1 1,-2 0-2,0-4 0,0 2 2,2 0-1,-3-2-1,-1 1 2,1 1-5,-1-2 3,0 0-2,0 0 1,1 0 2,-1 1 1,1-2-2,-1 2-3,3-2 1,-3 1-7,0 0-1,2 0-5,-1 0-2,-1 2-9,1-3-21,-1 1-54,0 0-45,0-1-44,0 1-36,0-1-80,0 2-80,-1-4-64,0-1-25,-1 0 6,-3 1 25,3 1 81,-2 0 98,2 2 98,2 2 108,0 1 164,0 0 162,0-2 107,0-2 32,0 0 12,2 0 0,2 0-29,-2 0-48,5 0-42,1 0-65,1 0-77,1 0-62,3 0-37,0 0 2,1 0-7,2 0-1,3 0 1,-5 0-1,4 0-12,0 0-5,0 0-1,0 0-15,0 0-2,1 0-6,1 0-3,2-1-3,-1 1 3,4-1 1,0-2 2,0 2 2,0 0-1,0-2 0,-2 3-1,1-2 0,0 1 3,-1 0 1,-1 1-7,0 0-1,0-2-4,-5 2-1,1 0-1,-1 0 1,-3 0-1,2 0 1,-2 0-3,0 0 0,1 0 3,2 0-3,0-2 4,-1 2-3,1-1 3,0 0-2,-2 0-1,-3 0 0,3-1-2,-3 1 2,1 1 1,1-2-2,-1 1 2,3 1-2,0 0 1,4 0 1,-1 0-1,2 0-1,2 0 6,-4 0-6,-1 0 1,3 0-1,-3 0 2,1 0 1,2-3 0,0 3-3,0 0 1,3-1 1,2 1-1,4 0 2,-3 0-2,6 0 3,-6 0-4,3-2-1,-4 2 1,5 0 2,-2 0 1,1-1-2,4 0 0,-1 1 0,2 0 2,3-1 4,-3-1 3,7 1 10,-2 0 5,-1 1 3,1-1 6,-4 1 4,-3-1 3,-1-1 0,-4 0 0,-3 1-3,-3-2 3,-4 2-9,-4 0-3,0-2-1,-4 2-3,-3-3-2,0 2-2,-2 1-1,-3-2-14,-2 3-48,0 0-127,2 0-198,-4-13-731,-4 10 0,-1 2 0</inkml:trace>
  <inkml:trace contextRef="#ctx0" brushRef="#br0" timeOffset="60941.6583">9924 5803 1686,'2'0'134,"1"0"42,-1-2 32,0 2 34,2-2 35,-1-1 33,-2 3 24,1-2 20,-1 0 13,2 0-86,-3 2-42,1-1-39,-1-1-25,1 2-24,-1 0-28,0 0-31,0 3-23,0-1-19,0 5-9,0 1 4,0 5 3,0 5 3,2 2-6,1 4-6,0 2-2,-1 2 2,1 3 2,-3-4 4,0 2-4,0 1-5,0-1-3,0-1-7,0-3-1,0-3 3,0-3-6,0-5-4,0-3-3,0-5-5,0-2 5,0-2 5,0-1-2,0 0-3,0-1-8,0 0-15,0 0-4,0 0-7,0 0-6,0-1-2,0 0-14,0-1-21,0-2-14,0 0-10,2-1-20,-1-2-12,2-2-4,2 2 0,1-2 7,-1 0 0,2 2 9,1-1 14,2 2 17,1 0 22,5 0 36,-3 0 28,6 1 17,-1 0 6,0 0 4,-3 4 1,3 0 2,-4-1-1,-5 2 0,-1 3-9,-1 0-6,-4 2-2,3 3-5,-3 0 0,0 2 0,-2 0 2,1 0-2,-1 2 1,3 1-4,-4-3 1,1 0-5,2-3-4,-3 2 0,-3-2 3,-1-1-2,0 0 4,-6 1 1,-4-4 0,-5 1 1,-4 0-2,-2-2 2,-3-2-2,4 1-19,2-2-66,3 0-93,10-2-168,4-10-641,2 5 0,6-1 0,8-2 0</inkml:trace>
  <inkml:trace contextRef="#ctx0" brushRef="#br0" timeOffset="61890.2121">10595 5737 636,'0'-3'123,"0"2"56,0 1 62,0-3 40,0 0 25,0-2 34,0-1 19,0 1 4,-3-2 1,-4 4-74,-3-1-48,-4 3-55,-2 1-62,-2 0-41,0 1-24,1 2-35,2 0-20,3 3-1,3 0 1,5 1 7,1-1 15,3-1 10,0 2 10,1-1 3,-1 2 5,2-2-1,1 1 4,0 2-1,-1 2-2,1 1-8,-1 1-12,-2 4-9,0 2-2,0 2 6,0 6 1,0-1 9,0 4 4,-2 1 4,-3 0 8,2-4 7,0-2 6,-1-2-1,2-3-2,-1-3-10,2-2-4,0-5-8,1 1-4,0-2-2,0-2-10,0-1-5,0-3-4,0 0-1,2-3-4,3 0-21,4 0-85,5-1-147,8-2-278,-6-1-442,2-1 0,0-3 0</inkml:trace>
  <inkml:trace contextRef="#ctx0" brushRef="#br0" timeOffset="62393.2527">10780 5796 1964,'0'0'117,"0"0"4,0 0 30,1 0 38,-1 0 48,0 0 39,0 5 48,0 2 29,0 5 25,0 6-94,-1 2-6,-1 8 0,-1 0-23,-3 3-39,4-5-45,-1-2-37,2-3-46,1-5-34,0-4-36,0-3-36,0-3-103,0-3-208,0-8-754,0 5 0,0-3 0,0-6 0</inkml:trace>
  <inkml:trace contextRef="#ctx0" brushRef="#br0" timeOffset="63390.5619">10969 5683 1146,'3'0'205,"-3"2"37,0-2 23,2 1 10,-2-4 13,2 3 19,2 0 28,5 0 28,1 0 9,5 0-148,3 0-48,1 0-33,0 0-25,2 0-9,-8 0-15,-1 0-22,-5 0-33,-4 2-29,-3 0-7,0 1-1,0 3-1,0 0-1,-3 3 5,2-2-3,-2 3 5,2 1 4,1 1 8,0 0 0,0 3 1,0 3-2,0-2 5,-2 5 8,2 1 1,-4 0 8,1 4 4,0 0 1,2 2-1,0-4 3,1 4-2,-3-7 5,3 0 1,-3-2-3,3-6 0,0-2-4,-1 1-3,1 0 0,0-5-1,-2 2 0,1-2 4,0-3-1,-4 1-1,1-4-1,-1-1-2,-4 3-3,-4-3-6,-4 0-13,-5-3-43,-2 3-172,4-3-269,-5 0-582,0-4 0,5-1 0</inkml:trace>
  <inkml:trace contextRef="#ctx0" brushRef="#br0" timeOffset="65877.6507">3555 6874 172,'0'0'44,"0"0"38,0 0 26,0 0 3,0 1 2,0 0 1,1 0 2,-1 1 18,0-2 15,0 2-1,3-2-23,-3 0-29,0 0-15,0 0 6,0 0 9,0 0 6,0 0 2,0 0-18,0 0-13,0 0-8,0 0-12,-3 0-8,2 0-10,0 0-8,2 0-7,-2 0 16,1 0 29,-1 0 32,1 0 25,-1 0 27,1 0 18,0 0 17,0 0 14,0 0 6,0 0 1,0 0-12,0 0-26,0 0-26,0 0-17,1 0-15,1 0-13,3 0-14,2-2-3,4 2-3,3 0-4,1-3-10,2 1-4,-1 0-4,3-1-12,-1 1-11,4-1-5,0 1-4,3-2-12,-1 1-3,2 1 2,2 1-2,1-2-1,4 2-4,3-1 2,-1 2-1,1-2 1,-4 2 1,-4 0-1,1 0-1,-4 0-2,-1 0 1,-1-1 0,2-1 3,1 0-2,2 0 3,1-1-3,4 1 2,1 1-1,-3-2 2,2 1 0,-4-1 1,4 2-2,-4-1 0,0 1 2,-1 0-2,0 0 1,-1 0-1,0 1 1,0-2-3,4 1 0,-4 0-1,4 1 1,3-1 0,0 0-4,1-1 3,1 1 1,0-1 0,3 0-1,1 0 2,-3 2-2,1-2 1,-6 1 0,-2 0-1,-3 1 0,-1-1 1,0 1-3,4 0 2,0-3 0,-1 3-1,4 0 3,2-1-3,-2 1-1,-2 0 2,1-2 1,-3 2-3,-4 0 2,0-1 0,-2-1-1,1 2-1,0-3 1,-1 2 0,3 0-1,2-1 2,3 0-2,0 1 0,3 1-2,-5-2-1,4 2 2,-2 0 2,-2-3-1,0 3-1,-1 0 0,-3 0-1,1-1 1,0 1 0,-2 0-2,0 0 3,-2 0 0,-3 0-1,1-1-1,-2-1 1,0 0 1,5-1 0,2 1 0,0-1-2,3 0 4,-3-1 1,-1 2-6,-5 0 4,-5 2-2,1-1 1,-5 1 0,-6 0 0,2 0 2,-1 0 4,-5 0 0,0-2-1,2 1 3,-2 1-1,0 0-2,0 0-4,0 0-6,0 0-11,0 0-25,0 0-30,0 0-62,0 0-90,0 0-134,19-6-571,-19 3 0,-3 2 0,-1-2 0</inkml:trace>
  <inkml:trace contextRef="#ctx0" brushRef="#br0" timeOffset="67397.4314">2624 6668 2280,'3'-3'138,"0"1"22,-3-3 42,2-1 49,0 1 35,-2 3 23,0-3 18,0-1 15,0 3 14,0-2-110,0 3-22,0-1-23,-2 1-41,-3-1-49,-2 2-36,-4-1-21,-1 2-17,-5 0-14,3 0-15,-7 0-2,0 0-5,2 2 2,1 4 2,3 1 0,2 5-3,5 1 0,0 0-1,6 1-3,2-2-10,2-2 1,8-3-1,5-2-25,4-2-52,10-2-77,0-1-63,-2-1-49,-2-3-29,-9-1-13,-5-2 8,-5-2-8,-4 0 11,-2 1 23,-2 4 56,-1-1 80,-2 1 72,-2 3 71,-2 1 55,-2 3 40,0 4 34,0 8 36,0 6 14,1 9 10,0 8 0,3 1 1,2 7-5,-1 2-21,2-1-23,-3-2-27,2-2-29,-8-4-28,-2-6-19,1-1-10,-1-10-8,-2-4-7,-1-4-8,0-5-6,3-6-18,-1-3-27,6-3-18,0-9-23,-1-6-10,5-6-8,2-11-9,4-1-3,8-2 1,6 6-21,4 0-27,7 6-26,2 3-50,3 1-91,-8 1-189,-4 9 0,-1 1 0</inkml:trace>
  <inkml:trace contextRef="#ctx0" brushRef="#br0" timeOffset="68689.3764">2823 6550 595,'0'0'61,"0"0"44,0 0 30,0-1 41,0 1 27,0 0 20,0 0 10,-3 0 11,3 0 4,-3 0-39,-3 0-17,1 0-22,-3 0-15,-4 0-36,3 0-23,-4 0-21,1 0-6,1 0-9,1 1-1,0 3 7,5 2 1,-2-4-22,4 5-9,2-3-1,-1 1 20,2 0 19,0-2 8,2 0 3,-2 0 1,0 2-3,2-2 1,0 3 3,2 0-3,-1 3-2,-1-2-22,0 2-17,-2 1-10,1 1 2,-1-1-3,0 2-4,0 2-1,0 4-1,0-2 0,0 5 0,0 0 2,0-1-3,0 2 2,0 0-7,0-3-2,0-1 4,0-1-2,0-3-4,3-2-1,-3-1-1,0-1-3,0-2 2,0-1-4,3 0 3,-2-2 2,2 0-3,1 1-1,2-2 4,2-3-2,1 1-23,3-1-83,1-1-134,20-3-730,-18 2 0,-1-3 0,1-2 0</inkml:trace>
  <inkml:trace contextRef="#ctx0" brushRef="#br0" timeOffset="70697.2316">2943 6655 791,'0'0'127,"0"0"50,0 0 60,0 0 54,0 0 38,0-1 49,0-1 32,0 0 25,0 1 18,0-1-77,0 0-32,0 2-46,0 0-57,0 0-53,0 0-37,0 0-52,0 0-21,0 0-12,0 2-5,0 4-1,0 4 0,0 2 2,0 7-3,0 0 2,0 2 1,0 1 3,0-1-10,0-5-8,0-1-14,0-3-13,0-4-12,0-2-10,0-1-17,0-3-34,0-1-124,4 0-311,-1-2-588,-3 0 0,2-5 0,0-2 0</inkml:trace>
  <inkml:trace contextRef="#ctx0" brushRef="#br0" timeOffset="71457.5827">3031 6571 1602,'0'0'150,"0"0"47,0 0 43,0 0 48,0-1 35,0 1 17,0-1 0,0-1-5,2 2 9,4-2-92,5-1-45,3 1-48,5-2-40,2 2-49,-2-2-35,-1 3-21,-3 1-5,-9 0-4,0 1-14,-3 5-2,-3 0-5,0 6 3,-3 6 0,-3 2 0,5 1 5,-4 0 4,3 3 10,2-7 9,0 1 6,0-1 0,0-3 0,3 1-2,1-2-5,-3 1 5,3-3-2,-2 0 5,-2 1-5,0 0 1,0-3 5,0-1 0,0-2 1,0 1 3,0-4 4,-4 0-4,-4-1-20,-7-1-60,-1 0-97,-3-1-163,-2-9-646,3 8 0,1-3 0,9 1 0</inkml:trace>
  <inkml:trace contextRef="#ctx0" brushRef="#br0" timeOffset="75850.7455">5860 3764 1112,'0'0'83,"0"2"19,0-2 28,0 0 30,0-2 14,0 2 6,0 0 6,0 2 21,0-2 21,-3 0-56,3 0-15,0 0-18,0 1-8,-3 0-11,3 1-1,-2 3 7,0-1 15,2 1 2,-3 1-11,3-2-1,0 1 5,0-3 8,3 2-11,1-1-12,2-3-7,2 0-16,2 0-36,-2 0-39,-1-3-36,-3 1-43,-1-2-22,-3-2-28,0 0-15,-3-3-10,0 4-8,-4-1 1,-2 2 12,-2 1 14,-4 1 28,1 2 33,3 2 12,-1-1 25,4 2 21,1 1 10,4 3 19,1-2 27,2 2 25,0-1 13,2-3 8,3 0 8,3-3 5,4 0-12,3 0-24,0-2-38,-3 1-36,-1-5-43,-4 0-45,-3 0-28,-3-2-34,-2 2-19,-3 2-10,-3 2 4,-4 2 12,-1 0 37,-3 3 27,0 2 26,6 2 34,-1 0 35,7 3 45,0-4 17,3-1 13,3-1 8,4-1 4,3-3-13,5 0-25,3 0-34,-4-2-34,0 0-38,-5-2-48,-3 1-34,-4-1-24,-2-1-13,1 1-7,-2 0 3,1 2 17,0 1 25,-1-1 23,0 2 21,0 0 31,-4 0 35,4 0 25,1 0 24,0 0 12,-1 0 15,2 0 18,-1 0 17,0 0 21,0 2 33,0 0 19,0 2 10,0 1 8,0 1-9,0 0 2,0 2-6,0 1-12,0-1-13,1 4-22,1-3-30,2 6-20,-2 0-14,0 0-15,1 2-4,-3-1-10,3 2-6,-3-2-5,4 3-1,-4-2 0,1 1-2,2 0 1,0 1-4,0-1 2,-1-2-4,0 3-1,-1-2 2,-1 3 0,0-1 2,0 2-1,0-2 1,0-2-1,0 2 4,0-5-3,0 2-3,0-1 2,0 0-1,0-1 1,0 0-5,0-2 2,0 1-3,0-1-1,0-1-2,0 1 0,0 3 4,0-2-1,0 1-2,0 0 2,0-1 4,0 0-2,0 2-2,0-3 4,0 3 0,-1-3 0,1 0-2,0 2 2,-2-4 5,2 1-2,-2 2-2,2 0 12,0 2 5,0 0 2,0 3 0,0 2 2,-3-1-2,3 2 0,-3-1-6,0-2 4,3 3-1,-1-3-9,1-2 0,0 0-3,0 1 1,0 0-2,-3-3 2,1 2-1,2 0 1,-2-1-3,2-1 1,0 3-4,0-2 1,0 0-3,0-1 1,0-1-3,0-1 2,0 1 3,0-1-2,2-1-2,0 1 4,1-1 0,-2 1-3,-1 0 0,3-1-1,-3 3 3,0 1-3,3 1-4,-3-2 4,0 4-4,3-2-2,-1-3 0,0 1 0,-2-2 0,4 0 1,-4 0-3,1-1 2,-1 2-1,2 0-3,-1-1 3,-1 2-2,0 1 3,0 1 3,0 1-1,0-2 2,0 0-1,0 1-1,0-2 3,0-1 1,2 1-1,-2-2 2,0 2-2,0-1-6,1 0 2,-1 1-1,1-1 0,-1 2-1,0 0 3,0-2 0,0 2 1,0 0-3,0-3 1,0-2-1,0 1 3,0-2-1,0 0 0,0 2 1,0-2-4,0 0 0,-1 0 0,1 2 0,-1-1 0,1-2 1,0 1-2,0-1-1,0 0 0,0 0 0,0 1 2,0 0 1,0-1 1,0 2-3,0 1 1,0-2-1,0 1 0,0-2 2,0 1-2,0-3 0,0-1-1,0 0-2,0 0-4,0 0 3,0-1-1,0 0-1,0 0 0,0 0 1,0 0-1,0 1 0,0 2-1,0-2 1,0 0 3,0 0-1,0 1 1,0-2 0,0 1 1,0-2-1,0 0 3,0 1 1,0 1 0,-2 1-1,2-4 0,0 2 1,0 0-2,0-4 2,0 2-1,0 1-3,0-2 1,0 1 3,0 1 0,2-3 5,0 0 3,1 0-2,3 0 0,-2 0 1,4 0 2,-1 0 2,3 0-1,-2 0-3,0 0-1,3 0-4,-1 0-1,0 0 4,1 0-4,0 0-1,3 0 0,-3 0 1,3 0-1,-3-3 0,3 3 4,-2 0-2,-1-2 1,2 2-4,-1-1 5,-2-2 0,1 3 0,-2-1 0,-1 1-1,0-1 0,1 0-6,-1 1 7,-3 0-3,2 0 2,2 0-1,2-2-3,-1 1 2,2 1-1,-2-1-1,-1-2 2,1 2-3,1 1-2,-1 0-1,-3 0 2,1 0-3,-4 0 3,-1 0-2,4 0 0,0 0 0,4 0-1,-4 0 4,4-1-3,-1 1-4,-2 0 0,-1-1 0,1-1 1,-2 1-3,1 0 0,-3-2 2,0 2 1,-1 1 1,-2 0 2,2-1 6,-3 2 3,0-2 4,0 1 0,0-1 3,0 1-1,0-1-3,0 1-20,0 0-95,0-2-195,10-8-770,-10 5 0,-4 0 0,-5-4 0</inkml:trace>
  <inkml:trace contextRef="#ctx0" brushRef="#br0" timeOffset="80798.2703">4915 4241 971,'3'0'27,"0"0"2,1 0 2,3 0 2,-1-4 12,2 2 9,-3-1 21,1 0 19,-2 0 27,-2 2 5,-2-2 15,0 2 8,0 0 0,0-2-6,0 2-13,-2 0-15,-6 1-21,1-1-17,1 2-31,-2 0-30,1 2-17,1 1 14,2 3 27,3 0 23,-2 2 11,3 0 11,3-1 7,-2-4 6,5 0 12,5-3 3,0-1-5,1 0-58,1-3-77,-3-2-60,-5-2-65,-2-2-43,-1-3-13,-7-1-10,1 4-7,-4 2 1,-2 4 9,-1 3 46,-1 1 65,6 2 75,-1 2 87,3 3 61,4 0 17,0 0 7,3-2 13,-2-1 10,6-5-3,1 2-18,2-2-39,1-2-54,1-3-49,-6-1-35,-2-1-27,-1-1-21,-1 0-31,-4 2-16,-3 2-7,-1 1 2,2 3 18,-2 0 31,2 3 35,1-2 34,2 1 44,0 3 27,1 2 26,0 0 32,0-1 29,0 5 18,0-4 16,0 3 16,0-1-6,0 5-12,0-1-7,0 5-7,2-2-9,1 4-23,-3 0-24,4-1-11,-1 2-10,0-2-23,1 1-7,-1 3-10,-1-1-16,0-1-1,2 3 0,-1-3 8,0 2 5,-1 1 1,0 2 2,-2 1-2,0 1 0,0 3 0,0-1-2,0-1-4,0-2 2,0-1-10,2-5-4,-2-1-2,0-1-6,2 0 3,2-3-3,-2 3 4,0 0 9,3 0 4,0 2-1,-1 1 4,2 6-3,-2-2-1,3 3 1,-3 0-4,1-2 3,0-2-9,-3-2-11,0-2-1,2-2-4,-3-3-4,-1 3 3,3-2 1,-3 1 1,3 3 6,0 3 6,-2 1-4,-1 3 3,3 2 0,-3-2 0,4 0 1,-1 0-2,-1-3-1,1-3-1,0-2-3,-3-3-2,4-1 2,-1 0 0,0 0-2,0-1 2,-1 3-2,0-1 1,0-1-2,1 5 0,-3 0-3,6 0-6,-5 0-1,2 4 3,0 0-2,1 0-2,-3-1 4,2 0-3,0-2 2,-2-4 0,2-1 2,1 0 1,-1-1 2,2-2-1,1 1-2,-3-1 5,4-1-6,-3 0 7,0 1-4,0 0-1,0 0 1,-2-1-1,1 1-4,-1-2 2,-1 0 2,1-1-3,1-1 1,-3 1-5,2-2 2,-1-2 1,0 1-1,-1-2-1,0-3 1,0 3-1,4-5 0,-4 1 0,0 1 0,0-2-3,0 0 0,2 1 0,-2 0-3,0 0-2,0-1-2,2-1-2,-2 1-2,0-1 1,2 0-2,-2 0-1,0 0-2,0 0 0,0 0 3,3 0-1,-3 1 4,0 0 2,0 1 0,0-1 0,0-1-1,0 1 5,0 0 3,0 2-1,0-2 1,0 0 5,0 1 0,0-1 3,0 3 1,0-3 1,0 1 0,1 2 4,-1-2-1,0 1 0,0 1 0,1-2-3,-1 1 0,0-2-3,0 1 0,0-1 2,1 2-1,-1-3-3,1 2 0,-1-2 1,1 3-1,2-3 6,-1 0-3,1 1 0,3-1 0,-3 0-5,5 0-9,-1 0-7,0 0-2,-2 0-1,1 0 1,-2 0-7,-1 0 4,1 0-2,2 0 0,2 0 4,-1 0 8,3 0 8,-1 0 2,0 0 0,3 0 1,-2 0-1,-1 0 1,3 0 3,-1 0 1,0 1 2,0-1-1,1 2 0,4-1 2,-4-1 0,3 0 1,2 1 2,-2 0 1,5 0-2,-1-1 1,2 0-2,1 0 1,0 0-1,-2 0-2,2 0 1,-4 1-1,1-1-1,-1 0-3,3 2 1,-3-1-2,-2-1 3,-1 1-2,-3 0-1,2 1 2,-3-1 2,2 0-4,-1-1 1,0 3 0,1-3 2,-1 0-1,1 1-3,1 0 7,4-1-1,-3 0 0,7 0-1,-2 0 1,-2 0 0,4 0 1,-3 0-2,-1 1 1,2 1 1,-6-1-6,1 0 3,-5-1-1,2 0 0,-2 0 1,1 0 0,-1 0-1,-1 0 0,1 0 0,0 0-1,0 0 1,-2 0-1,3 0 1,-3 0-3,2 0 0,3 0 0,-3 0 3,2 0 0,3 0-2,-7 0 1,3 0-1,-1 0 3,3 0-4,-5 0 4,3 0-1,-1 0 0,-2 0-3,3 0-2,-4 0 3,3 0-1,-2 0-1,-1 0-1,-3 0 4,2 0-1,-3 0-2,2 0 0,-1 0 2,3 0 1,0 0-3,1 0 0,-1 0 2,2 0-1,-5 0-5,0 0-1,0 0 4,-4 0-1,3 0 1,0 0 0,-2 0 0,2 0 1,2 0 3,-3 0 0,3 0 4,2 0 2,-3 0-3,2 0 1,-1 0-1,1 0 0,-4 0 2,-2 0-7,0 0-47,0 0-111,0 0-160,7-6-237,-10 5-343,1-4 0,0-3 0,0 0 0</inkml:trace>
  <inkml:trace contextRef="#ctx0" brushRef="#br0" timeOffset="87623.4099">16200 3995 1108,'-2'1'82,"-1"0"30,0 2 25,1-1 36,2-2 30,0 1 19,0-1 21,1 0 14,-1-1 8,0 1-53,0 0-29,-1 0-30,-1 0-21,-1 1-34,2 2-28,-5 1-18,5 0-18,-3 3-11,4-1-2,0 0 4,0 0 6,0 0 6,5-1 4,2-4 2,6-1 2,5 0 4,6 0-2,1-1-3,8-4-4,5-2-5,4-1-5,1-5-5,4 0-8,-4 0-6,-5 1-5,-12 0-9,-3 6-23,-9-2-70,-8 5-86,-5 0-167,-2-2-381,-11 3 0,3-2 0</inkml:trace>
  <inkml:trace contextRef="#ctx0" brushRef="#br0" timeOffset="88071.8822">16088 3836 1791,'0'4'74,"0"-1"43,0 4 43,1 1 40,5-2 26,4-3 22,6 0 12,8-3 5,8 0 4,6-3-33,4-1-38,0-1-40,4-4-43,-2-1-44,-4-1-58,-1 1-59,-8 1-107,-9 0-141,-4-3-487,-7 8 0,-5 0 0,1 4 0</inkml:trace>
  <inkml:trace contextRef="#ctx0" brushRef="#br0" timeOffset="91309.5448">6127 8366 1078,'0'0'87,"0"0"31,2 0 39,-2 0 43,1 1 36,-1 1 21,0-2 25,0 0 24,0 0 26,0 0-37,0 0-23,0 0-23,0 0-35,0 0-39,0 0-29,0 0-15,0 0-22,0 0-24,0 0-29,0 0-17,0 0-6,3 2-6,0 0 1,-2 0-7,2 2-5,0 2-5,0-4-1,1 3 4,-2-1 7,7 1 4,-5 1-4,4 0 0,-1-1-2,-1 1 4,2-1 3,0 3-1,-1-1-3,1 0-1,-2 2 2,1 3-2,0-1 2,0 2 0,-1 1 1,1-1 0,-2 2-1,2 2 4,-1-2 4,2 0 3,-1 3 0,0-2 4,-3 2-1,1-1 3,-2 2 2,1-1-1,-1 3-2,0-3-3,0 5-3,-2 1-4,-1 1-8,1-1-2,1 1-1,2-2-4,-4 0-3,4-1 0,0-1 0,-2 0 2,-1 0 3,2 2 1,-3-2 5,0-3 1,0 6 2,0-3 4,0 4 2,0 0 0,-3 0 0,2 4-4,-5-6-2,2 2 6,1 0 1,-2-2-5,-2 1-3,3-2 3,-1 1-7,0 0 2,5-2 2,-3 0-4,2 0 2,-5 1-15,0 1-4,-3 0-3,-1 2 11,-2 0-1,0-1 2,2-1-7,-3 2 1,3-6 8,1 2-4,-1-1 15,-1 0-7,-1-1 7,0-2-11,3 0 3,-4-2 1,2 1 1,-3-4-2,2 2-4,-4-2 2,-2 0-6,-1 1 6,2-3-6,2 1-1,-2 0-3,2-1 5,4 0-3,1-4-1,6-2-16,0 0-19,4-2-39,0-1-30,0-1-128,11 1-369,-8-4-560,2-6 0,5-5 0,4-11 0</inkml:trace>
  <inkml:trace contextRef="#ctx0" brushRef="#br0" timeOffset="93351.2604">6453 8342 1410,'4'7'72,"2"1"11,1 2 19,3 2 23,0-1 14,-1-2 22,5 3 15,-4 1 29,1 1 15,0-1-32,-4 3-1,4 0 1,-3 1 0,-2 3 7,4 2 11,-2 1-9,2 3-7,-2 0-22,0 2-6,-1 0-21,-1 1-8,-2-1-4,0 2-15,0-3-25,-1 1-23,0 3-12,1-1-6,-1 1-4,-3 0-6,2 0-3,1 0-4,0 1-5,-2-1-6,1-3-3,-2 2 4,0-3 2,1-1 4,-1 0 0,0-1 1,0-4 2,-1 2-1,-2-3-3,0 3 1,-5-4 2,4 2-5,-3 1-3,-2 1-6,1 2-2,3 0-2,-4 3-2,1-3-2,1 0 0,-2-1 2,0-4-1,-1 1 1,3-3 0,2-2 3,-4 0-2,4-1-1,-2-3 0,-1-1 0,-2 0 0,3 0-1,-4 1-1,0 1-3,0-1 1,1-2 0,-1 3-2,0-2 1,1-1 2,-1 1-2,1-1-1,-2 1 0,2-2-1,1 0 0,-1-1-1,3-1 1,-3 1 1,2-3-1,3 0-3,-1 0 2,0 0-1,-1-2 0,3 1 1,-4 0-2,2 0 2,3 0-6,1-1 0,-4 2-6,6-4-5,0 0-13,0 1-12,0-2-39,0 0-45,0 2-30,0-1-11,0-1-9,3 0-13,0 3-4,-1-3 4,1 0 11,1 1 14,-1 0 40,4-1 50,-3 0 31,3 0 14,0 0 15,3 0 16,0 0 12,5 0 3,-3 0 4,2-1 4,0 0 2,1-2-1,5 0-1,-1-4 0,2 2 35,4-2 16,4 1 5,-1-4 7,5 1 11,0-2 3,2-2 11,-2-2 7,1 1 7,-1-2 8,-1 2-36,-3-3-10,4 2-5,-4-2-6,2-3-15,1 3-8,-5-1-10,2 1-11,-2 0-8,3-2-11,-3 3-5,3-5 1,2 2-3,-1 0-1,-1-4 3,-1 0-4,-4 2 0,-1 0 2,2 1 3,-1-2-2,0 0 4,0-3-6,0-2 0,-1-3-2,2-4-2,3 1 2,-1 1-1,4-1 0,0 4-5,-1 4 4,-2-1-2,-1 6 2,-1-2-4,-4 3 2,-2 3 2,-3 0-4,-7 6-9,-8 1-38,-2 5-63,-2 2-124,-2 2-203,-6-19-606,-1 16 0,-6-1 0</inkml:trace>
  <inkml:trace contextRef="#ctx0" brushRef="#br0" timeOffset="95224.8227">6460 8386 1413,'3'0'123,"-3"-1"40,0 1 44,0-4 27,0 1 16,2-1 12,2-1 20,0 0 20,3 1 20,1 3-71,-1 0-24,3 0-29,2 1-33,3 0-22,-1-2-12,6 1-7,2 1-18,3 0-19,4 1-17,6 2-19,4 3-9,2 1-9,2 1-9,4 0-6,-1 6-3,-1-2-4,2 0-1,-1 1-1,-4 3-1,1-2-2,-4 1 1,-4-2 0,0-1-3,-2 0 0,-4 1 1,0 1 1,-1-2-2,1 0-2,2 1 0,-4 1 5,2-2-4,2 2-1,-5-1 1,3 0 0,-4 2-4,-4 0-1,1-1 1,-1 2 1,0 2-1,-4-2-4,-1 0 2,-1 1 2,0-2-2,-2 1 0,-1-2-1,1 1-1,-7-1-1,2 0-3,-3 2 3,-3-1 0,-2 1-2,0-4-1,0 0 0,0 0 3,0 0 3,0-5 1,0 2 1,0-1 3,0-1 0,4-1 1,-4 0 3,0-2 0,2 3 1,-2-1-4,2 0 0,1-2-3,-2-1 0,2 1-1,0 1-5,-3-4-3,0 1-1,4 0-9,-3-2-11,-1 0-1,0 0-4,1 0 3,-1 0 4,0 0 2,1-2 7,0 2 1,2 0-2,-3 0 6,0 0 14,0 0 3,1 0 2,4 0 1,1-1-2,3 0-6,6 0 1,-1 1 0,4-3 0,2 3 4,3 0-3,-2-1 1,4 1 0,4 0-1,-3 0 3,6 0 3,-1 0 3,1-1 7,1 0 10,0 1 2,3 0 4,3-4 2,0 4 2,1 0 2,0 0-5,1 0 0,-1 0-3,-2-2-5,0 2-6,-2 0 0,0 0 1,3-2 0,1 0 2,3 2 3,-1-3 4,2 2 2,-1 0 0,3-3-3,0 3 1,-5 0-4,5 0-4,-6-1-3,4 2-2,-3 0-2,3-1-5,1 1-3,3 0 3,3-1 0,2 1 0,0 0-1,4-1 3,-2-1-1,-1 2-1,0-1-1,-2-2 1,-4 2 2,-2 0-5,0-1 1,1-1 2,-4 1-1,1 2-1,-5-3 0,-3 2 1,-5-2 0,-2 1 2,-10-1-2,-2 1 0,-8 1-18,-3 1-44,-3 0-134,-3 0-196,0-16-671,-6 13 0,-2-3 0,0-3 0</inkml:trace>
  <inkml:trace contextRef="#ctx0" brushRef="#br0" timeOffset="96588.4274">10639 8515 2570,'3'-2'73,"-3"1"25,2 0 25,0 0 26,-2-1 30,4 1 30,-3 0 12,1-1 5,2 1 4,-2 1-44,-2 0-13,1 0-6,0 0-13,-1 3-6,0 4-18,2 6-24,-2 8 0,1 6-6,-1 8-2,3 3-1,-3 1-14,0 0-19,0-5-11,0-3-19,0-4-14,0-7-9,0-4-19,0-5-2,0-4-3,0-4-11,0-2-17,0 0-26,0-5-43,1-2-33,2 0-28,2-3-13,1-1-9,6 1-5,5 0-4,-3 3 12,5 2 19,1 1 33,-1 2 53,3 0 39,-2 1 36,-5 3 31,0 1 30,-6 4 21,-5 5 12,-3 2 13,-1 0 12,-5 1 5,1 0 0,-6-2 2,-7-2-5,-1 0-13,-5-4-22,-4-4-32,0-1-58,-4-2-115,12-5-231,-2-1-521,7-7 0,10-4 0,4-1 0</inkml:trace>
  <inkml:trace contextRef="#ctx0" brushRef="#br0" timeOffset="97666.2579">11258 8432 1843,'0'-1'77,"0"-1"41,0 0 32,0-1 24,-3-2 9,0 0 8,-4 4 3,-2-4 1,-3 3 0,-1 2-56,1 0-20,-2 0-39,-2 0-33,2 1-20,0 3-7,6-1-2,1 2 22,4 1 36,3 2 27,0-3 14,0 1 15,3 1 10,0 1 9,5 0 3,2 1 1,-2 2-3,-1-2-23,-3 7-30,-2 0-22,-1 3-11,-1 3-11,-1 1-10,1 4-6,-2-1-2,-2 0-2,2-3 0,0 2-4,-1-4-1,-1 0-6,1 0-4,3-4-2,-1 1-2,-1-1-1,1-3-4,2-4-1,-1 0 2,2-3 2,2-4-13,5-3-33,5 1-119,3-1-199,3-17-705,-1 10 0,0-2 0,-1-3 0</inkml:trace>
  <inkml:trace contextRef="#ctx0" brushRef="#br0" timeOffset="98163.235">11458 8565 2032,'0'-2'109,"2"2"17,-2 0 32,0 0 25,-2-1 23,0 4 24,-5 3 28,-4 3 36,-3 5 18,3 4-80,0-1 2,5 3-12,3-2-25,3-2-18,0-2-12,6-2-18,3-5-25,4-4-33,4 0-21,3-4-19,0-2-9,0-3-7,-7 0-10,1-4-16,-4-1-22,-4-2-18,-5 0-1,-1-3-4,-4 1 3,-9 2-1,-3 1-1,-4 0 1,-5 3 4,4 1 4,5 3-24,7 1-108,4 1-255,5-3-549,5 0 0,4-2 0</inkml:trace>
  <inkml:trace contextRef="#ctx0" brushRef="#br0" timeOffset="98875.1824">11644 8417 2186,'0'0'89,"0"0"30,3 0 27,6 0 24,6 0 19,6 0 18,5 0 13,2 0 2,-1 0 2,-3 0-69,-6 0-20,-7 0-31,-4 0-8,-4 1-6,-2 3 2,-2 1-11,-3 1-8,-2 5 2,1 2 3,-3 3 5,-4 5 6,7 0 3,-1 2-15,5 2-13,0 1-18,1 0-5,0 2-6,0 0-5,-2-1-2,2 1-6,-3-3-4,2 0 1,-2-3 4,3-3 0,-4 0-2,2-4-1,-2-1 4,3-1 2,-3-4 5,0-1 3,0-5 5,-4 0-7,-1-3-2,-8 0-7,-1 0-6,-4-3-30,-4-2-130,1-2-225,-2-17-674,0 13 0,3-1 0,4 2 0</inkml:trace>
  <inkml:trace contextRef="#ctx0" brushRef="#br0" timeOffset="102269.4351">3409 9674 1215,'0'0'98,"0"0"25,0 0 11,0 3 21,2-3 36,-2-3 33,0 3 15,1 0 16,0 0 25,-1 0-52,2 0 0,-1 0-4,-1 0-1,0 0-10,3 0-35,0 0-30,-2-1-14,7 0-15,-1 0-24,3-1-19,3 1-26,-1 1-22,3 0-10,1 0-8,0 0-2,1 0-3,5 0 0,-1 0-6,2 0 2,2 0-4,2 1-2,-2 1-5,1-1-7,0 0-7,3 0-4,-1 2 0,3-2-4,-1-1 3,2 0 3,-3 0-4,3 2 4,0-4 5,0 2 6,-4 0 4,-1 0-5,-2 0 0,0 0 1,-4 0 0,8 0 0,-5 0 3,5 0 0,1 0 0,-2 0 1,3 0 1,-2 0 7,0 0-1,-1 0 2,-2 0 2,2 0-2,-1 0 2,-1 0 0,4 0-2,-2 0 2,2 0 0,1 0 0,-1 0 4,-1 0-2,-2 0 1,1 0-3,-4 0 1,4 0 1,0 0 5,0 0-4,-2 0 3,6-1 2,0-2 4,1 3 0,2-1-2,-3-1 2,-3 0 2,-2 2-6,-2 0 0,-5-1 3,0 2-5,-1-2 1,3 1-5,-1 0-1,4-2 0,0 0-2,4 0-5,-1 2 3,2-3-7,0 2-7,-3 0-6,1 1-9,-3-1-8,-3 1-3,3 0-6,-2 0-3,2-1 2,4 1-3,1 0 3,1 0 5,0-2 5,-3 2 5,1 0-4,-7 0-3,-3 0 1,2 0-3,-4 0 0,-2 0 1,0 0 2,2 0 1,-2 0 1,0 0 2,2 0 13,-2-1 7,2 1 5,-3 0 7,3 0-1,-5 0-1,3-1-1,-3 1-4,0-1-1,3-1 0,1 2 1,3 0-2,2-1-6,-2 1-6,0 0-6,1 0-20,-2 0-8,-3 0 2,-3 0 2,1 0-1,-7 0 4,0 0 7,-3 0 13,2-2 13,-3 1 15,4 0 25,-3 0 10,1 0-8,-4-2-25,2 3-31,-2-2-59,0 0-51,0-3-98,0-28-263,-2 27 0,-3-1 0,0 1 0</inkml:trace>
  <inkml:trace contextRef="#ctx0" brushRef="#br0" timeOffset="104043.7921">2530 9517 834,'-2'0'113,"0"0"72,-1 0 53,0 0 33,2 0 22,2 0 18,-1 0 18,0 0 17,-1-2 10,1 0-77,0 1-25,0-3-66,0 2-45,0 2-29,0-3-16,-2 0-12,2 2-13,-1-2-6,-2 3-7,1-4-4,-1 3-2,0-3-6,-1 1-8,-3-2-4,1 3-6,2-1-6,-7-1-6,0 1-13,0 0-5,-4 1-1,-2 2-7,2 0 0,-3 1-4,-1 3-4,3 2 0,1 4 0,4 3 3,0 6 3,4-2 3,5-1-3,-2-2 2,8-2 9,0-5 13,9-2-11,1-3-49,13-2-53,1-1-106,3-5-85,-5-4-58,-6-3-21,-8-3 0,-4-1 8,-5 5 24,-3 5 27,0 1 50,0 6 56,-3 0 123,1 3 127,-4 2 115,-1 4 101,-3 7 34,2 7 32,1 4 3,2 6 11,-1 4 11,-1 7 4,-1 1-12,-3 2-39,-2-2-55,-2-2-78,1-7-30,2-6-48,-1-6-34,1-7-22,-3-6-14,3-4-14,-4-6-13,-1-3-13,4-9-19,1-4-29,8-9-32,1-8-52,3-1-32,10 1-38,8-3-62,7 5-85,7-2-138,-2 8-216,-2 2 0,-5 3 0,-3 5 0</inkml:trace>
  <inkml:trace contextRef="#ctx0" brushRef="#br0" timeOffset="104905.1199">2684 9355 940,'-3'0'47,"-1"0"14,-2 0 9,-3 0 10,-1-1 12,-3 1 12,1 0 11,2 3 15,2-1 13,1 2-24,4-1 7,1 4 8,0-5 13,2 2 7,0 2 2,0-4-4,0 5-1,0-3-7,0 2-6,2 1-2,-2 0-2,2 0 0,1 2 2,0 1 14,1 5 8,-4 1-1,4 3 1,-3 0-1,-1 5 3,0-2-3,0 2-10,0 1-24,0-3-23,-1-1-30,1-4-19,-1-4-7,2-2-9,-2-2-8,1-1-8,0-1-7,2-1 1,4-2 4,1 0-1,6-1-32,6 1-131,6-4-262,-6 0-579,-1-4 0,2 1 0,-8-5 0</inkml:trace>
  <inkml:trace contextRef="#ctx0" brushRef="#br0" timeOffset="105357.4457">2851 9506 3392,'0'0'26,"-3"0"40,-2 4 24,-5 2 48,2 3 26,-3 4 8,3 5 4,2 1 5,5-2 12,0-2-12,3-6 4,7-4-35,6-5-19,4-2-46,5-3-31,1-6-12,-3-2-2,-5-5-11,-11 2-23,-3-1-17,-4 1-24,-6 1-8,-5 2-7,-2 2-6,-4 2-18,-3 4-44,7 3-48,4 2-62,10-1-220,0-2-406,2-2 0,3-5 0,1-1 0</inkml:trace>
  <inkml:trace contextRef="#ctx0" brushRef="#br0" timeOffset="105998.1321">2957 9333 2383,'0'2'82,"0"-2"12,3 1 1,1 0 7,4 0 6,2 0 5,5 0 2,2 1 5,5-1 0,0 1-58,-1-1-31,-2 1-20,-6 0-13,-3 2-22,-8 1-25,-2 2-2,0 0 7,0 1 4,-1 3 2,-3 1 4,4 3 13,-3 0 11,2 0 26,1 3 20,0 0 21,0 0 5,0-2-2,1 2-2,0 0 2,1-2-4,3 0-2,1 0-1,-2 0-12,-1 0 0,0-3 10,-2 1 9,-2-2 9,2-1 4,-2-2 8,-2-1 5,-2-1 1,-5 0-15,-5-1-45,-2-3-84,3-1-193,-10-44-553,5 38 0,-1-3 0,5-3 0</inkml:trace>
  <inkml:trace contextRef="#ctx0" brushRef="#br0" timeOffset="112593.6159">4076 6876 1282,'0'3'46,"0"-1"32,0 1 33,0 0 44,0 1 47,0-2 35,0 1 18,0-2 4,0-1 1,3 0-25,0-2-26,0-3-31,-1-1-34,2-2-42,-2-1-45,-1 0-28,-1 4-32,0 1-6,-1 4-1,-5-1 12,-2 5 5,-3 2 17,-4 5 4,2 4 12,3 2 10,5-3 18,2 0 27,1-6 7,2-2 17,5-5 6,2-1-6,4-2-26,0-4-7,4-2-27,-2-1-27,-6-2-52,-3 2-25,-4 1-32,0 2-25,-2 2-15,-4 4 0,0-2 5,-1 2 6,-3 0 8,2 0 16,4 0 27,4 0 12,0 0 31,0 0 20,0 0-2,0 0-9,0 0-2,1-3-1,3-1 4,1 1 0,-2-2 0,0 1-5,-1 2-13,-2-1-21,0 3 4,0 0 13,0 0 3,0 0 1,0 0-2,0 0 3,0 0 0,0 0 9,0 3 16,0-3 15,0 2 8,0 2 26,0 1 22,0 1 23,0 3 25,0 2 26,-2 1 16,0 3 5,2 5 1,0 1 2,0 1 4,0 2-26,0-3-20,2-1-23,0 0-21,-1-1-28,2 1-19,0 1-7,1 0-5,-1 2-9,0 0-11,-3-1-3,2 2 1,-2-4 1,0 1-1,2 0-1,-2 0 2,0-3 1,0 2-2,2-3-1,0 3 0,-2-2 1,0 0-3,0-3-2,0 1-1,0-2 1,0 0 1,0-2-1,1 1 2,2 2 0,0-1 1,-3-2 0,3 2 0,-1 1 4,3 1 2,-3-2 1,2 0 2,-1 2 2,0 0 0,-1 0 0,2 1 1,-4-1-1,1-2-1,1 2 0,-1 0 0,-1-1-2,0 0 4,0 3 13,0 2 39,0-2 3,1 3 1,-1 0 1,4 1 9,-2-4-5,0 2 0,0-3 0,-2 1 0,4 1-10,-2-1-42,0-1-2,1 0 1,-3 3-3,0-2-11,1 2 5,-1-1 3,2 2-4,-2-1-7,1 3-2,-1-2-3,0 1 1,0-2-2,0 1-1,0-3 1,0 2 1,0-3-5,0-1-1,0 1 1,0-1 1,0-2 3,1 1 1,-1 2-2,0-1-1,3-1 11,-3 1-9,0 2 3,0-2 4,2 1-7,-4 1 10,4 0-6,-2 0-2,0 0 4,0 2-2,0-3-1,0 2-1,0-3-3,0-1 0,0 1 5,0-1-11,0 1 5,0 0-4,0 4-2,0-2 5,0 1-3,0-2-4,0-1 9,0 0-3,0-2-3,0 1-1,0 1 4,0-1-2,0-3 1,0 2 3,0-2-3,0-1 8,0-1-8,0 1 11,0 1-1,0-1-3,0 0-5,0 0 14,0 0-8,0-1 0,0 1-4,0-3 0,0 0 6,0 0-9,0-1 6,0-2-1,0 1-3,0 2-3,0-2 3,0 3 0,0-2 0,0 2-1,0-3-2,0-1 0,0 1-1,0-1-2,0-2 5,0-1-18,0-1-10,0-1-26,0 0-58,0 0-40,0 1-172,8-1-356,-16-6-491,-1-4 0,-5-6 0,1-11 0</inkml:trace>
  <inkml:trace contextRef="#ctx0" brushRef="#br0" timeOffset="115063.124">4155 9140 610,'0'0'32,"0"0"52,0 0 72,0 2 48,0 0 34,0-1 26,0 2 26,0-3 17,0 0 5,0 0-15,0 0-18,0 3-54,0-3-73,0 0-46,2 1-32,-2 0-23,0-1-22,0 0-13,1 3-4,0-1 1,-1-2 4,3 3 3,-1-1 5,-2 2 1,2-2 2,0 1 1,2-2 5,-2 0 12,3-1 10,2 0 3,3 0-2,-1 3-1,4-3 3,2-3-4,-1 3-4,1 0-2,3 3-9,-1-3-16,2 1-10,-2 0-2,2 0 0,2-1 0,1 0-6,-1 0 2,3 0-4,-5 0 2,3 2 1,-1-1-4,-2 0 1,-2-1-2,4 1 0,1 0 0,0-1 0,2 0-2,1 0 5,0 2 0,3-1 9,-1-1 8,4 1 2,-2-1 3,-2 0-2,0 0 3,1 0 2,-6 1-1,0-1-3,-2 2-1,3-2-5,-1 0 0,0 0-2,1 0 0,-1 0 7,1 0-2,-2 0 0,3 0-1,-2 0-1,-1 0-1,1 1-2,0-1-7,-8 3-3,3 0 0,-2 0-5,0-2 0,1 2 0,3-3 3,3 0 1,2 3-1,-1-3-1,1-3 3,-1 3-2,1 0-2,-6 0 0,1 0-2,0 0 1,-1 0-1,-2 0-1,2 0 2,-1 0-1,4 0-1,-3 0 1,4 0-1,-3 0 4,2 0-1,1 0 0,3 0-2,0 0-1,-4 0 2,0 0-1,-2 0-2,-4 0 4,-1 0-2,-3 0-4,3 0 1,0 0 0,0 0 4,4 0-2,-1 0-1,-2 0 2,3-1 0,-4-1-2,3 2 2,-2 0-1,0-1 2,-1-1-2,-2 1-6,1 0 4,-1 0 0,0 1 0,1-1 1,-4-1 0,0 1 0,1 0-1,2-1-1,1 0 1,-3-1 2,1 1-4,1 2 0,-2-1 0,1 1-3,2 0 1,0 0-1,1 0-3,0 0 0,0 0 2,0 0-6,0 0 1,-3 0-1,0 0 0,0 0 3,-5 0-4,-1 0 3,1 0 4,-5 0-3,2 0 1,-1-1 5,3-1 4,-3 1 1,0 1 0,2-2-2,0 2 1,-1 0-2,0 0 2,-3 0-2,2 0-13,0 0-27,-2 0-54,0 0-43,0 0-104,4-3-199,-8 3-367,4-2 0,-4-1 0</inkml:trace>
  <inkml:trace contextRef="#ctx0" brushRef="#br0" timeOffset="118384.5007">5258 6310 1776,'0'0'69,"-3"0"4,2 0 1,-5-3 12,-2 3 38,1 0 43,0 0 26,3 0 7,-1 0 3,2 0-60,-2 0-6,1 0 20,-4 3 26,-3-2 7,1 7-17,2-1-31,1 3-19,3 3 4,1-3 15,3 0 12,0-1 1,4-5-19,0 2-31,6-4-22,0-1-41,5-1-48,-1-1-57,5-1-61,-5-2-66,-3-1-63,-3-5-28,-2-1-7,-6 0 7,0 1 15,-3 1 30,-2 4 36,-1 2 52,-7 2 52,-3-2 69,1 3 60,1 3 28,0-2 5,5 1 2,3 2-4,-1 2-2,7 0 16,0 0 8,0-1-1,0 0-12,1-2-3,5-2-1,2 0-5,5-1-15,3 0-19,-4-1-23,3-2-33,-6 0-31,-3-1-20,-5-2-7,2 0-11,-6 2-5,-1 0 2,-4 4 13,2 0 17,-2 0 21,-3 0 27,5 0 31,2 0 24,4 0 15,-1 0 10,2 0 10,-1 0 3,0 0-2,0 0-1,0 3-3,0-1 7,0 2 3,0-1 0,0 2-10,0 2-3,0 0-4,0 3 14,0-1 16,0 1 3,0-2 2,4 4-13,-2 0-4,0 1-4,0-1 4,1 4 6,-2 0 5,-1 1-9,0 0-14,0 4-3,0 1-6,0 1-2,-1 0-5,1 1-6,0-1-6,0-2-6,0-1-8,0 0-5,-3-1 0,6-2-2,-3 0 3,-3 2 1,3-3 3,0 4 6,0-1 6,-2 1-3,0 2 4,-4 3 5,2-1-5,-1 1 2,3 1-4,1-2 6,-2-1 1,3-2-5,3 0-6,-3-1 9,0-3-3,0 3-7,0-1 7,0 1-4,0 0 6,0 1-6,0 0-6,0 4 1,-3-2 0,3 0-2,0 2-4,0-5 4,0 0-8,0-1 5,0-2-1,0 2 1,0-3-3,0 0 3,3 0-4,-2 0-2,-1 1 1,1 2-7,-1 0 5,0 2-6,0-2-4,0 2-6,1-1 8,-1-2-9,2-2 2,1-1 4,0-1-8,-2 0 7,3-2-11,-2 1-1,-2 0-2,0 3 6,0-1-6,0 1 7,2 0 8,-2 2-12,0-1 2,0 1 4,0 0 5,0-1 4,0 1 4,0-2-4,0 0 3,2 1-9,-2-1-2,0-1 8,0 2 5,3 2-8,-3-2 2,0 3-4,1 1 2,-1-2-3,0 4 1,0-3 2,0 1-4,1 0-2,-1-2 1,0-1-4,1 2-6,1-1 8,2 0-13,-1 1 6,3 2 0,-2-3 2,0 1-1,-2 0-3,0-1-2,2-3 11,-4 3 2,0-5-10,0-1 4,0-1 2,0 0-11,0-2 5,0-2-3,0 3 5,0-1 2,0 0-14,0 1 8,0 1 6,0 0 3,0-2-4,0 3 9,0-1-3,0-1-1,0 0 1,0-2-5,0-1 12,0 1-10,0-1-5,0 1 0,0-1 2,-1 0 0,1-1-2,-3 1 0,3 0 1,0 0 0,0-4-6,0 1 6,0 2 6,0-4-2,0 1-2,0 1 0,0-3 2,0 1 2,0 4-4,0-5 4,-2 3 0,1-1-4,0-2 2,0 1 3,1-2 0,0 0 0,0-1 0,0 0 1,0 0 3,0 0 0,0 0-1,0 0 4,0 0-2,0 0-1,0 0-4,0 0-15,0 0-41,-3 0-140,3 0-221,-3-23-664,0 16 0,-8-5 0</inkml:trace>
  <inkml:trace contextRef="#ctx0" brushRef="#br0" timeOffset="120329.7261">5241 8790 560,'1'0'45,"1"-1"4,1-1 2,-2 2 6,2-1 14,1-1 16,-4 2 13,0 0 10,3 0 6,-3 0-24,0 0 9,3 0 22,-3 0 31,0 0 22,2 0 0,1 0-7,0 0-4,1 0 1,2 2 2,-1-2-8,4 0-11,-1 1-24,3-1-30,3 2-24,-2-2-9,3 0-10,2 0-8,-2 1-11,3-2-9,-4 2-5,3-1-3,-2 0-2,0 0-1,1 0-6,3 0-4,-1 0 0,2 0 0,-1 0 1,3 0 0,5 0 5,3 0 1,1 0-4,1 0 2,1 0 0,-4 0 1,-4 0-2,0 0 2,-3 0-1,0 0 0,-4 0-4,-3 0-3,1 0 3,0 0-3,0 0 2,0 0-1,6 0 0,-3 0 0,0 0 0,-4 0-1,2 0 0,-3 0-1,0 0-2,-5 0-1,1 0 0,-3 0 1,-2 0 1,1 0 0,0 0 0,2 0 1,-1 0 0,0 0 1,4 0 3,3 0-3,-2 0 1,1-1-7,6 1-4,-5 0-3,-1 0-2,-5 0-2,0 0 0,-2 0 0,2 0 0,-1 0 3,0 0-2,-2 0 1,1 0 5,-2 0 2,-3 0 2,1 0 5,1 0 2,-2-2 0,5 2-1,-1 0 0,-1 0 0,-1 0 4,4 0-3,-6 0-4,2 0-2,-1 0-7,-1 0-8,0 0-9,-1 0-10,3 0-5,-3 0-7,0 0-20,0 0-28,2 0-50,-1 0-50,2-4-92,-2-20-227,-1 19 0,-5 1 0</inkml:trace>
  <inkml:trace contextRef="#ctx0" brushRef="#br0" timeOffset="122253.3884">5992 5852 1615,'0'0'92,"1"0"39,2 0 35,-2 0 17,0 0 8,1 0 7,-2 0 6,4 0 4,-4 0 4,0 0-53,2 0-23,-2 0-23,0 0-20,0 0-3,0 0-1,0-3-3,0 3-4,0 0 0,0 0-4,0 0-9,0 0-12,0 0-20,0 0-20,0 0-19,0 0-10,-2 0-4,-2 0-4,1 0-5,-5 0 2,0 0 7,0 3 6,2 0 6,-3 2 16,2 0 8,2 5 16,1 0 15,1 1 13,1-2 27,2 2 8,2-2 3,1 0 1,5-1 1,0 1-6,5-3-2,1-1-10,-1-3-20,2-2-18,-3 0-47,0 0-37,0-2-47,-4-2-49,-3-1-23,-2-2-11,0-1-5,-6-2-9,0 1 4,-2 0 6,2 4 19,-8-2 24,-1 4 39,-1 0 43,1 2 18,0 2 10,0 2 8,3 0 15,0 2 22,3 4 13,2 1 16,4 0 22,-3 1 14,3-3 3,3-1 12,0-3 4,2 1-3,4-5-21,2 0-40,1-3-33,0 0-27,-4-5-30,-4 1-25,0-3-14,-4 0-20,-4 5-15,-3 0-5,0 3 8,-4 0 8,-3 2-26,8-2-70,1 2-60,4-2-98,1 2-195,2 0 0,-2 0 0,2 0 0</inkml:trace>
  <inkml:trace contextRef="#ctx0" brushRef="#br0" timeOffset="124878.2438">5983 5910 1724,'0'0'44,"0"0"-2,0 0 4,0 0 22,0 0 31,0 2 22,0 0 19,0 1 29,0 4 24,0-2-27,0 0 26,0 2 31,0-2 20,0 1-3,-1 3-21,1 1-12,0-1-12,-1 4-11,1 0-18,0 1-18,0 1-16,0 1-19,0 3-16,0-3-14,0 1-7,0-1-6,0 0-3,0-3-16,0 2-6,0-1 1,0 1-5,0-2-5,0 1-9,0 1-4,0 2-3,0-1-2,0 4-4,-2 0 1,2-1-4,-4 2-2,4-3 0,-2-2-5,2-3 0,0-1 0,0-2 2,0 2-1,0-3 1,0-1 1,0 1 4,0 1-1,0 3 0,0 0 1,0 1 4,0 1-1,0 4-1,0-1 2,-2-1-1,-1 2-4,-1-2 1,2 0 3,1 0-1,0-1 2,-1-1 6,2-2 1,0-2 3,0 3 0,0-2 2,0-2 1,0 5 11,0-1 0,0 3-2,0-1-1,0 1-7,0 2 2,0 1-4,0 0 2,0 3-7,0-4 5,0 1-20,0-2 1,0-1 1,0-1 1,0-1-7,0-3 4,0 1-4,0 0-3,0 1 0,0 1-11,0 3 9,0-1-6,0 2-6,0 2 5,0 2 9,0-2-10,0 0 7,0-1 1,0-2-1,0-3 6,0 0 2,0 0 5,0-1 3,0-2-3,0 2-8,0 3 9,0-1-8,0 0-3,0 2 10,0 3-1,0-2-6,0 2-3,0-2 0,0 0 2,0-2 1,0-2-8,0-2 5,0 2 0,0-3-3,0-2 0,0 1 0,0 0 4,0-2-7,0 3 0,0 0 4,0 0 1,0 2-4,0-1 2,0 2-5,2-1 1,-2 1-5,0-1-1,0 2 3,1-2 1,-1 1-6,0-3 12,0 3-2,0-4-4,0 2 4,1 0-2,-1 0 13,0-1-9,2-1 5,-2 0-4,0 1-3,0-2-8,0 4 8,0-4-6,3 2-1,-3-3 1,0 2-5,1-2 6,-1-2 0,0 3 4,0-3 4,0 3 9,0-2-16,0 3 9,0-4 0,0 4 0,0-1 0,0 1 6,0 1-10,0 0-2,0-2 4,0 4-8,0-4 11,0 2-2,0-3-1,0-2 0,0 2 1,0 0-4,0-1 8,0-1 3,0 0-11,0 0 0,0 1 0,0-1 4,0 0 1,0 1-4,0 1 1,0 0-6,0 1 5,0 0-1,0 0-3,0 0 6,0-1-3,0 2 3,0-1-4,0-1 4,0 1-6,0 0 8,0-2-6,-1 0 3,1 2 3,0-2-2,0 0 4,0 1-1,0 1-2,0-2-1,-3 1 6,3-1 5,0-1-5,-2 0-3,1-1 4,1 0 0,0-1 1,-1 2-5,1-2 1,0 0-1,-2 1 5,2 0-10,2-1 6,-2 2 0,-2-2-6,2 2-2,0-2 0,-1 1 8,1 0-4,-1-2 1,-1 0-4,2-2 1,0 2-1,0-2-4,0 0 6,0 1-6,0-1 1,0-1-11,0-1 9,0 0-1,0 2-2,0-2 0,0 0-3,0 0 1,0 1-2,2-1 3,-1 0 1,3 0 1,-1 0-1,0 3-4,1-3 6,-2 0 1,0 1 4,2-1-3,0 0 8,0 0-2,1 0-2,-1 0 0,-2 0 2,4 0 3,-4 0-2,0 0-1,3 0-2,-2 0 5,2 0-5,-1 0 4,2 0-1,0 0 1,3 0 0,2 0 0,0 0 1,0 0-1,0 0 0,-1 0 1,2 0-2,-5 0 1,4 2 1,-1-2 1,-3 2-1,-2-1 1,1-1-1,-2 0 2,2 0 0,-2 0-2,0 0 4,-1 0 0,-2 0 1,1 0 3,-2 0-3,0 0 1,1 0 0,0 0 0,-1 1 1,0-1 2,2 0 0,-2 0-2,0 0 1,0 0-3,0 0-12,0 0-44,0 0-157,7 0-307,-6-4-539,3-5 0,-2-3 0,3-9 0</inkml:trace>
  <inkml:trace contextRef="#ctx0" brushRef="#br0" timeOffset="130523.8366">5441 10999 1818,'0'0'35,"0"0"28,0 0 67,0 0 57,0 0 35,0 0 28,1 0 27,-1 0 21,0 0 14,0 0-3,0 0-8,3 0-21,-3 0-60,0 0-54,0 0-35,0 0-28,0 0-26,0 0-26,0 0-18,0 0-14,0 0-7,0 0-8,0 1-4,0 1-4,0 3 3,-3 2 2,2 3 6,-4 2 10,-1 1 12,-1 3 10,1 4 7,-1 1 8,0 5 1,0 5 4,-1 2-1,3 4-1,0 0-3,3-6-6,-1-3-7,3-5-11,0-8-8,0-3-6,0-7-2,0 1-2,4-4 1,2-2-2,-1 0-4,8 0-14,2 0-23,2-2-37,1 0-101,1-2-123,0 0-153,1-10-151,-1-4-281,-2 11 0,-3-9 0,-9 4 0,-3 7 3829,2 1-3432,-1-3 70,-2 4 93,3 1 107,-1-1 102,-3 3 151,0-2 138,0 0 155,1 1 149,-1-1-32,-1 4-56,-2 2-52,-2 6-59,-2 4-71,-3 5-47,1 9-46,0 3-15,2 4-3,3-1 1,4-5-13,0-4-37,0-11-110,1-2-357,2-7-465</inkml:trace>
  <inkml:trace contextRef="#ctx0" brushRef="#br0" timeOffset="130982.2137">5827 11272 3556,'0'0'149,"0"0"12,0-2 7,4 2 24,3 0 17,7-1 12,5-1 3,6 0 0,1 0-9,-2 1-165,1 0-192,15-2-903,-26 1 0,-3 0 0,-4-4 0</inkml:trace>
  <inkml:trace contextRef="#ctx0" brushRef="#br0" timeOffset="131509.9383">6363 10979 1623,'0'0'110,"3"0"38,-3 0 52,3 4 37,-3-1 53,0 5 54,0 7 35,0 6 22,-3 6 14,0 10-88,-1 3-5,0 3-30,4-1-50,-2-5-34,2-6-50,0-6-55,-2-8-40,2-4-33,-3-4-48,2-2-113,1-2-263,-6-32-675,2 22 0,-3-5 0,6-2 0</inkml:trace>
  <inkml:trace contextRef="#ctx0" brushRef="#br0" timeOffset="132252.0032">6361 11047 1677,'0'-2'137,"0"-1"33,0-1 21,0-2 13,0-1 26,0 2 16,0-3 16,2 0 9,4 1 13,2-2-74,3 2-22,3-2-12,1 1-7,5 0-2,-2 1-23,3 1-13,-1 3-17,-1 3-8,-4 0-12,-3 3-20,1 5-23,-9 2-24,0 6-20,-3 5-21,-5 4-15,-1-1-12,-2 3-4,-1-4-2,2-2-7,2-4-11,2-4-6,2-5 5,0 0 4,0-2 11,2-2 10,0 2 11,0 2 2,4 0 4,2 2 6,0 3 16,0 2 16,-1 3 12,3 2 5,-3-1 8,0-1 9,0 1 8,-3-5 12,-1 0 4,-3-3 10,0-1 3,-3-4-6,-4 1-7,-5-2-4,-11 1-6,-3 0-6,-7-4-20,1-1-20,0-1-48,0-4-60,10-1-55,6-2-79,8-3-184,8-15-519,10 13 0,4 0 0</inkml:trace>
  <inkml:trace contextRef="#ctx0" brushRef="#br0" timeOffset="132634.8009">6790 11140 1451,'2'0'194,"1"1"69,-3 3 69,2-1 55,1 3 27,-3 9 19,3 5 12,0 2 1,-2 6 2,-1 2-125,3-6-64,-3 0-69,3-8-73,-3-4-63,0-4-53,0-3-130,0-5-213,9-6-715,-16 2 0,-2-3 0,-2-9 0</inkml:trace>
  <inkml:trace contextRef="#ctx0" brushRef="#br0" timeOffset="132860.7416">6743 11002 3998,'0'-13'166,"0"1"6,0-5 1,0 1-2,0 7-6,0 4-44,0 2-63,0 2-88,2 1-150,19-2-782,-18 2 0,3-3 0,0 1 0</inkml:trace>
  <inkml:trace contextRef="#ctx0" brushRef="#br0" timeOffset="133333.6222">6957 10891 2791,'3'0'80,"-1"0"38,0 0 45,6 2 30,-1 1 49,1 2 17,5 5 13,1 3 10,-3 3 7,-2 8-57,-2 3-19,-5 6-30,2 1-35,-4-1-21,2 3-44,-1-3-12,3 1-9,-4-2-7,0-1-4,1-5-3,1-2-1,0-6-6,3-2-1,-1-5-16,4-1-21,2-6-28,2-2-87,1-1-222,-1-11-795,-3 4 0,-4-5 0,-2-2 0</inkml:trace>
  <inkml:trace contextRef="#ctx0" brushRef="#br0" timeOffset="133525.1109">6978 11189 5038,'0'-6'80,"4"-1"2,7 0 2,7 1 1,5 1-12,9 3-153,32 0-992,-32-2 0,-4 1 0,-2-1 0</inkml:trace>
  <inkml:trace contextRef="#ctx0" brushRef="#br0" timeOffset="134923.4213">7886 10908 2091,'0'-1'67,"-3"-3"33,1 1 26,-1-1 28,-2-2 24,1 1 18,0 1 13,0 1 14,-4 0 15,-2 2-18,-1-1-12,-2 2-14,-3 0-1,-1 2-12,-1 0-13,-1 3-11,2 4-5,-4 2 0,5 5-11,-1 1-11,3 3-12,-1 2-14,4-1-20,0 2-14,0-1-8,5 2-1,3 1-11,3 1-8,0 1-1,3-2-7,4 2-10,5-4-2,4-1-8,6-1-3,-3-5-11,9-5-13,-4-2-8,1-4-24,-2-5-22,1-2-21,-6-4-29,-3-1-47,-3-3-25,-3-5-14,-6-1 2,-1-2 6,-3 1 16,-3 1 21,-3 3 22,0 0 30,-3 3 35,2 2 44,0 3 30,-1 2 15,4 0 2,2 2 5,3 1 7,0-1 3,0 1 5,6-1-5,5 1 0,5-3-1,8 2 2,7-4 0,-1 1 3,1-4-2,-3 2-13,-5-1-6,-9 4 0,-5 0 24,-6 3 18,-2 3 22,-3 4 9,-2 3 10,-3 4 5,4 4 0,-4 2 0,3 0 0,2-4-20,2-2-71,0-3-148,2-4-254,-2-7-633,2 1 0,-2-1 0,3-3 0</inkml:trace>
  <inkml:trace contextRef="#ctx0" brushRef="#br0" timeOffset="142919.4703">8119 11030 1619,'0'0'174,"0"1"46,3-1 29,-3 0 12,1-3 34,0 1 34,0 1 24,0-2 17,3 0 23,-4-1-106,3-1-42,-3 2-40,3 0-21,2-1-7,1 1-30,-2-1-33,0 0-24,4 3-16,1 0-21,-1 0-16,7 1-12,-2 1-4,2 3-10,5 4-4,-3 0-4,-4 6-2,1 1 1,0 1-3,-5 1-2,-3 1 0,-5 1-2,2-2-4,-3 1-5,-3-1-7,-1-1-5,-6-2-8,1-3-7,-2-2-3,-2-6-3,1-2-15,2-3-15,0-5-21,3-6-22,4-6-13,3-4-5,3-2 2,10-1-6,1 2-2,4 2-7,5 3-24,1 5-56,-2 0-90,-1-3-103,-10-9-245,-1 19 0,-2-2 0,-4 6 0</inkml:trace>
  <inkml:trace contextRef="#ctx0" brushRef="#br0" timeOffset="144071.6635">8603 11012 1126,'0'0'206,"0"0"38,-1 0 26,1 0 27,-7-1 26,3 0 32,-2 0 20,-2-1 25,-2 0 22,-5 1-149,0 1-17,-4 0-26,0 5-16,-3 4-21,4 3-23,4 3-30,0 5-20,7 0-23,5-3-23,0-2-19,9-3-28,5-6-36,4-3-70,6-3-125,6-4-161,-2-6-137,-1-6-21,-7-1 0,-7 1 42,-7 4 54,-2 6 61,-2 4 90,-2 5 118,-2-1 154,0 3 175,-4-1 153,-1 5 34,4-2 10,2 2-26,3-2-44,0-2-45,5-3-69,5-2-76,2 3-73,5-6-38,1 1-35,2 0-18,-8-1-15,-2-1-13,-3-2-7,-4 6 1,-3-1 16,0 2 30,0 3 50,0 2 28,2-1 24,1 3 14,4 0 5,4-3-12,6-3-21,2-4-30,6-3-25,-1-5-11,-5-1-7,-2-3 5,-6 0 13,-8 0 18,0 2 15,-3 4 27,-5 4 45,0 1 38,1 7 35,-6 4 14,-3 9 1,2 7-8,3 15-17,-3 10-24,3 7-8,-1 6-11,-1 1-20,0 0-16,0-8-19,-3-2-10,-6-9-8,-2-7 2,-4-7-7,-3-4-5,-2-10-13,-5-5-9,1-7-17,-1-8-14,-1-7-15,4-8-12,12-9 1,8-4-12,7-5-3,13-2-37,16 3-107,6-2-169,29-8-651,-13 9 0,0 0 0,-3 1 0</inkml:trace>
  <inkml:trace contextRef="#ctx0" brushRef="#br0" timeOffset="144839.5886">9335 10710 1450,'3'2'178,"1"3"44,0 2 28,2 5 16,-3-1 26,1 8 23,-4 4 21,0 5 9,0 3 15,-4 3-113,1 2-16,-1 2-24,-3-3-13,1 2-7,1-1-17,3 1-18,-3-4-18,5-2-6,0-2-14,0-6-22,5-4-24,2-5-21,4-5-30,2-1-47,1-6-105,1-2-168,-1-7-231,-7-28-466,-3 23 0,-4-5 0</inkml:trace>
  <inkml:trace contextRef="#ctx0" brushRef="#br0" timeOffset="145386.5894">9278 11085 2198,'-1'-6'232,"1"-2"41,0 1 28,0-3 13,0 2 10,2 1 10,3 3 2,6 0 5,3 1-4,6 1-199,6 1-36,3 1-45,3 0-39,2 0-31,-3 0-18,-6-1-11,-4 1-8,-12 0-7,-3 0 0,-3 0 1,-3 0 11,1 1 11,-2 0 15,1 1 28,-3 2 16,0 0 12,0 2 14,1 1 12,-1 1 11,3 0 5,0 2-2,3 0-8,2 2 2,2-3-9,4 1-6,6-4-6,2-4-6,2-1-9,-3-2-7,0-3-1,-4 0-4,-6-4 4,-2 1-2,-3-7-1,-6 1-3,-7-2-4,-5 0-5,-3 3 1,-7 2-13,-3 4-31,2 4-112,4 0-277,2-17-645,9 15 0,4 0 0,7-2 0</inkml:trace>
  <inkml:trace contextRef="#ctx0" brushRef="#br0" timeOffset="146224.0951">10259 10825 2291,'0'0'154,"1"0"12,1 0 22,-2 0 41,0-1 46,0 1 30,4 1 27,-4 3 25,0 2 18,0 6-117,-4 5 1,4 9 25,-7 5 1,-4 6-33,1 2-49,-2 0-24,2-4-31,2-4-24,3-6-41,1-7-76,3-7-45,0-3-146,1-3-305,-2-24-719,-2 17 0,1-8 0,0-5 0</inkml:trace>
  <inkml:trace contextRef="#ctx0" brushRef="#br0" timeOffset="146923.1249">10209 10898 484,'0'-1'152,"0"-3"44,0-2 45,0 0 27,0 1 43,0-2 42,0-1 39,0-2 43,0 0 18,0 0-66,0-1-49,3 2-42,1 3-44,3-3-23,7 2-41,4-1-39,7-2-37,5 1-40,5 0-18,1 3-10,-4-1-24,-2 6-4,-7 1 0,-7 3-5,-9 5-1,-3 1-5,-4 5-1,-5 5-2,-6 0-3,-3 2-5,-7 2-5,-1 0-6,4-1-8,3-3-9,5 1-10,6-7-10,1-3-5,3 1 1,5-1 2,5-3 2,5 5 8,2 0 5,4 0 7,-1 4 7,-1-1 12,-8 2 8,-3 0 5,-2 0 4,-3 2 9,-3-2 15,-3-5 12,-1-1 11,-5-2 2,0-2 7,-8-4-1,0 1 3,-6-3-1,-2-1-26,2-1-79,1-4-138,3-2-153,9-8-173,2 6-343,8-6 0,5 1 0,8 0 0</inkml:trace>
  <inkml:trace contextRef="#ctx0" brushRef="#br0" timeOffset="147247.7989">10639 10976 2567,'3'0'86,"1"0"27,1 0 29,3 0 52,-4 0 46,2 3 48,-1 3 24,-4 6 11,0 6 9,-1 5-70,-5 4-11,1 3-28,-3 0-32,4-3-58,-4-3-66,3-6-89,4-8-194,4-6-270,-3-23-514,-1 10 0,2-7 0</inkml:trace>
  <inkml:trace contextRef="#ctx0" brushRef="#br0" timeOffset="147434.2558">10644 10868 3182,'0'-10'102,"2"0"1,-2-3 1,4-2-14,-3 5-53,5 2-164,-1-5-179,-3 10-331,2-1 0,-3 2 0</inkml:trace>
  <inkml:trace contextRef="#ctx0" brushRef="#br0" timeOffset="148307.4307">10825 11022 1710,'0'1'169,"4"2"46,-2 1 33,4 2 50,0 0 35,1 4 28,3 4 8,-6 5 8,1 0 4,-1 6-114,-2-2-57,-2 1-42,0-2-31,0-3-49,0-7-32,0 0-24,0-4-7,-2-5-6,1-2-7,-2-2-5,3-6-16,-1-4-15,1-4-32,1-4-35,3-4-29,5 0-11,2 0-4,7 4-2,-3 4 10,2 3 16,1 1 57,4 2 33,0 3 52,2 4 44,-5-1 39,-2 6 20,-6 4 9,-8 3 3,-2 1-3,-1 10-9,-1 0-41,-2 2-18,0-3-27,-3-1-28,0-4-80,3-2-132,6-8-295,-5-3-489,4-2 0,-2-4 0,4-5 0</inkml:trace>
  <inkml:trace contextRef="#ctx0" brushRef="#br0" timeOffset="148861.7611">11278 11098 1760,'4'3'141,"2"-3"33,1-3 28,0 3 16,-5-3 26,-2 2 47,2-3 35,-2-1 17,0 3 8,0-2-106,-2 0-27,-5 0-30,-2 2-20,-6 2-4,0-2-11,-2 4-36,-2 3-31,0 4-13,1 5-4,2 2 0,7 5-2,4-1 0,1-3-6,11 0-12,1-6-20,6-2-28,7-7-44,5-1-38,2-4-11,-2-2-6,-8-2 13,-5 0 21,-8-2 3,-2 5 5,-3 2 14,0 2 34,0 3 43,-4 4 39,2 1 10,2 3-1,-2-2-21,2 2-39,2-2-67,1-3-208,35-11-809,-27 3 0,0-6 0,3 0 0</inkml:trace>
  <inkml:trace contextRef="#ctx0" brushRef="#br0" timeOffset="149587.1873">11406 11114 3600,'3'0'140,"1"0"30,1 0 19,4 4 21,3 3 8,1 2 6,-1 4 1,1 1 4,-7 2-1,-5 1-99,0 1-39,-2-3-30,1-3-19,0-2-18,0-5-15,0-4-35,0-1-31,1-3-47,6-5-75,3 0-39,2-6-15,6 0-3,-3 0-1,2 4 9,-4 0 21,-2 4 58,-4 1 65,-2 5 98,-3-3 101,0 6 52,-2 2 20,0 3 8,0 2 1,0 2-1,3 0-12,3-5-31,8-2-49,3-4-75,10-2-31,2-2-20,3-5-3,-6-2-3,-5-3-1,-7-2 5,-10-2 6,-3 5 11,1 0 26,-9 9 33,0 1 13,0 6 11,-8 10 5,-3 10 7,1 13 12,2 13-7,1 8-9,3 6-7,5 0-13,1-3-13,2-6-1,-1-5-13,-6-8-1,-4-5-5,-4-10-12,-7-5-5,-9-9-7,-1-4-9,-5-7-17,-3-2-28,4-5-58,3-5-73,12-4-35,9-5-41,11-4-135,17-9-230,6 5-244,6-1 0,5 1 0,7-4 0</inkml:trace>
  <inkml:trace contextRef="#ctx0" brushRef="#br0" timeOffset="151331.1996">12575 10864 1979,'6'0'167,"-1"-6"40,6 2 30,-1-4 35,1-4 31,-4 2 22,0-1 13,-2 0 14,1 1 12,-4 3-105,-1-1-44,-1 4-30,0 0-27,-3 3-33,-3-1-25,-3 1-20,-8-1-9,-1 4-12,-7 2-9,-1 3-8,-2 5-4,-1 5-8,-1 7-2,3 2 3,2 6-1,6 5-3,8-1 2,5 2 0,12-4 2,5 1 4,8-5-15,9-4-22,9-5-30,-1-5-96,10-6-319,-6-35-674,-2 21 0,-5-5 0,-6-4 0</inkml:trace>
  <inkml:trace contextRef="#ctx0" brushRef="#br0" timeOffset="151701.4885">12789 11000 2910,'0'-1'107,"-3"0"48,-3 0 47,-2 2 31,0 6 19,-1 4 11,4 3 14,1 3 7,2 2 10,8-2-77,8-3-10,4-5-43,7-7-45,8-2-29,3-4-17,-1-5-12,-9-1-14,-5-5-8,-10-2-11,-5 0-12,-12-1-15,-8-2-6,-8 3-9,-6 1-6,-4 3-21,2 7-76,5 4-192,11 1-260,3-8-423,11 8 0,11-3 0,7 1 0</inkml:trace>
  <inkml:trace contextRef="#ctx0" brushRef="#br0" timeOffset="152173.5085">13048 10966 3426,'5'3'96,"4"-2"23,2 2 8,0 1 12,-1 0 15,0 2 11,-2 4 2,-4 0 6,-1 3 7,-1-1-64,-2 2-28,0-2-21,0-1-6,0-2-11,0-5-16,0-1-29,1-3-24,0 0-43,3-3-45,4-5-24,3-3-28,1-5-12,3 0-3,-1-1 11,1 1 32,2 4 63,-1 3 76,2 3 53,-5 2 54,-1 6 40,-6 1 34,-3 8 15,-3 1 3,0 5-16,-3 3-61,3-3-141,0-1-207,0-11-784,0-1 0,3-4 0,5-7 0</inkml:trace>
  <inkml:trace contextRef="#ctx0" brushRef="#br0" timeOffset="152539.0874">13363 10989 3368,'0'6'166,"-3"4"22,3 5 10,-1 1 7,1 0 8,4-2 9,1 0 14,4-4 12,2-5 8,7-3-125,3-1-34,4-4-19,2-2-9,1-4-6,-7-3-9,-3-5-13,-7 1-12,-6-1-17,-2 0-11,-3 3-9,-5 5-13,-2 2-34,0 5-86,-4 2-128,4 1-245,0-3-459,5 4 0,2 0 0,5 4 0</inkml:trace>
  <inkml:trace contextRef="#ctx0" brushRef="#br0" timeOffset="152859.6961">13621 11044 1980,'11'1'210,"3"0"14,5 0 3,6-2 1,-1-6 0,1-1 0,-4-3-1,-6-4 1,-3-1 6,-9 4-162,-3 1-17,-3 3 10,-4 5 51,-8 2 20,0 5 24,-7 5 12,-2 7 5,1 3 3,9 5 1,4-1-9,8-1-9,3-3-13,10-7-38,4-1-41,7-4-60,2-3-91,5-3-179,1-7-269,-5-16-500,-4 12 0,-4-4 0</inkml:trace>
  <inkml:trace contextRef="#ctx0" brushRef="#br0" timeOffset="153202.9779">13861 10985 3191,'0'2'136,"0"4"34,3 1 28,1 3 19,2 1 15,0 0 8,5 1 4,-5 1 1,-3-4 0,2 0-100,-5-2-40,0-4-30,0-1-31,0 1-31,0-6-30,2-2-22,0-6-9,3-2-3,-1-7-4,8 1 7,0-3 0,5 2-2,4 5 2,3 2 1,1 4-82,-2 2-167,-4-5-189,-10 10-342,-3 0 0,-6-2 0,0 1 0</inkml:trace>
  <inkml:trace contextRef="#ctx0" brushRef="#br0" timeOffset="154144.0865">14184 10642 1759,'3'0'94,"-3"0"41,2 1 40,-1 2 41,0-1 33,0 6 57,2 3 38,-3 5 32,0 5 17,0 1-36,2 6-26,-2 5-36,0-2-35,1 5-40,-1 0-30,0 0-57,1-1-39,2-2-31,-3-4-15,1-5-22,1-2-22,-1-9-13,-1-5-23,0-3-38,0-5-72,0 0-78,-3-5-64,2-5-41,-4-4-21,-1-3 4,2-1 16,1 1 30,0 3 41,1 2 64,2 7 92,0-1 106,2 1 113,1 2 71,3 0 36,3-1 11,4 3 6,2 1-14,2-1-19,1 1-25,4 0-18,3 0-25,7 0-48,4 0-31,4-2-18,-3 0-7,0-3-18,-7-2-7,-5-1-6,-4 0-2,-6-1-9,-4 0-7,-4-1 0,-5 0-6,-2 0 4,-5 2-4,-3 0 2,-2 2-3,-2 5 6,-9-1 2,2 5 8,-1 4 8,4 7 10,2 2 18,5 3 12,5 1 10,4 1 4,6-3 12,3-2-1,3 0 1,4-2-3,8-5-13,2-2-44,2-4-96,-1-3-188,4-2-252,-7-4-472,-3-4 0,2-5 0</inkml:trace>
  <inkml:trace contextRef="#ctx0" brushRef="#br0" timeOffset="154507.7037">14761 10886 3422,'0'1'154,"0"3"34,0 3 19,0 2 15,0 2 13,0 2 9,0 2 6,0-1 1,0-1 1,0 1-84,0-2-68,0-4-32,0 0-17,0-3-17,0-3-20,0-2-18,1-3-25,1-5-18,6-3-9,2-6-7,8-5-2,1-3-3,5 0 1,2 0 8,5 3 19,1 4 18,1 3 24,-1 5 15,-7 4-21,-6 1-141,5 3-365,-16-1-430,-2 0 0,1-7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08T16:39:02.9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1433 3046 1053,'0'1'94,"-3"-1"35,3 0 33,0 2 24,0-4 16,0 2 13,0-1 12,0-1 10,0 0 14,0-2-51,0 0-4,0 1-21,0 2-29,0-2-19,0 3-17,0-4-12,0 4-12,0 0-10,0-2-12,0 2-12,0 0-24,3 0-8,-3 0-6,2 0-4,4 0 2,-2 0 1,1 0 1,-1 0-3,1 0-3,-2 0 1,4 0 2,-1 0 1,3 0 1,1 0 2,4 0 0,-6 0-2,5 0 0,-5 0 4,3 0-3,0 0-3,-4 0 0,0 0-5,0 0 2,-3 0-1,-1 0 1,-1 0 8,0 0 6,-2 0 11,4 0 11,-2 0 10,-2 0 5,0 0 4,1 0 4,-2 0-1,2 0-3,-1 0-7,0 0-8,0 0-10,0 0-10,0 0-11,0 0-20,0 0-38,0 0-87,0 0-120,7-2-219,-10 0-370,-2-2 0,-1 0 0,-4-5 0</inkml:trace>
  <inkml:trace contextRef="#ctx0" brushRef="#br0" timeOffset="2652.0673">1429 3054 289,'0'-2'19,"0"1"17,0 0 24,0 0 22,0 1 9,0 0 3,0 0 2,0 0 1,0-2 20,1 2 28,2 0 14,-3-1 9,0 1-13,2 0-14,-2 0-4,0 0-5,0 0 0,0 0-3,0 0-19,0 0-30,0 0-23,2 0-21,4 0-11,-4 0-6,4 0-3,1 0 1,-3 1 2,3-1 6,-1 0 8,2 2 1,0-2 1,0 0-2,1 1 7,-1 1 2,2-2 4,-3 2 3,1-2 2,-1 0-2,0 0-6,0 0-3,-2 0-5,2 0-2,0 2-8,1-2-2,0 0-3,1 0-3,1 0-3,-2 0-1,5 2-1,2-2 0,-7 0 0,5 0 1,-1 0 2,-1 0-2,-4 0 3,3 0 30,2 0 12,-2 0 0,1 0 0,1 0-2,1 0 0,-3 0 0,1 0 2,-1 0 0,1 0-4,-1 0-31,-1 0-11,0 0-4,2 0-1,-3 0-1,-1 0 1,-1 1 11,2-1 2,0 0 0,2 0 14,1 0 1,-2 0 3,1 0 3,0 0-1,-3 0 4,4 0-1,-5 0-12,1 0-7,0 0 0,-2 0-13,0 0-8,2 0-1,0 0 1,0 0 8,3 0 1,0 2 2,4-2 1,-3 0 0,1 0 1,1 0 0,-3 0 8,0 0-4,3 0-1,-2 0-8,0 0-5,3 0-2,1 0-2,1 0 1,-1 0-3,1 1-1,-4-1-2,1 0 2,0 0-3,-3 0-1,-2 1 4,1-1-1,0 1 0,0-1 1,0 0 3,5-1 0,1 1-1,-1 0-1,3 0 3,-2 0-1,3 0 0,-1 0-5,-2 0 0,2 0-9,-5 0 0,-1 0-2,-1 0 2,-1 0-2,1 0 0,3 0 3,-1 0-2,5 0 4,1 0 5,0 0 6,4 0-1,-3 0 0,1 0-1,2 0 2,-1 0 0,-2 0-2,1 0-2,-1 0 1,-1 0-1,3-1-1,-3 1-2,0 0 4,3-1-2,-3 1 0,0 0-3,0 0-5,-3-2-2,-5 2-2,0 0-15,-8 0 4,-2 0 21,3 0 16,-3 0 21,0 0 20,0 0 15,0 0 14,0 0 10,0-1 5,0 1 17,0-2-4,0 2-16,0 0-16,0-2-18,0 2-20,0 0-18,0 0-22,0 0-78,0 0-134,0 0-120,0-5-618,-5 3 0,2 1 0,-1 0 0</inkml:trace>
  <inkml:trace contextRef="#ctx0" brushRef="#br0" timeOffset="5039.391">1606 9624 1033,'0'0'45,"0"0"11,0 0 13,0 0 23,0 0 40,0 0 31,3 0 24,0 0 16,-2 0 14,2 0-20,0 0-5,-1 0 2,4 0-4,1 0-20,0 0-39,5 0-27,5 0-21,2 2-17,5-2-10,1 0-13,2 0-9,0 0-10,2 0-9,-2 2-3,-2 0-2,-2-1-3,0 3-2,0-2 1,-4 2-3,2-2 0,0 0 0,1 0 0,-1-1 0,4 1 1,0-2-1,2 0 0,0 0 0,1 0-3,1 0 1,-2 0-1,-2 0 0,0 0 0,-2 0-2,-4 0 1,-1 0-1,-4 0 0,4 0 2,0 1 0,1-1 8,2 1 6,5 0-2,-1-1 2,1 0 1,4 0-1,-5 0 0,0 0-1,-1 0-1,0 0-1,-1 0-5,-1 2-4,1-1-2,-2 1-1,0-1 1,1 2-1,0-1 4,1 0 0,2-1 0,0 0-1,1 0 0,2-1-1,4-1 1,-5 1 0,6 0 1,-3 0-4,-3 0-2,2 0 0,-2 0-1,2 0 0,3-1 0,0 1 1,2-1 0,1-1-2,1 2-1,-2 0 2,-1-2 0,-1 1-1,-5 1 1,2-2 1,-3 0 1,-1 0 2,-1 2 3,-1-4 12,-4 0 12,1 2 23,-3-1 21,1-1 16,-3 0 13,2 0 12,-4 0 6,-3-1-3,-4 3-1,-2-4-13,-2 0-15,-2 1-25,0 3-38,0-3-72,0 0-101,4-1-234,-4-3-486,6-7 0,-3 4 0,5-10 0</inkml:trace>
  <inkml:trace contextRef="#ctx0" brushRef="#br0" timeOffset="12205.3189">3441 2565 1824,'0'3'112,"0"-3"18,0 1 13,3-1 16,-3 0 16,2 0 15,-2 0 16,2 0 10,-2 0 9,0 0-63,0 0-6,0 0-5,0 0-4,0 0-12,0-1-15,0-1-11,0 2-17,0-2-8,0 0-9,0 0-18,0-1-29,0 0-12,0-1-9,-4 1-4,1 0-6,3 0-6,-4 2-8,1 0-12,-2 0-10,2-1-8,-4 1 3,3 1-1,-3 0 1,0 0-2,0-1 2,1 1 3,-1 0 5,-1 0 8,2 0 11,-3 0 6,-1 0 1,-2 0 0,1 2 1,1 1 4,3-1 2,-3 1 4,4 1 2,0-2 4,0 1-3,1 0 6,0-3-2,0 1 0,1 2 0,-2-1-4,1 0 0,-1 0-2,-1 3-2,0 0 0,0 0-1,-1 1 0,4 1 1,-2-1 5,1 1 0,3 1 3,-3-1 0,2-1 5,0 1 2,2-2 3,-3 3 1,2-4 0,1 2-3,0-1 1,-2 1-1,2-1-2,-1 2-1,2 1-2,-1 0-1,-2 0-2,1 1-1,2-2-1,-2 0 2,2-2-2,-2 2-2,2-2 3,-1-1 2,1 1 2,-3-1 0,2 1 2,-2 1 1,3 0 0,0 0-1,-3 1-1,0-1 4,1 4-2,-3 0-1,0 1-2,2-1-5,-1 1 1,0-3-2,2 0 0,1 0-1,0-1-2,-2 0-1,1 0-2,0 1 0,0-1-2,0 1 5,2 0-1,0 0 1,0-1 0,0 1 3,0-3 2,0 5-1,0-3 2,0 2 0,0 0 1,0-2 2,0 1 0,0-2 1,0 0-1,0-1-1,1 1 0,0 1 0,2-4 0,-2 2-2,1-1 2,1 1-5,-2 0 2,0-1 1,1 2 0,2 0-1,0 1 0,-1-2-3,1-2 1,-1 3 0,0-3 0,-1 1 0,-1-1-2,0 1-6,3 0 2,-1 0 2,1 0 1,-1-1 1,1-1 2,1 0 2,1 1-2,-3-2 1,2 0-4,1 2 6,-1-1-2,-3-1-3,3-1 0,-2 3-1,1-3-1,-1 1-1,3 1-1,-4-2-4,2 3 4,-1-3-4,0 2 1,-3-2 2,3 2-3,-3-2-3,1 0 4,1 0-3,-1 0 2,2 0 3,-2 2 0,2-2-2,0 0 0,1 0 0,0 0 4,0 0 3,3 0-4,-1 1-3,-1-1-2,1 2-2,-2-2 1,1 1 3,2-1-4,0 0-2,2 0-9,0 0-5,4 0-4,-3 0-7,2 0-11,-1 1-14,-5-1-16,3 0-4,0 1-3,-5-1 1,1 1 6,1 0 3,-2-1 6,2 0 10,-2 0 10,1-1 15,1 1 12,-2 0-2,4 0 2,-1 0 2,3 0-11,1 0-11,0 0-1,-1 0-1,1 0 3,-4-1 2,0 0 3,1 1 4,-2-1 3,-1 0 3,1 1 10,-3 0 9,0-3 4,2 3-4,-1 0-1,0-2 0,2 0-1,1 2 0,1 0 1,2 0-4,2 0-1,1-2-8,-2 2-6,3 0 1,-3 0-20,-5 0-3,2 0 0,-1 0 0,-3 0-1,1 0 4,-3 0 1,2 0 11,-3 0 6,1 0 5,0 0 21,3 0 5,-1 0 8,4 2 9,-4-2 16,5 2-1,0 0-2,-2 1-1,2-2 1,-3 1-2,4 0-3,-3 0-2,7 0-5,-4-2-6,2 3-15,1-2-3,1 0 3,1 1 0,-3-2-4,1 1 1,-2-1 0,0 0-1,-3-1 1,3 2-1,-1-1 0,-2 0 2,2 1 0,-3-1 2,1 2 0,2-1 0,0 2 0,0 1-1,-2-2-2,0 1 1,-1-1 1,0 1-2,0 0 0,4 1-1,-4-2 1,0 1 0,2 0 0,-3-2 2,1 1 0,1 1 0,-2 1 0,2-1 1,3 1 1,-1 0 0,1-1-1,-1 0 2,1-2-2,-1 2-2,0-1 1,0 1-6,2-1 0,-4 0-7,2 1-5,-1 0 0,1-2 2,-2 1-2,2 0 2,-6-2 1,2 0 2,1 0 12,2 0 2,0 0 3,-1 0 5,6 0-1,-4 0-3,1 0 0,2 0-4,-1 0 0,0 0-4,-3 0-11,1 0 0,-2 0-1,-2 0 3,0 0 0,-3 0 2,1 0 1,0 0 3,2 0 2,1 0-2,1 0-3,-3 0-1,2 0-3,-1 0-4,1 0 1,-3 0-1,0 0-28,-1 0-2,3 0-5,-2 0 4,-2 0 6,0 0 0,2 0 3,-1 0 6,0 0 4,4 0 16,2 0 33,5 0 5,0 0 2,4 0-20,0 0-8,-4 0-3,1 0 0,-2 0-6,-4 0-8,1 0-14,-6 0 3,-1 0 12,0 0 8,-1 0 23,1 0 8,4 0 8,0 0 5,3 0 18,1 0 6,3 0-1,1 0-8,3 0-12,-3 0-9,-1 0-3,1 0-4,-5 0-2,1 0-4,0 2-17,-3-2-1,0 4 1,3-2 1,-3-1 10,0 2 7,2-1 2,4 1 4,2 1 1,1-1-3,1 1 1,-1-2-7,0 1-6,-5-1-7,1 0-12,-3-1-9,3 0-3,-2-1-2,5 0-1,-4 0 3,6 0-1,-4 0 7,2 0 6,4 0 3,-1 0 1,1 0-4,3 0-5,-3 0-6,-2 0-8,0 0-4,1 0-3,-5 0-4,-1 0 1,-2 0 0,-6 0 3,2 0 6,0-1 11,-3 0 6,3-1 8,-2 2 11,3-2 11,3 0-1,1 1 2,-1 0 0,4 0-1,-2 1-4,-1-2-2,4 2-1,-1 0-1,-4 0-8,-1 0-10,0 0 3,-4 0-1,-2 0 2,3 0 5,-1 0 5,1 0 4,4-1 4,0 1 2,-1 0 3,4-1 3,0 0 0,-5 0-1,4 0-2,-4-2-1,1 2-5,3-2-4,-2 3-5,0-2 0,3 2 2,-2 0 4,1 0 6,5 0 4,-5 0 6,4-3-2,-3 2 7,3 1 0,-3 0-1,1-2 1,-3 2-2,1 0-5,-1 0-3,1 0-1,-2-3-5,0 2 1,2 1-2,-1-2 1,0 0 0,1 0-1,-1 2-1,0 0 6,1-1 7,-1 1 5,3-2 6,-3 0 3,3 0 4,1 0 4,-1 1 1,3-2 5,-3 2 1,2-1-5,-3 1-10,-2-2-7,1 3-4,-4-2-3,1 1-4,0 0-5,-2 0 0,2-2-3,0 1-3,1 0 0,1-1-1,-1-1 2,0 0-5,1 1 0,-2-1 1,-2 1 5,0 1 8,0-2 9,-1 3 8,-4-3 2,2 1 7,1 0 0,-1-2 5,1 1-1,-3 1-2,2-1-5,2 2-4,-1-3-6,1 1-4,1 1-2,2-2-3,-3 1 2,1 1-6,-1-3 4,-2 3 1,3-4 4,0 3 2,-4 0 0,0-2 4,2 0 0,-5 0 2,1 0-2,3 0-1,-2 1-3,1 0 0,-4 0-5,4-3-5,-1 2-7,-3 1-4,4-4-7,-1 1-4,1 1 2,-1-3-2,2 1 2,-2 1-2,0-2-4,2 1 4,-1-1 0,-2 3 1,2-4 2,-2 1 1,0 0-2,1-1 2,0 1-3,2 1 0,-3-2 3,2 2-5,0-2 2,-2 2-4,0 0 5,-2 1 1,2 1 0,-2-2 0,0 2 4,0-2-3,0 1-1,0 1 1,-2-2 1,0 2-1,-3-2-4,0-1-1,-2 2 1,0-3 0,-2 3-3,0-1 2,-1-3-2,0 5 2,-1-2-5,-1-1 6,1 1-3,-3 2 2,3-1-1,-3 0-2,3-1 1,-3 2 0,3 0 2,-2-1-5,-2 1 5,-3-1-6,-1 2 2,-1-1-1,1-1-2,-3 2 2,5 0 2,2-1 0,-2 1-2,3 0 4,-1 2-1,0-4 2,2 4-4,-2 1 1,-2 0 1,-2 1-1,-1 2-3,-2-1-1,-1-1 2,2 0 2,-1 1-1,5-1-1,0 2 4,4 0-1,0 0 0,-1 0 0,0 0 2,1 0 0,-1 0-2,-2 0 1,0 1-1,-5 1-1,0 0-4,0 1-1,-2 0-2,-1-1 2,2 0 0,-3-1-2,-6 2-4,-6-3-10,-2 1 7,0-1 12,3 0 4,-1 2 0,5-2 1,2 3 0,-2-3 0,3 3-1,2-2 10,8 2 8,-2-1-9,3 1-9,1 1 2,-2-1-1,1 1 1,1-1-3,-2 1-1,-1-1 3,-2 1-2,0-3-2,-2 2 2,-2-1-1,1 1-1,-3-3 2,2 1 1,-1-1 2,3 0-1,0 0-2,2 0 1,0 0 0,1 0 3,1 0 0,1 0 0,-3 2-3,-2 0-1,0 0 1,-3 2-3,-1-2 4,-1 1-2,0 1-2,-2-1-1,6-1-2,-1 0 2,-2-1 1,6 0-1,-4-1-1,1 0 1,4 0-2,-4 0 4,2 0-7,-1 0 2,-1-1 2,3 1-3,-2-1 0,3-2 0,3 2-3,-1-1 5,-3 2-2,0-1-1,-2 1 7,-4 0-1,-1 0-4,0 0 4,-7-3-1,0 2 2,0-2 4,3 1 6,1-4 3,4 0 4,0-1-2,6 3 3,4 0 3,1-1-2,1 3-1,2 0-1,-4 0 0,-1-1-7,-5 2-3,0-1-3,-1 2-1,0-1-2,-1 1 3,1 0 0,-1 0 5,2 0 12,5 0 6,-1 0 4,12 0 5,2-1-2,3 1-22,3 0-39,2 0-97,-2 0-124,1-1-145,3-29-479,2 24 0,2 1 0,5-4 0</inkml:trace>
  <inkml:trace contextRef="#ctx0" brushRef="#br0" timeOffset="15551.3572">6707 3210 1049,'0'0'64,"0"0"15,0 0 15,0 0 12,0 0 16,0 0 15,0 0 16,0 0 22,0 0 18,0 0-39,0 0-15,0 1-14,0 1-3,-5 2-3,-2 5 6,-2 1-4,-3 2-8,-6 4-15,4 3-15,-1-2-3,3-1-2,3-3-2,2-2-4,4-6 6,3-1-11,-1-3-43,2-1-32,2-3-18,4-1-12,1-4-20,5-2-8,-1-1-6,1-1-6,-4 0-18,4 3-10,-3 1 32,1 2 25,-4 0 10,1 2 19,-2 2 40,-4 2 22,0 2 15,2 4 17,-1 0 9,3 2 7,0 3 3,0-2 4,2 0-3,-1-1-37,1-2-90,2-5-207,-6 0-470,-1 0 0,0-2 0</inkml:trace>
  <inkml:trace contextRef="#ctx0" brushRef="#br0" timeOffset="16651.6611">6726 3253 324,'0'-2'37,"0"2"20,0 0 21,0-1 15,1 1 7,-1 0 8,1 0 8,0 0 5,-1 0 5,3 0-14,-3 0-11,0 0-14,0 0-17,0 0-10,0 1 2,0-1 2,0 4 6,0-4 10,0 2 7,1-1 8,-1 2 0,0-1 1,0 2 9,1-4 12,-1 2 3,0 1-1,0 1-4,0-1-3,0 3-5,0-1 2,0 4 13,0 1 11,0 3 13,0 3-3,0 3-5,0 2-7,0 4-5,0-1-9,0-1-3,0 1-6,0-4-10,0-1-9,0-3-20,0-2-7,0-3 5,0-3 9,0-4 10,0-1 7,0-2 6,0-2-7,0 1-7,0 0-10,0-3-5,0 2-12,0-5-21,0 3-31,0-3-59,0 1-112,0 0-165,0-8-677,0 5 0,-1-1 0</inkml:trace>
  <inkml:trace contextRef="#ctx0" brushRef="#br0" timeOffset="18783.884">7161 3165 380,'0'-1'76,"0"1"30,1-1 23,-1 1 19,0 0 13,0 0 10,0 0 9,0 0 6,0 0 5,0 0-39,0 1-11,0 0-10,0 2-5,0 0-8,0 2-5,-7 0-5,0 1 3,-5 3 1,-6 2 2,4-1-8,-4 2-12,5 0-14,2-2-17,0 0-10,3-4-2,4 0 4,4-2 5,-2-2-7,2-2-28,2 0-33,6-1-36,0-3-53,5-1-55,3-3-23,4-3-17,-6-1-15,0 1-16,2 3-2,-3 1 29,-8 2 47,2 5 70,-4-2 102,-2 4 95,1 2 45,-1 1 35,-1 2 17,3 4 13,1-1 6,-1-1 1,2 1-14,1-4-35,1-2-60,-2 1-74,1-3-81,1-2-141,2 1-127,-2-15-373,-5 14 0,2-3 0</inkml:trace>
  <inkml:trace contextRef="#ctx0" brushRef="#br0" timeOffset="19363.3329">7183 3247 1239,'0'0'68,"0"0"5,0 0 1,0 0 8,0 0 8,0 0 28,0 0 24,0 1 18,0 1 17,0 1-44,0 5 11,0-2 19,0 6 22,0 3 24,0 5 24,0 4-6,-3 8-16,3 4-16,-1 8-15,-5 0-10,6-2-16,-1-3-17,1-8-18,0-4-25,1-8-29,-1-8-16,0-2 18,0-7 9,0-1-5,3-2-2,0-2-9,1-3-17,0-4-27,-1 2-43,2-2-75,-2 4-75,-3-2-166,3-3-159,-2 9-326,-5-3 0,-1 0 0,-2-2 0</inkml:trace>
  <inkml:trace contextRef="#ctx0" brushRef="#br0" timeOffset="22263.627">1340 3652 1022,'0'0'80,"0"1"26,0 1 35,0 0 34,0 0 24,0 0 17,0 0 16,0-2 14,0 0 17,0 0-23,0 0-11,0 0-7,0 0-29,1 0-23,-1 0-18,2 0-14,-2 0-7,2 0-10,-2 0-12,6 0-18,-3 0-23,1 0-17,3 0-7,1 0-10,-1 0-5,1 0-1,4 0-7,-4 0-5,0 0-4,3 0-4,3 0-1,-3 0 0,3 0 0,-2 0 0,1 0 2,-5 0-3,1 0-2,-1 0 2,0 0 1,1 0-1,-1 0 1,3 0 2,-4 0-2,0 0 1,1 0-1,-1 0-2,3 0 2,-3 0-1,1 0-4,2 0 2,1 0 0,-3 0-3,3 0 1,2 0-2,-1 0 1,-2 0 0,3 0 1,-1 0 1,-5 0-1,7 0 1,0 0 31,4 0 8,5 0 1,3 0 3,1 0 1,1 2 0,-3 1-2,1-2 2,-1 1 3,-1 1-3,0-2-33,-4 2-5,-3-2-3,-5 1-1,1-1-3,-1 1 2,-2 0 2,7-2-2,0 0 4,6 1 1,-1-1-3,1 3 1,-3-3 3,-1 4 0,-5-2-3,0 1 3,-4-3-3,-1 3-1,-3-2 1,-2-1 1,2 0 11,-4 0 7,1 0 2,0 0 3,0 0 7,0 0 1,0 0 1,2 0-2,-3 0 1,0 0-2,5 0-6,-1 0-9,-3 0-3,2 0-5,-4 0-7,-1 0-6,0 0-22,0 0-48,0 0-130,0 1-192,-5-8-664,-5 6 0,-1 0 0,-12-2 0</inkml:trace>
  <inkml:trace contextRef="#ctx0" brushRef="#br0" timeOffset="23028.2192">1629 3704 1130,'0'0'96,"2"0"21,1 2 23,-2-2 21,3-2 20,1 2 14,3 0 5,-1 0 17,3 0 15,-1 0-65,4 0-18,5 0-21,-2 0-19,5 0-17,0 0-20,1 0-11,6 2-2,1 0-17,2 1-13,3-1-8,5 0-4,-3-1 0,3 1-4,-3-2-2,-4 2 0,-3-1-3,-5 2-2,-2-2-1,-8 2-2,2-1-1,-5-2-1,-5 1-7,-2-1-14,-1 0-16,-3 2-20,1-2-32,1 2-28,-2 0-28,1-2-34,-1 0-50,2 0-71,-2-9-205,0 9 0,1 0 0,-1-3 0</inkml:trace>
  <inkml:trace contextRef="#ctx0" brushRef="#br0" timeOffset="27084.2491">2850 3681 1727,'0'0'25,"0"0"3,1 0 2,1 0 4,-2 0-2,0 0 2,3 0-2,-2 0 3,-1 0 1,0 0-21,0 0 0,1 0-3,-1 0-2,0 0-3,0 0 0,0 0 0,2 0 4,-2 0 2,0 0 1,4 1 5,-2 1 2,0-2 3,4 3-1,-2 0 0,-1-3 0,-2 3 2,2-1-3,-3 0 0,3 0 13,-2-1 10,2 1 13,2-1 8,0 0 8,3 1 5,2-1 0,2-1 0,-1 0 0,0 0-5,-1 0-12,3 0-18,-1 0-14,1 0-6,-1 0 0,-1 0-1,0 0 0,-1 0 2,0 0 2,1 0 3,1 0 1,-2 0 2,1 0 6,-1 0 1,2 0 1,-3 0 3,1 0 9,3 0 4,-2-1 2,2 1 2,-4 0 0,4-2-1,-1 2-5,-1-1-3,2 1-1,-2 0-4,0 0-5,-2-1-5,1 1-2,0-2-1,1 2 1,0 0-2,-2-1 1,0 1-3,-2 0-6,1 0-3,-3-2-4,-2 1 1,-1 1-2,0-1 2,-2 1-3,0-1 0,0 1-13,0 0-47,0 0-52,0-1-148,5-6-584,-16 5 0,-3-2 0,-5 2 0</inkml:trace>
  <inkml:trace contextRef="#ctx0" brushRef="#br0" timeOffset="27816.3066">2835 3681 676,'6'0'82,"-2"0"27,4 0 20,3 1 19,-5-1 14,5 0 14,-3 2 19,3-2 17,2-2 9,2 2-39,2 0-31,1 0-22,4 0-13,1 0-6,1 0-2,0 0-9,2 0-12,-1 0-12,4 0 3,0 0 3,2 0-4,-2 0-4,1 0-6,1 0-11,-8 0-11,-2 0-3,0 0-3,-3 0 0,3 0-10,-7 0-6,1 0-1,-8-1 0,1 1 4,-6-1 1,0 1 1,-2 0 0,0 0-3,0-1-5,0 1-15,0 0-37,0 0-107,2-1-156,-1-8-415,-2 8 0,-3-4 0,-3 1 0</inkml:trace>
  <inkml:trace contextRef="#ctx0" brushRef="#br0" timeOffset="28566.264">2824 3678 829,'0'0'58,"1"0"7,1 0 11,-2 0 14,6 0 10,2 0 14,1 0 18,4 0 25,-2 1 24,4-1-28,-1 0-5,3-1 0,1 2-7,1-1-12,1 0-6,-1 0-11,2 0-14,1 0-22,-3 0-22,2 0-13,4 0-10,-6 0-6,1 0-2,3 0-1,1 0-3,-2 0-3,2 0 0,-2 0-3,3 0 1,-6 0 2,-1 0 0,-2 0 0,-1 0 1,-4 0-1,-4 0 0,0 0 1,-4 0-4,1 0-2,-3 0-17,-1 0-33,0 0-79,1-1-113,1-11-358,-2 9 0,-2-1 0,0 0 0</inkml:trace>
  <inkml:trace contextRef="#ctx0" brushRef="#br0" timeOffset="29921.7839">3777 3741 593,'0'0'58,"0"0"25,0 0 13,1 0 18,-1 0 18,0 0 16,0 0 15,3 0 16,-3 0 14,3 0-26,-3 0-21,0 0-21,2 0-12,-2 0-18,0 0-19,0 0-18,0 0-19,0 0-15,0 1-8,0 2-5,3-1-2,-3 3 0,3-1 5,-3-2 14,3 3 19,-2-1 18,2-2 21,2 1 19,0-2 1,4-1 2,1-1-2,5-2-2,1 0-6,3-5-14,3-1-17,-2-1-16,-2-1-24,-3 3-29,-5 2-49,-3 1-61,-3 2-73,-4 1-50,1 0-69,-2-5-266,-1 6 0,0 2 0,0 0 0</inkml:trace>
  <inkml:trace contextRef="#ctx0" brushRef="#br0" timeOffset="30354.5167">3759 3796 2984,'4'0'46,"0"0"31,6 0 30,-1-2 21,6 1 8,0-2 3,3-3-9,1 1-63,6 1-164,0-23-646,-3 18 0,-1-2 0,-6-4 0</inkml:trace>
  <inkml:trace contextRef="#ctx0" brushRef="#br0" timeOffset="33492.512">9618 5170 1137,'-4'0'51,"-7"0"33,1 0 28,-2 0 32,1 1 26,0 2 34,-2-1 47,3 1 21,-3-2 8,3 0-2,-3 0 7,2 3 4,-1 5 0,-1 3-16,-2 3-14,5 6-32,3 0-41,3 0-21,4-1 1,4-3-15,9-4-44,6-5-69,5-4-99,5-4-92,3-3-45,-4-4-19,-6-4-16,-5 1-6,-9-6-13,-1 0-1,-6 1 16,-5 3 42,0 3 73,-2 4 93,-2 2 70,-3 6 53,-3 10 54,0 9 30,2 10 20,-1 13 10,-2 12-6,4 6-5,-3 3 0,3 0-14,-7-4-36,5-9-33,-3-8-47,0-11-19,-3-7-14,1-9-26,0-9-27,0-6-39,1-6-18,1-9-16,6-9-12,0-9-17,7-5-30,3-7-11,8-2-4,9 3 13,10 2 22,10 4 13,10 5-129,3-5-492,-5 9 0,-1 5 0</inkml:trace>
  <inkml:trace contextRef="#ctx0" brushRef="#br0" timeOffset="34164.6399">9925 5142 1480,'0'0'55,"-1"0"15,-1 0 47,-2 0 25,-3 0 35,-3 0 7,0-1 3,-5 1 7,0 0 7,0 1-38,-2 1-3,0 5-10,5 4-38,-1 3 0,1 3 11,11 1 24,-1 1 7,2 3 16,2 2 11,-1 2-4,2 3 5,-2-1 3,0 1-1,-3 2-21,-2-3-43,0-1-29,2-2-10,-2-5-21,2-5-19,2-4 1,2-2-21,6-6-87,7 0-238,3-29-747,6 18 0,7-7 0,-2-2 0</inkml:trace>
  <inkml:trace contextRef="#ctx0" brushRef="#br0" timeOffset="34748.8158">10041 5224 3409,'0'-2'58,"2"2"43,-2 0 52,4 0 40,0 0 22,3 0 16,4 0 7,3 0 3,3 2 0,0 3-51,-1 2-6,-1 2-45,-9-1-56,-1 2-44,-2-1-26,-10 2-21,-3 2-23,-6 1-20,-2 2-10,-3-4-7,1 2-6,8-5-6,3 0-5,7 0 4,0 0 2,4 0 26,2 2 43,6-1 42,-1 1 25,4-3 16,2 3 11,-8-3 12,1-2 11,-4-1-1,-4-3 3,0 2-16,-7-3-41,-5-1-44,-3 0-91,-7 0-145,-2-1-198,1-48-599,6 40 0,4-4 0,9-1 0</inkml:trace>
  <inkml:trace contextRef="#ctx0" brushRef="#br0" timeOffset="35303.8167">10248 5163 2830,'0'0'112,"1"0"71,2 0 47,-1 0 18,6 0 23,3 0 5,11 0 3,2 0 6,3 0-3,0 0-68,-4 0-43,-6 0-73,-7 2-51,-8 0-20,0 2-26,-2 4-2,0 2 1,-4 2-7,-4 6 2,2 6 1,-5 2 0,5 4 6,1 2 4,5 0 5,0-1 4,0 0 4,0-3 0,0 2 8,0-6 6,0-2 2,0-5 3,-2-1-2,-5-5 3,-5-2-11,-1-5-15,-10-2-63,-3-4-154,6-2-298,-8-9-517,6-6 0,6-2 0,13-4 0</inkml:trace>
  <inkml:trace contextRef="#ctx0" brushRef="#br0" timeOffset="36041.6635">11101 5292 2617,'0'-2'137,"0"-3"23,-3 1 44,-7 0 36,1 0 38,-13 3 27,1 0 16,-4 6 5,3 3 5,2 2-104,10 3-32,6 0-15,7-1-39,13-4-40,7-1-48,5-2-47,8-5-19,1 0-2,-6 0-6,-9 0 2,-7-3-11,-12 3-9,-4-2 0,-7 4 8,-7 8 29,-4 4 31,-3 12 9,-6 10 1,-4 8 2,6 6 2,5 4 5,1-6 5,8-8-5,2-7-6,4-10-19,0-12-30,-1-5-29,0-5-33,2-6-21,-4-7-17,6-7-30,3-7-60,6-7-39,2-4-23,9-2-7,4 4 13,9 2 24,9 9 27,4 5-44,7 3-172,-8 4-235,-5 1 0,-1 1 0</inkml:trace>
  <inkml:trace contextRef="#ctx0" brushRef="#br0" timeOffset="36608.1645">11539 5139 2236,'0'-1'180,"3"-1"64,-3-3 37,3-1 20,-3-2 5,-3 1 4,-1 1 2,-9 3 2,-3 0-1,-7 3-132,-3 5-37,1 5-61,3 2-38,5 2-18,10 3 18,3 1 8,10 0 9,6 1 0,6 0 3,0 3-7,3 0-6,-7 2 5,-7 0 9,-4 1 3,-10 3-19,-6 2-11,-8 0-9,2-2-1,1-1-3,5-6 5,8-6 8,4-6 5,3-3-3,8-6-36,3 0-36,6 0-110,8 0-290,0-3-688,2-5 0,-1-2 0,-4-4 0</inkml:trace>
  <inkml:trace contextRef="#ctx0" brushRef="#br0" timeOffset="36953.7251">11685 5279 3951,'4'-5'138,"1"2"5,4-2 14,5 3 9,-2 1 7,3 4 2,-1 4 2,-1 4-3,-8 3-2,-2 4-124,-6 1-7,-9 3-4,-6 0-9,-6-1-11,-1-1-5,6-3-3,5-3 2,7-4 18,6-4 20,1-3 18,11 0 25,5-2 3,8-1-5,8 0-41,8 0-49,-1 0-195,18-2-986,-27-3 0,-5-4 0</inkml:trace>
  <inkml:trace contextRef="#ctx0" brushRef="#br0" timeOffset="37597.1894">12001 5144 1588,'4'0'233,"-1"-2"88,1 1 55,-1-2 35,0-3 24,2 0 15,-2 1 7,0 0 4,1 2 2,-3-1-168,0 2-65,-1 0-86,0 2-53,0 0-38,1 0-22,0 0-14,3 0-9,-1 0 0,4 0-4,0 0 0,4 0 2,1 0-2,5 0-1,1 1 4,0 3-3,0 2 2,-4 0-3,-2 6-1,-4-2-2,-3 2 1,-5 1-1,0-1 0,0 0 6,-4-2 2,1 0 1,-2 1 3,-1 0 7,3 2-2,-1 3 2,0 4 2,1 3-4,-1 2 18,0 6-6,-1-1-1,0 1 1,2-3 11,-1-3 7,1-5 15,0-6-1,-2-2 9,-5-6 5,-3-2-50,-3-3-63,-6-1-78,0-4-273,-6-41-851,6 33 0,-1-3 0,7-2 0</inkml:trace>
  <inkml:trace contextRef="#ctx0" brushRef="#br0" timeOffset="38589.6349">12848 5198 2767,'-2'-5'99,"-4"-1"17,-8 0 25,-3 0 38,-9 5 39,0 1 26,-2 3 14,0 7 10,9 1 6,8 3-66,4 1-3,11-2-12,13-5-24,8-3-55,7-1-79,4-4-48,1 0-20,-4 0-14,-13-4-11,-9 1-20,-7 1-10,-7-1-2,-6 1 12,-8 4 49,-4 8 65,-3 8 34,-3 15 9,0 10 10,0 10 2,0 5 0,4-1-3,5-7-4,1-8-11,5-8-34,-1-12-29,-2-8-27,0-8-27,2-6-21,-2-7-1,-1-8-8,7-10-8,6-5-10,-1-11-14,8 0-4,8-2-2,8 1 17,6 6 20,12 10 13,5 7-62,1 6-186,2-27-548,-7 33 0,-5-3 0</inkml:trace>
  <inkml:trace contextRef="#ctx0" brushRef="#br0" timeOffset="39198.2448">13234 5107 2357,'0'-1'186,"3"-2"41,-1-2 35,0-1 23,-2-3 3,-2 2 5,-3 1 0,-8-1 0,-6 5 2,-3 1-145,-6 4-41,-3 6-42,1 2-37,7 4-22,8 5 1,7 0 10,7-2 6,5 1 2,7 1 2,-4-1 4,0 3 14,-1 2 3,-4-1 7,-2 1 3,-8 1 1,-6 2-12,-2 2-4,-2-1-3,-3 0 0,11-4 1,4-2-7,4-6 2,10-7-2,2 0-3,11-6-38,2-2-122,13 0-301,-4-5-644,0-6 0,-3-2 0,-1-6 0</inkml:trace>
  <inkml:trace contextRef="#ctx0" brushRef="#br0" timeOffset="39461.6318">13367 5198 5083,'7'0'67,"-1"-1"17,2 1 18,0 4 18,-6 9 27,-4 11 8,-6 7 13,-5 10 8,1 1 11,1-4-41,1-2-25,6-10-17,0-3-78,2-7-76,1-1-251,1-22-966,0 8 0,0-7 0</inkml:trace>
  <inkml:trace contextRef="#ctx0" brushRef="#br0" timeOffset="40059.6964">13563 5098 3104,'0'0'229,"2"0"33,1-1 20,4 0 16,3-1 9,4 0 6,5-1 1,2 0 0,3 3 2,-1 0-140,-5 0-91,-1 0-33,-7 0-21,-4 3-14,-4 3-11,-2 5-3,-2 8 0,-10 7-1,-2 8 0,-3 7-5,1 2 16,2 4-8,7-5 10,5-6-4,3-1 4,0-8 1,-1-1 4,0-4 7,0-5 0,0-3 3,0-5-21,0-3 18,-4-2 1,-5-2-11,-8-2-56,-6-6-103,-2 0-256,-3-28-760,3 15 0,12-2 0,7-1 0</inkml:trace>
  <inkml:trace contextRef="#ctx0" brushRef="#br0" timeOffset="40763.7428">14240 5260 2618,'-8'-3'132,"-2"-1"28,-7 2 57,-7-1 53,-2 1 23,1 4 11,4 1 6,3 2 2,11 2 14,3 1-100,12-1-18,13-1-28,5-3-65,6-2-62,7 1-23,-5-2-11,-5 0-7,-11-2-9,-10 2-19,-4 0 0,-10 5 4,-9 6 20,-6 7 36,-4 12 40,-9 12 11,0 12 6,-2 8 1,2 4 10,3-1 9,9-9-5,0-7-6,4-15-15,8-10-24,-5-11-30,-2-7-20,3-9-19,-2-10-13,-2-7-25,8-9-30,6-7-14,0-8-20,10-1-17,9-2-13,5 2-2,15 8 3,12 6 7,11 7-51,7 10-177,5-3-734,-6 7 0,-2 1 0,-11-1 0</inkml:trace>
  <inkml:trace contextRef="#ctx0" brushRef="#br0" timeOffset="41294.1044">14707 5162 2435,'0'-2'148,"0"-4"68,0 0 32,0-4 19,-1-1 17,-5 0 9,-1 0 2,-7 4 0,-1 3-1,-3 2-116,-4 2-30,-2 5-63,6 4-29,3 4 12,5 5 4,5 4 2,9 3 4,4 4 4,3 4 4,0 2-1,-2 0 12,-4 1-5,-5-3 11,-11-2-28,-7 0-21,-3-1-2,-1 0-2,0 1-4,5-7-7,10-7 1,7-4-2,3-6 4,7-4-52,5-2-60,10-1-204,12-8-958,2-1 0,0-5 0,1-4 0</inkml:trace>
  <inkml:trace contextRef="#ctx0" brushRef="#br0" timeOffset="41648.5139">14893 5378 3878,'-9'3'127,"-5"1"45,-1 5 13,-4 5 8,6 1 0,5 3 17,5-1 5,9-1 5,6-5 4,12-5-65,5-3-62,7-3-49,-3-4-16,-1-3-12,-10-3-3,-9-5-20,-9-6-9,-5-4-8,-12 1-7,-8-1-2,-5 2-1,-7 9-14,4 8-41,9 2-96,5 7-96,11-2-179,12-2-509,10-2 0,6 3 0,7-1 0</inkml:trace>
  <inkml:trace contextRef="#ctx0" brushRef="#br0" timeOffset="42201.842">15248 5132 3840,'0'-2'145,"1"-1"30,0 1 26,4-1 9,2 2 3,4-1 4,6 1 2,6 0 2,3-1 0,3 0-106,-5 2-37,0 0-32,-8 0-29,-6 0-11,-5 0-4,-3 5 6,-8 4-2,-6 6 0,-8 11 2,1 7-3,-5 11 2,2 5 7,10 0 4,8-2 5,4-2 1,0-3-7,0-2-2,2-1-1,-2-6-1,0-3 1,2-4-4,-2-5-6,0-7-5,0-4-3,-2-4 1,-3-4-1,-5-2-7,-5-3-22,-9-5-74,-4-1-169,3-9-862,-12-3 0,0-2 0,-12-2 0</inkml:trace>
  <inkml:trace contextRef="#ctx0" brushRef="#br0" timeOffset="48729.2051">1487 4316 1061,'0'0'83,"0"0"22,0 0 31,0 1 26,0-1 18,0 0 15,0 0 14,0 3 26,0-3 26,0 0-27,0 0 1,3 0-3,-3 0-25,0 0-21,1 0-12,-1 0-14,0 0-13,3 0-22,1 0-22,3 0-24,4 0-22,2 0-16,2 0-4,3 2-2,-3-1-7,-1 2-1,3-1 0,-4-1-4,1 2-5,3 0-3,-6-1-5,3 0-5,-3 2-5,-1-3 0,2 0 4,2 3-1,0-3-1,4 1 5,0-2-1,0 1-2,3-1 1,-1 0-1,1 0 2,6 0-3,-4 0-3,2 0 10,3 0 0,0 0-7,-2 2 0,2 0 0,0 2-4,-2 1 1,2 1 3,1-2 2,3 1-1,1-1-13,-4 1 1,-1-1 2,-3 1 2,-3-1-3,-5-1 3,-5 0 2,-2-1-3,-5-2 4,-3 2 2,-1-2 3,-1 0-2,0 0-32,0 0-84,1 0-119,23 0-667,-21-2 0,0 1 0</inkml:trace>
  <inkml:trace contextRef="#ctx0" brushRef="#br0" timeOffset="49865.716">3067 4328 890,'1'-2'61,"0"2"22,1 0 13,3 0 4,-2 0 4,0 0 5,-2 0 2,1 0 4,-1 0 12,-1 0-36,-1 0-8,2 0-23,-1 0-10,0 0-4,0 0-3,1 0-2,1 0 1,1 2-3,2-1 1,2 0-7,0 0 1,3 0 0,0 2-1,-1-2 2,2 0-3,2 0 0,2 2-4,-1-1-2,1 0-12,2 0-5,1 1-4,-3-1-1,2 1-1,0-1 1,-1 2 0,-1 0-2,-2-3 1,3 1-8,-1 0 5,-1 1 3,2 0 5,-5-3 1,3 2 0,-2-2 1,2 3 1,1-3 0,0 0 1,2 4 10,1-4-4,0 3-4,2-3-4,-1 2-4,2 1-1,1-2 1,-1 2 1,2-1 1,-5 1 0,2-1-2,-6-1 3,-3 0 10,-4-1 7,-3 0 18,-3 0 18,1 2 10,-2-2 6,0 0 2,2 0-5,0 0-42,-1 0-99,9 0-145,-4-22-402,3 18 0,4 0 0</inkml:trace>
  <inkml:trace contextRef="#ctx0" brushRef="#br0" timeOffset="50616.2195">3974 4388 1361,'0'0'42,"0"1"11,0 3 27,0 0 38,0-2 23,0 0 16,0-1 15,0 1 10,0-1 9,0 0-14,0-1 26,4 2 19,5-1-1,7 0-27,6 0-23,7 2-49,4-2-90,-2 2-156,-5-7-619,-2 4 0,-10-3 0</inkml:trace>
  <inkml:trace contextRef="#ctx0" brushRef="#br0" timeOffset="53204.2427">9585 6307 1845,'0'0'128,"0"0"37,4-1 30,-4-1 24,0 0 30,0-1 34,0-1 21,0 0 14,0 2 6,0-1-85,0 1-36,0-1-39,-4 2-31,-2 1-23,-3-1-27,-4 1-35,-5 0-18,0 0-12,-5 0-4,2 1-3,1 3 2,-2 3 9,4 2 4,6 1 6,-1 2 1,9-1 4,4-1 1,0-1 3,9-3-4,7-4-30,5-1-71,7-1-101,2-1-77,1-4-61,-5-1-12,-8-1-11,-7-2 0,-7 2 2,-1 0 9,-7 0 38,-3 5 79,0-1 113,-3 2 99,-5 1 83,1 4 42,0 5 44,2 4 46,2 13 28,2 12 17,1 11 7,0 9-2,0 4-11,-4 6-20,-2-4-26,-6-3-32,-1-6-34,0-8-47,-3-10-34,1-11-21,3-7-34,-7-10-41,-1-7-39,2-9-26,-2-10-33,2-7-29,5-10-21,4-9-16,10-5-8,9-4 0,10 2 17,18 3 35,12 3 31,10 10-8,15 4-191,-3 4-390,-8 3 0,-11 5 0,-8-1 0</inkml:trace>
  <inkml:trace contextRef="#ctx0" brushRef="#br0" timeOffset="54150.2348">9464 6621 2028,'2'-13'45,"2"-3"33,-4-3 12,1 4 7,-2 7 27,-12 11 36,-3 4 56,-5 9 52,-7 7 15,-1 4-10,1 11-22,9-2-30,7-6-3,6-2 11,13-11-24,14-9-65,6-9-134,10-6-110,7-9-33,-1-6-22,-11-2-29,-7-2-26,-14 2-18,-14 1-18,-12 5 4,-14 9 56,-7 5 106,-6 8 75,-7 11 25,7 6 19,5 1 27,11 3 25,11-3-8,8-6-21,17-7-198,9-6-523,6-9 0,6-6 0,7-6 0</inkml:trace>
  <inkml:trace contextRef="#ctx0" brushRef="#br0" timeOffset="64341.22">9949 6187 1745,'-1'0'60,"0"0"17,-2 2 42,3-2 44,-1-2 33,1 2 36,0 0 28,-2 2 21,1-1 24,0 1-20,-1 3 30,-3 3 12,2 6-20,0 7-33,1 10-25,-4 8-31,-3 9-23,0 5-23,0-6-16,1-2-11,3-10-51,5-11-24,0-9-30,0-6-41,0-8-26,0-2-19,0-8-18,0-3-10,2-7-20,1-2-33,3 2-9,-2 1-10,6 3 19,1 5 48,4 5 40,-1 5 32,5 6 25,-1 5 20,-2 8 15,-7 2 23,0 4 17,-7-3 5,0 2-9,-9-7-16,-3-4-19,-5-3-19,-6-2-18,-7-6-33,-1-4-61,1-1-118,2-2-121,16-12-253,-2 0-388,6-4 0,9 0 0,6-4 0</inkml:trace>
  <inkml:trace contextRef="#ctx0" brushRef="#br0" timeOffset="64389.6324">10260 6224 2320,'2'-2'150,"2"-3"37,-1-1 43,-3 0 11,0 2 2,-3 1 4,-1 2-1,-4 2 4,-2 2 6,-7 3-112,-1 5-28,0 4-26,5 6-24,8-3 28,1 1 24,8 0 10,1-3 3,4-2-3,-2 0-5,1 1-3,-4 0-1,-4 3-9,0 1-15,-4 5-33,-7 5-21,-2 1-7,1 4-3,-2-3 7,3-3 4,3-6-19,8-8-22,0-4-23,2-4-117,11-3-297,-6-6-689,8-4 0,5-7 0,-1-5 0</inkml:trace>
  <inkml:trace contextRef="#ctx0" brushRef="#br0" timeOffset="64422.0476">10360 6349 2665,'0'-1'125,"0"-2"38,3 1 64,4-2 54,1 1 33,6 2 21,3-1 6,2 1 3,1 1 1,-5 1-100,-4 2-31,-3 1-47,-5 5-74,-4 0-64,-6 3-57,-5 2-69,-4-1-26,1 1-9,-2 0-2,6-4-5,5-1-2,4-4 7,2 2 29,4 0 43,3 2 53,1 0 66,0 1 37,1 2 14,-1 0 7,-2 1 5,-6-1 10,1-2 3,-4 0-17,-3-5-54,-9 0-119,-7-2-192,6-2-280,-12-3-447,-1-3 0,8-8 0,8-5 0</inkml:trace>
  <inkml:trace contextRef="#ctx0" brushRef="#br0" timeOffset="64484.5411">10535 6259 3696,'0'-2'165,"4"2"10,2 0 9,3 0 7,7-1 7,3 0 7,6 0 1,-3 1 0,-1-2 0,-3 4-146,-5 1-22,-7 3-10,-4 4-10,1 6-4,-3 2-8,-6 6-8,1 4 2,-1 3 0,0 0-1,-2 1 7,4-3 7,3-2 10,0 0 7,2-7 3,-1 0 5,0-3 4,0-3 2,0-2 2,-1-2 4,-2-2-3,-5-3-9,-4-2-8,-5-1-30,-5-2-59,1 0-187,38-4-899,-36-5 0,9 1 0,10-5 0</inkml:trace>
  <inkml:trace contextRef="#ctx0" brushRef="#br0" timeOffset="64500.5135">10924 6626 3929,'5'5'205,"3"4"11,2 4 12,-6 2 3,0 2 2,-4-1 4,-8 0-22,-3-3-109,7 0-419,-16-5-744,-5-5 0,7-3 0,4-5 0</inkml:trace>
  <inkml:trace contextRef="#ctx0" brushRef="#br0" timeOffset="64518.4514">11396 6335 2945,'-3'-4'70,"-2"1"29,-6-2 56,-3 2 47,-8 3 31,1 0 15,0 2 16,4 4 5,7 3 2,4 1-46,10 0 2,7-2-29,10-4-60,4-3-58,5 1-36,6-4-17,-8 1-17,-7 0-9,-7-3-10,-10 1-22,-4 1-7,-4 1 4,-9 4 16,1 8 26,-7 8 11,-4 14 4,-3 15 5,2 8 5,1 7 12,4-4 5,4-2-2,6-13-6,0-9-11,0-13-18,-1-8-32,-2-9-33,-5-6-35,0-8-15,3-10-24,2-7-49,7-8-50,3-9-44,5-5-26,11 0-5,8 3 22,7 8 32,9 10 10,4 9-103,3-5-294,-8 15 0,-6 2 0,-2 0 0</inkml:trace>
  <inkml:trace contextRef="#ctx0" brushRef="#br0" timeOffset="64531.4164">11821 6142 2782,'1'-4'138,"2"-2"39,1-1 22,-1 0 26,-2-1 14,-1 1 3,-4 1-1,-4 1 1,-9 5 1,-4-3-111,-4 6-25,-4-1-35,3 8-19,2 4-29,6 0-2,7 2 19,5 2 16,6-2 9,6 3 6,1-1 1,5 3-1,-1-1-2,1-1-5,-9 2 3,-1-1-10,-5 4-21,-8 6-17,-5 4-12,-6 3-9,-1 5-1,5-4-3,5-5-1,7-5 2,3-8 3,6-7 3,5-6-5,6-4-32,7-2-131,12-2-310,0-6-553,-2 0 0,-2-6 0,-4-8 0</inkml:trace>
  <inkml:trace contextRef="#ctx0" brushRef="#br0" timeOffset="64556.3488">11314 6126 1720,'1'-3'111,"0"-1"36,0-2 41,2 1 43,-1-1 50,-2 1 42,1 0 23,0 2 3,-1 0 4,0 0-58,0 3-7,0 6-8,-2 4-24,-3 14-24,-3 8-34,-3 14-38,-6 10-19,-2 7-3,4-2-3,1-2-13,3-8-27,9-12-25,-2-9-8,1-8-7,3-11-11,0-5-2,0-5-23,0-6-26,0-4-35,0-6-24,3-6-33,3-6-49,0-5-39,7 2-21,1 2-4,7 1 2,-2 9 24,0 2 46,1 7 58,-2 3 42,-1 3 45,-6 6 55,0 4 37,-3 4 11,-5 5 3,0 5 2,-3 4-2,0 5-21,3 0-18,-2 0-14,6-1-16,-2 1-9,5-3-1,-3-4 4,-2-2 10,-2-3 1,-3-3 14,-1-3 12,-9-2 10,-4-1 1,-5-3 11,-10-5-1,-6 1 2,-1-7-7,-2-3-11,1-6-16,3-3-53,9-5-66,4 1-57,9 2-180,13 7-320,0 0-558,9 4 0,9 2 0</inkml:trace>
  <inkml:trace contextRef="#ctx0" brushRef="#br0" timeOffset="64585.2724">11915 6302 3222,'3'-1'43,"1"0"29,4 1 35,6-1 37,3 0 33,4 2 24,-2-1 9,2 1 4,-8 4-1,-4 1-28,-5 5 5,-5 0-18,-10 5-29,-3 1-34,-10 1-31,-5 4-21,0 5-5,4-2-5,7-1 19,8-3 12,10-6 7,7-6-7,11-3-37,6-5-57,5 1-219,1-11-911,2 0 0,-5-1 0,-8-4 0</inkml:trace>
  <inkml:trace contextRef="#ctx0" brushRef="#br0" timeOffset="66233.7398">12216 6169 1620,'7'0'67,"5"0"11,5 0 10,4 0 6,-2 0 13,2 0 11,-3 0 6,-3 0 14,-2 0 18,-6 0-28,-3 0 1,-3 0-7,-1 0-7,0 0-1,0 0-7,-1 0-4,1 2 3,-4 3 6,-3 1 17,0 8 1,4 1 7,-5 7 20,6 2 22,2 3 12,0 0 6,0 4 7,0-3-3,0-1-10,0 0-30,0-4-21,-1-1-19,-3-1-23,1-5-4,-3-4-9,-3-1-9,-1-2-3,-4-6 3,-4 0-11,-4-1-25,-7-2-35,4-2-29,-3-3-56,4-1-173,7-2-220,4-13-636,8 8 0,5 1 0,5-4 0</inkml:trace>
  <inkml:trace contextRef="#ctx0" brushRef="#br0" timeOffset="66853.3903">12546 6506 2586,'0'2'103,"4"-1"55,-1 2 72,1 0 63,-1 2 28,-2 3 13,2 3 8,-3 0 4,-3 4 3,-2-1-78,-9 1-39,-2-1-142,-1-1-358,-3-42-809,1 29 0,6-6 0,9-8 0</inkml:trace>
  <inkml:trace contextRef="#ctx0" brushRef="#br0" timeOffset="67720.0438">13053 6127 2090,'0'0'74,"0"0"46,0 0 50,0 2 81,-2 1 44,2 4 47,-6 5 34,2 8 14,-4 7 8,0 2-32,-6 4-32,5 3-44,-2-4-45,3-5-78,2-3-42,4-10-35,0-4-35,-1-2-31,2-7-32,1-1-24,1 0-19,4-3-18,0-4-29,6 1-16,3 0-6,4-2-10,-1 5 27,-2 2 41,-1 1 39,1 3 30,-5 6 26,1 4 24,-4 4 28,-3 3 12,-2-2 6,-4 1 0,-4-6-19,-6-4-28,-5-4-37,-5-3-30,-4 0-62,1-6-118,4-1-154,36-11-738,-19-3 0,0-1 0,12-1 0</inkml:trace>
  <inkml:trace contextRef="#ctx0" brushRef="#br0" timeOffset="77842.9913">13457 6148 3295,'0'-2'111,"2"1"33,-2-5 7,0 2 5,-2 3 2,-3-1 2,-2 1 3,-6 1 3,-2 1 2,-2 1-60,1-1-38,3 3-27,1-1 0,5 1 7,1 0 4,3 0 12,3-3 10,0 3 15,0-1 8,0 1-1,0 2 0,0 3 2,0 1 2,0 2 5,0 3 0,0 3-5,0 2-1,0 1-13,-1 1-5,-1 1 11,-3 0-10,-2 1 2,2-3-4,-1 0-14,2-3-5,0 0-4,1-2-7,0-1 1,3 1-4,0-2-11,0-1 8,3-2-14,-3-2-12,0 0-30,3-3-51,1-2-90,8 1-293,1-34-859,6 23 0,-2-1 0,5-5 0</inkml:trace>
  <inkml:trace contextRef="#ctx0" brushRef="#br0" timeOffset="77867.9256">13638 6263 3247,'1'0'122,"-1"0"68,3 0 61,-1-3 37,-2 6 44,0 1 55,-2 7 38,-1 6 26,-4 10 6,-1 3-94,1 0-8,1 2-56,-1-5-65,6-6-34,0-2-77,1-6-139,0-4-142,0-3-328,0-18-926,0 9 0,0-7 0,1-5 0</inkml:trace>
  <inkml:trace contextRef="#ctx0" brushRef="#br0" timeOffset="77892.8593">13805 6181 3618,'2'0'120,"0"0"65,4 0 36,5 0 17,3 0 11,4 0 4,1 0 2,4 0 2,-1 0 7,-2 0-88,-3 0-39,-3 0-65,-8 0-40,-3 1-15,-2 4-5,-1 3 2,-4 2-3,-2 7 7,1 5-11,-6 3 13,-1 6-3,3 0 2,7 2 5,1-2 5,1 3-3,1-5-1,-1 4 5,0-4 2,0-3 6,0-2-3,0-5 3,0-5 3,0-2-3,-4-5-19,-4-3-40,-3-2-45,-7-4-116,2-2-283,-2-47-705,2 33 0,3-7 0,7-3 0</inkml:trace>
  <inkml:trace contextRef="#ctx0" brushRef="#br0" timeOffset="77905.823">14274 6577 3151,'0'6'231,"0"4"37,0 3 17,-3 2 7,-2 1 3,-2-1-3,-6 1-53,-1-1-224,-2-18-1028,2 6 0,2-3 0,9-8 0</inkml:trace>
  <inkml:trace contextRef="#ctx0" brushRef="#br0" timeOffset="77924.7722">14679 6180 3123,'0'-3'79,"3"1"7,0-1 38,-3 2 68,0 2 52,0 7 26,0 4 17,-3 9 6,-4 9 4,-1 7-74,-2 2-1,3-5-4,3-5-34,2-6-62,4-7-48,-2-5-25,0-6-32,0-2-16,4-3-14,3-3-15,3 1-11,2-1-18,2-3-15,1 1-7,0 3 1,1 1 15,-2 2 32,-3 6 22,0 4 23,-6 4 24,-3 7 13,-1 1 37,-1-1 12,-3-1 14,-9-7 4,0-6-31,-7-3-59,-6-2-45,1-4-105,1-6-170,31-9-876,-21 0 0,7-6 0,9-8 0</inkml:trace>
  <inkml:trace contextRef="#ctx0" brushRef="#br0" timeOffset="77937.7372">15200 6145 2053,'0'-6'136,"0"1"30,0-2 15,-1-1 8,-3 2 12,-3 2 9,-1 1 18,-3 2 27,-1 1 28,0 3-85,0 2 4,0 1-3,4 5 10,4 1 7,1 6-2,3 0 4,0 5-2,3-2-18,-3 2-16,0 1-11,-3 1-32,0 1-29,-4 1-21,-8 1-16,-1 0-6,-3 4-18,3-4-19,1 0-4,5-4-15,3-3-6,7-7-6,-1-2 12,5-4-5,7-4-67,5-2-90,8-1-267,3-24-804,4 15 0,-3 0 0</inkml:trace>
  <inkml:trace contextRef="#ctx0" brushRef="#br0" timeOffset="77954.6919">15409 6277 4078,'0'-2'97,"1"2"63,-1-2 37,0 2 46,0 7 33,-8 6 33,-2 9 6,-5 6 0,-1 7 6,1-1-80,3-1-13,6-4-66,2-7-59,1-6-138,2-3-157,5-4-452,-7-5-590,-1-6 0,4-9 0,3-2 0</inkml:trace>
  <inkml:trace contextRef="#ctx0" brushRef="#br0" timeOffset="77969.651">15475 6257 1699,'-4'0'144,"1"2"49,-1-1 41,-3 2 43,3 0 40,-4 0 24,2 0 38,-1 0 18,-1 5 17,-2-1-89,-2 1-30,-1 1-38,-2 3-39,0 0-33,-5 5-30,5 1-23,-3 1-31,7 5-17,0-1-15,5-2-5,3 1-6,3-3-8,0-2 1,3-3-10,6 0 5,0-7-2,6 0-10,6-4-14,6-1-19,-1 0-39,3-4-15,1-2-13,2-4-18,-1-2-6,0-6-14,-6-4-1,-3 1 6,-7-4 19,-10 0 20,-3-1 35,-6 3 13,-9 4 16,-9-1 16,-3 2 6,-4 3-1,-1 3 2,5 1-24,7 3-96,8 3-203,0-11-809,9 9 0,2 1 0</inkml:trace>
  <inkml:trace contextRef="#ctx0" brushRef="#br0" timeOffset="77983.6202">15661 6119 2816,'0'0'73,"0"1"64,0 0 73,3 2 42,1-1 11,7 1 7,4 0 3,6 0 1,4 1 0,-1-1-40,-4 0-27,-4-2-61,-4 1-71,-4 0-36,-5-1-2,-2 5-1,-2 3 7,-6 5 2,-4 4 3,-7 10-2,-7 6 0,-3 12-3,6 5-2,4 4-5,10-2-7,5-1-6,3-7-6,2-8 0,-1-10 1,-6-4 1,-4-7 10,-6-7-2,-6-5-13,-8-4-17,-7-4-50,-7-2-165,22-5-958,-30-5 0,-9-6 0,-2-6 0</inkml:trace>
  <inkml:trace contextRef="#ctx0" brushRef="#br0" timeOffset="82751.9074">1470 4920 690,'0'-1'22,"0"-1"6,0 2 6,0 0 18,0 0 11,0 0 9,0 0 3,0 0 8,0 0 11,0 0-5,0 0-5,0 0-3,0 0-6,0 0-15,0 0-11,0 0-4,0 0 10,0 0 17,0 0 9,0 0 11,0 0 19,0 0 18,0 0 20,0 0 16,0 2 9,0-2-2,3 0-12,-3-2-21,4 2-16,3 0-17,3 0-23,4 0-17,0 2-20,1-1-19,3 0-8,-1 2-2,0-1 1,2 1-4,0-1-3,2 1 1,4-1 1,2 0-1,1 0 0,3-2 2,2 0-3,0 0-3,5 0-1,-6 0 1,1 0 0,-4 0-3,-4 0-2,-6 0 0,-6 0-2,-6 0-5,-3 0-2,-1 0 2,-3 1-6,0-1-8,0 0-6,0 0-8,0 0-29,0 0-82,0 0-149,0 0-357,-1 0 0,1 0 0,0-1 0</inkml:trace>
  <inkml:trace contextRef="#ctx0" brushRef="#br0" timeOffset="84082.1476">2419 4977 1114,'0'2'145,"0"0"39,0 0 29,0 3 25,0-5 17,0 1 8,0 1 6,0-1 3,0-1 5,0 1-91,0-1-44,3 1-37,1-1-28,1 1-21,5 0-17,-3 0-4,4-1-1,-1 3 0,5-3 0,-3 1-4,5-1-3,3 1 0,-1-1 1,1 0-2,3 0 9,-4 0-5,1 0 1,5 0-1,-3 0-3,4 0 4,2 0 5,4 0 6,3 0 3,4 0 0,2 0-9,2 1 3,2 2-4,-3 0-5,0 0 1,-3-1-2,-7 1-11,-3-3-7,-8 4-4,-6-4-1,-1 0 1,-6 2 11,-2-2 22,-1 0 13,-1-2 2,2 2 2,0 0 2,2 0-3,0 0 0,5 0 1,2 0-3,0 0-9,2 0-24,4 0-9,8 0-5,3 0 0,2 0 1,1 0 3,2 0 1,-5 0-4,-4 0 3,-6 0-5,-4 0 3,-8 0 1,-6 0 13,-2 0 2,-2 0 5,0 0-3,0 0 0,0 0 2,0 0-2,0 0-3,0 0-23,0 0-64,0 0-137,0 0-169,-2-38-623,-6 33 0,-6-2 0,-3-6 0</inkml:trace>
  <inkml:trace contextRef="#ctx0" brushRef="#br0" timeOffset="87454.0789">1533 5461 1312,'0'0'13,"0"0"5,0 0 33,0 2 34,0-1 22,0 0 10,0 2 4,0-1 10,0-2 14,0 3 1,0-2 11,0-1 7,0 1-25,0 1-29,0-2-15,2 0 15,0 2 14,5-2-3,3 0-12,2 0-11,1 1-10,3 1-11,-2 0-7,4 2-4,-1-2-8,-1 2-24,2-3-18,2 3-6,1 0 0,-2-3-1,3 1-2,-1 1-1,0-1 0,2-1-2,0 0 1,0 0 4,3-1-1,2 0-1,-1 0 1,-1 1-1,3-1 1,-3 0 0,-1 2-1,3-1 7,-1-1 10,0 1-1,1-1 1,-3 1-3,0 2 0,-6 0-1,-2 0 2,-3 1-3,-2-1 0,-6 0-2,2-1-10,-3-2-1,-3 3 0,2-3 2,-2 0 0,-2 0-2,0 1-9,2-1-28,0 0-59,-2 1-115,0-1-68,23-2-459,-23 2 0,2-3 0,-2 3 0</inkml:trace>
  <inkml:trace contextRef="#ctx0" brushRef="#br0" timeOffset="88767.3085">3498 5650 863,'0'0'34,"0"0"2,0 0 6,0 0 16,0 0 13,0 0 11,0 0 6,0 0 8,0 1 9,0 0-16,0 1 16,-2 2 27,2-2 31,0 2 13,0-2 6,0 1 21,0-1 7,0 1 3,0 1-3,0-1-1,2 1-8,-2-2-9,3-1-9,-1 1-6,1-2-5,4 0-22,0 0-9,2 0-10,3-2-1,1 0-9,0-3-14,4-1-21,0 0-28,-2-5-24,1 1-14,2-1-8,-1 1-6,-1 2-3,-3-2-6,-4 5-14,-3 1-46,-2 2-39,-2 1-26,2 1-41,-1 0-70,3 0-113,3-4-170,-6 4-217,-3-1 0,0 0 0,-4-1 0</inkml:trace>
  <inkml:trace contextRef="#ctx0" brushRef="#br0" timeOffset="89363.7368">3495 5579 1829,'0'0'10,"0"3"24,0 1 27,0-2 32,0 2 37,0-1 27,0 1 17,0-1 24,0-1 21,0-2 24,0 0 14,0 0-2,0 0 0,0 0-17,0 0-27,0 0-21,0 0-12,0 0-12,0 0-8,1 0-21,1 0-11,5 0-17,7 0-24,4-1-14,8-3-12,7-1-2,3-1-31,-1-3-129,5 1-299,-13-1-642,-8-3 0,-8 0 0,-5-3 0</inkml:trace>
  <inkml:trace contextRef="#ctx0" brushRef="#br0" timeOffset="100938.1617">3786 6243 1654,'0'0'77,"0"0"36,0 0 30,0 0 29,3 0 15,-3 0 9,0 0 10,0 0 26,0 0 48,0 0-7,0-3-5,0 3-19,0-1-27,0 0-26,0-1-20,0 2-12,0 0-17,0 0-27,0 0-45,0 0-41,0 2-21,-3 3-12,-2 2 11,1 3 8,-2 7 14,-1 1 11,4 2 11,1-3 5,-2 3 5,2-6 3,2-2-1,0-6-4,0 0-20,0-3-30,0-1-83,0-2-274,0-29-724,0 22 0,0 0 0,-1-6 0</inkml:trace>
  <inkml:trace contextRef="#ctx0" brushRef="#br0" timeOffset="101488.8326">3894 6177 1557,'2'1'53,"1"2"34,1 2 32,-1 1 45,2 3 40,2-3 38,0 5 28,0 1 32,1 1 31,1 1-3,-5 4-9,0 0-27,-4 1-31,0 1-50,-2 1-93,-7 1-154,-5-3-229,-7-32-652,-4 26 0,-4-7 0</inkml:trace>
  <inkml:trace contextRef="#ctx0" brushRef="#br0" timeOffset="102075.3787">3606 6191 1461,'-3'0'21,"-2"0"22,1 2 28,-2 3 48,2 0 32,-2 4 36,4 1 36,-4 2 49,3 0 33,1 2 40,2 1 4,-2 4-13,4 1-22,3-1-52,1 3-108,3 1-230,4-17-831,2 12 0,2-6 0,-2-7 0</inkml:trace>
  <inkml:trace contextRef="#ctx0" brushRef="#br0" timeOffset="106706.116">4795 6870 488,'-3'0'113,"3"1"48,-3 2 90,0 0 63,2-1 49,-1 0 51,4-2 44,-4 0 39,2 0 24,0 0-49,0 0-36,0-2-41,0 2-83,0-3-59,0 1-40,0-1-43,0 2-36,0 0-40,0 1-18,0 0-25,0 0-11,0-1-8,2 0-6,2-1 0,2 1-9,1-1-2,2 0-12,5 2-8,-3 0-9,-3 0 4,0 0-3,1 0-5,-1 0-2,-3 2-7,3 1-3,-6 3-8,0 2 4,-2 3 8,1 0 0,-1 2 6,-2 1 4,-1 1 6,-3 1 0,-1-1 0,-3 1 2,2-2 2,-1-2 0,5-3 1,-2-2 2,3-3-1,1-1 0,0 1-1,-2-1 1,4 1 3,0-2 1,0-1 0,0 0-2,0-1 4,4 0 3,3 0 2,3 0-3,5 0-16,4 2-65,1-2-214,-1-7-830,-2 5 0,-9-1 0,-2-4 0</inkml:trace>
  <inkml:trace contextRef="#ctx0" brushRef="#br0" timeOffset="107062.6272">5019 6833 2058,'6'1'108,"5"0"30,1 3 56,4 3 52,-1 2 45,-1 0 32,0 6 11,-3 3 4,-7-1 4,-1 5-84,-3 0-110,-7 0-153,-2-1-214,-4-28-691,-3 19 0,-11-7 0,6-7 0</inkml:trace>
  <inkml:trace contextRef="#ctx0" brushRef="#br0" timeOffset="107624.7604">4652 6792 2070,'-4'0'40,"-2"1"46,-5 4 55,1 2 45,-1 2 48,3 2 37,-5 3 37,2 2 10,-1 4 9,5 3-5,0 2-27,4 0-53,2 0-100,5-5-202,10-4-329,-3-4-517,3-7 0,4-2 0,1-7 0</inkml:trace>
  <inkml:trace contextRef="#ctx0" brushRef="#br0" timeOffset="110081.102">6125 4905 2645,'0'0'84,"0"0"13,0 0 15,0 3 21,0-3 14,0 0 18,0 0 14,0 0 5,0 0 0,0 0-62,0 0-28,-3 2-14,0-2 2,-2 4-14,-1 1-4,-5 2 2,1 4 1,-5 5 16,4 2 5,-7 5 8,4 2 5,1 0 2,5-2-14,0-4-5,6-7-6,1-3-13,1-1-9,0-6-18,0-1-4,1-1-8,1-2-10,-2-3-22,6-1-42,-1-4-36,2-2-24,0-4-36,1-1-14,0 0-6,0-2-6,4 0 3,-5 2 4,4 0 19,0 1 41,-1 0 35,2 2 20,-2 2 31,-2 0 4,5 2 7,-6 0 4,-2 3 5,1 1 2,-2 3 6,-1 1-1,-1 1 0,0 1 4,-2 0 4,3 0 6,-2 0 10,2 0 21,1 0 26,0 0 17,3 0 0,4 1 7,-5 2 4,3 4 6,1 5 5,-4 2 3,0 7-3,-1 2-21,-4 1-24,2-1-17,0 1-5,-3-4-4,3-4-1,-2-2-8,0-5-19,-1 0-64,3-3-160,18-4-327,-17 0-417,1-1 0,1-4 0,0-2 0</inkml:trace>
  <inkml:trace contextRef="#ctx0" brushRef="#br0" timeOffset="111583.9872">6588 4947 984,'0'0'114,"0"0"25,0 0 22,0 2 23,0-4 23,0 2 20,0 0 19,0 2 24,0-2 27,0 0-61,0 0 15,0 0-3,0 0-4,0 0-8,0 0-16,0 0-16,0 0-16,1 0-19,1 0-25,2 0-28,0 0-38,4 0-21,2 0-17,1 0-11,3 0-9,0 0-2,4 0-2,1 0-5,2 1-2,-1 0 2,-1 1-1,-1 0 0,-1-1 0,1-1-2,-6 0-1,2 0 1,-3 0-2,-1 0-3,-3 0 4,-3 0-2,0 0-1,-2 0 0,2 0-1,0 0 0,-3 0 0,2 0-2,0 0 3,-1 0 0,-2 0-5,2 0 0,-2-1-2,4-1 0,-4 1-1,0-2 0,0-1-3,0 1-2,0-1-7,0-1-7,0 1-9,0-1-11,0 0-7,-4 0-11,2-4-13,0 3-2,-4 0 5,-1 0 2,3-3 8,-2 3 8,1 2 12,3 0 9,0 3 3,2 0 8,0 1 11,0 0-1,-3 0-4,3-1 1,3 1-2,-3 0 3,0 2 2,2-1 4,3 4 16,3 1 11,3 2 8,5 3 10,-4 3 4,1 0 3,-7 2 2,-2 4-1,-4-1 2,-5-3-1,-6 1-38,-3-1-88,-1 0-176,-6-11-672,6 2 0,4-3 0,8-4 0</inkml:trace>
  <inkml:trace contextRef="#ctx0" brushRef="#br0" timeOffset="112310.6083">7337 4852 1319,'0'0'62,"0"0"11,0 0 18,0 0 32,0 0 42,0 1 34,-3 1 29,2 1 38,-5 3 43,-5 1 2,1 5 16,-5 1 8,1 1-7,2 2-24,1 3-39,1-3-30,6-3-26,0 1-35,4-6-42,-1-1-53,1-3-45,0-2-79,-2-1-172,2 1-254,-4-4-496,-2 1 0,-1-5 0</inkml:trace>
  <inkml:trace contextRef="#ctx0" brushRef="#br0" timeOffset="112679.2181">7168 4882 1889,'0'0'143,"0"0"23,0 0 28,0 0 29,0-3 32,0 3 24,0 0 27,0-2 24,1 1 21,2 1-101,1 0-10,3-1-10,0 2-14,5 0-18,2 3-26,-1 2-19,6 3-28,-5 0-21,0 5-20,-5-4-19,0 1-22,-4-2-35,0-1-70,-3-1-149,1 0-195,0-10-663,-3 6 0,3-3 0</inkml:trace>
  <inkml:trace contextRef="#ctx0" brushRef="#br0" timeOffset="113389.848">7488 4875 854,'0'0'136,"3"1"40,0-1 45,-1 1 41,0-3 34,-2 2 28,0 0 17,0 0 14,0 0 9,0 0-102,0 0-21,0 0-27,-2 0-36,-3 0-27,-1 3-12,-2 1-10,-3 2 0,4 4-2,-4 0-4,7 3 5,1 0-5,1 0-9,2-3-4,0 0-13,2-3-18,2 0-17,2 0-11,3-3-13,4-3-4,5 0-8,0-1-4,0-2-6,-3-2-7,0-3-6,-5-1-10,-4-1-4,-2-4-7,-4 2-1,3-3-4,-6 3-6,-1 1 2,-6 4 1,-1-1-2,-3 3-5,-1 3-18,2 1-52,3-2-102,1 4-142,9-2-155,-3 0-399,3-2 0,0 2 0</inkml:trace>
  <inkml:trace contextRef="#ctx0" brushRef="#br0" timeOffset="113814.7349">7671 4860 1602,'2'0'95,"0"0"24,0 0 39,-1 0 48,0 1 44,-1 0 29,0 1 25,0 3 38,0 1 25,2 3-69,-2 3 1,0 2-24,0 5-36,-2-1-48,2-1-39,0 0-27,0-2-24,0-4-39,0-1-46,0-4-58,0-1-69,0-3-63,2 1-101,1-3-132,-2-9-487,0 6 0,-1-4 0,3 3 0</inkml:trace>
  <inkml:trace contextRef="#ctx0" brushRef="#br0" timeOffset="114321.6244">7689 4951 1392,'3'-4'108,"0"-1"31,-3-3 15,4-2 5,-1 0 32,-1-1 16,1-3 17,3 3 13,-5 0 10,4 0-66,-3 1-11,4 2-23,1-1-11,-2 3-1,1 0-30,2 4-15,-1-1-20,0 2-9,0 0-12,1 2-21,0-2-10,2 1-8,-2 1-8,-2 1-2,1 2-4,-4 2 0,-2 3 0,-1 2-6,0-1-17,-4 4-29,-2 0-24,-2 1-31,-9-3-43,-2 4-26,-3-4-15,-1 2-2,6-2 0,3 0 13,3 2 52,4-2 69,5 0 75,1 0 78,8-1 76,4 0 47,7-1 26,4-1 8,5-2-16,0-3-84,0 2-170,3-5-239,-12 2-482,-10-3 0,-6 0 0,-6 0 0</inkml:trace>
  <inkml:trace contextRef="#ctx0" brushRef="#br0" timeOffset="114754.4181">7244 5260 2792,'0'0'170,"4"0"44,-4 0 46,6 0 27,8 0 21,5-3 15,13 2 7,9 0 0,5-1 3,3 2-128,-2 0-63,-9 3-78,-7-2-127,-17 2-136,-6 0-141,-5 0-173,-8-14-415,-4 11 0,-5-2 0,-2 4 0</inkml:trace>
  <inkml:trace contextRef="#ctx0" brushRef="#br0" timeOffset="114950.6559">7373 5345 2734,'0'2'216,"0"3"62,1-4 47,6 0 22,10-1 11,9 1 6,14-1-10,11 2-47,5 1-162,0-2-1230,-10-1 0,-15 0 0,-10-3 0</inkml:trace>
  <inkml:trace contextRef="#ctx0" brushRef="#br0" timeOffset="116843.8194">2943 7097 86,'3'-3'10,"1"1"6,3 2 3,-1-3 4,2 0 5,0 2 12,2-1 10,-3 1 3,2-1 2,-2 2-4,-2 0-3,-3 0 0,-1 0 3,0 0 5,3 0 0,-4 0-8,3 0-8,4 0-4,0 0-4,2 0-6,7 0-12,-4 0-10,2 0-11,-3 0-9,3 0-6,1 0-4,0 0-5,-1 0-13,3 0-15,0 0-5,-2 0-2,1 0-2,3 0-2,0 0-13,2 0 0,0 0 0,6 2 0</inkml:trace>
  <inkml:trace contextRef="#ctx0" brushRef="#br0" timeOffset="119905.5411">1397 7162 910,'0'0'63,"0"0"18,0 1 20,1 1 9,-1-4 3,0 2 1,0 2 12,0-1 26,0 2 21,0 0-27,0 5 1,0-3-2,0 3-8,0 0-1,2-2 14,-2 1 35,0-4 55,1-2-4,3-2-15,7-3-18,0-6-15,5-2-10,8-7-17,0-3-16,0-3-45,-5 1-79,1 3-94,-8 3-50,-5 5-154,-3 0-80,8 3-413,-12 7 0,2 0 0,5 5 0</inkml:trace>
  <inkml:trace contextRef="#ctx0" brushRef="#br0" timeOffset="121423.1216">6011 7429 986,'0'-1'83,"3"1"17,-2-1 7,0 1 7,-1-2 24,0 2 45,0 0 50,2 0 38,-2 0 32,0 0-33,0 0 2,0 0 5,4 0-2,0 0-1,6-1-21,2 0-40,5 0-48,7-1-37,1 1-29,-2 1-28,1-1-27,-5 1-25,-7 1-11,-6-1-10,-4 3-8,-2 0-8,-7 3-8,-4 0-2,-6 2-4,-1 1-4,1-1-7,5 0 0,6 0 6,5-2 4,1 0 4,1-2 6,3 1 9,5 0 6,-1-1 6,6 3 10,-3-2 10,-2 2 6,-3-1 4,-3 2 5,-2-2 10,1 3 12,-4-3 1,0 0 0,-5-1-5,-3 1-21,-5-1-65,-6 0-88,1 0-156,30-7-614,-26 2 0,6-4 0,4-4 0</inkml:trace>
  <inkml:trace contextRef="#ctx0" brushRef="#br0" timeOffset="121785.1537">6359 7397 2976,'4'2'116,"4"5"46,2 2 17,4 6 12,0 4 5,-7 7 2,-3 3-9,-1 5-57,-6-5-91,-6-2-173,2-9-253,-16-6-387,-5-6 0,-9-5 0,0-2 0</inkml:trace>
  <inkml:trace contextRef="#ctx0" brushRef="#br0" timeOffset="122241.7035">5827 7349 2044,'0'0'106,"0"0"21,0 0 56,0 0 67,-2 0 49,-3 4 42,-2 3 26,-4 4 14,-6 8 16,4 6-98,1 4-2,3 4-22,9-2-59,9-1-110,12-6-310,8-40-892,7 26 0,5-4 0,0-6 0</inkml:trace>
  <inkml:trace contextRef="#ctx0" brushRef="#br0" timeOffset="124257.5662">3369 7672 1051,'0'0'93,"0"0"20,0 2 34,0-2 25,0 3 18,0-3 19,0 1 22,4-1 24,-4 0 28,0 0-49,0 0-2,0 0-7,0 0-18,0 0-12,0 0-8,0 0-9,0 0-15,0 0-24,2 0-23,0 0-21,4 0-15,2 0-11,2 0-15,4 0-12,2 0-9,1 0-8,-2-1-8,6 1 0,-7-3-7,-1 3-4,-5 0-11,-4 0-12,-4 0-8,3 0-3,-3 0-1,-3 0 3,6 0 7,-3 0 0,1 0 3,-1 0 8,0 0 8,1 0 11,-1 0 10,0 0 1,0 0-5,0 0-35,0 0-88,0 0-71,0 0-90,1-2-185,-3 2-333,-2-4 0,0 4 0,1-2 0</inkml:trace>
  <inkml:trace contextRef="#ctx0" brushRef="#br0" timeOffset="126038.1596">4394 7658 948,'0'0'71,"0"1"22,0 1 21,0-1 34,0 1 24,0 1 16,1-2 17,2 2 12,-3-2 10,3-1-44,-2 0-3,2 0-12,-3 0-18,0 0-22,3 0-16,-2 0-4,2 0-7,1 0-2,4 0 2,2 0 8,3 0 6,4 0 10,3 0 8,5 0 0,3 0-3,-2 0-6,0 0-7,-2 0-7,-3 0-14,-9 0-19,-5 0-24,-2 0-24,-5 0-20,0 0-7,0 0-14,-2-1-28,-2 1-59,2 0-65,0 0-122,0-3-137,1-6-387,2 7 0,1-2 0,2-2 0</inkml:trace>
  <inkml:trace contextRef="#ctx0" brushRef="#br0" timeOffset="128261.2196">1214 7615 550,'0'0'38,"0"0"30,0 0 39,0 0 27,0 0 28,0 0 21,0 2 6,0 0-1,0 0 7,0 1 3,0 2 3,0 3-17,0 2-32,0 2-14,1-3-11,0 1 17,2-5 22,9-2 11,4-3-4,5-8-33,12-4-38,5-5-33,3-6-45,-2 0-97,-3-4-123,8-2-512,-24 8 0,-9 5 0</inkml:trace>
  <inkml:trace contextRef="#ctx0" brushRef="#br0" timeOffset="129668.0782">7059 8092 1496,'0'0'117,"0"0"42,3 0 33,-3 0 34,0 0 50,0-3 49,0 3 30,0-3 23,0 3 16,0-1-66,0 0-36,0 1-43,0-2-33,0 2-32,0 0-49,0 2-45,0 0-27,0 6-22,0 3-16,0 3-4,0 2-4,0 0-1,2-5 1,2 0-10,3-2-33,8-3-58,3-3-104,6 0-55,-1-3-25,-1-1-8,-6-1-1,-5 0 5,-3-1 10,-4 2 15,-4 0 77,0 1 123,0 2 135,0 5 79,-3 0 35,1 4 8,-1 5 6,3 1-12,0-1-92,0-4-188,0-15-800,0 4 0,0-5 0,0-5 0</inkml:trace>
  <inkml:trace contextRef="#ctx0" brushRef="#br0" timeOffset="129945.0633">7371 8133 2786,'8'9'105,"4"3"26,3 4 29,0 5 12,-6 1 11,-2 1 2,-3 1-12,-4 2-86,-3-5-112,-1-5-259,-14-1-450,-7-9 0,-8-5 0,-3-1 0</inkml:trace>
  <inkml:trace contextRef="#ctx0" brushRef="#br0" timeOffset="130392.6937">6889 8042 2575,'0'0'59,"0"0"44,0 0 45,-3 1 52,-4 3 37,-4 4 25,-4 7 14,-3 4 10,4 3 4,6 4-47,2 2-32,9 1-195,47-9-997,-35 1 0,5-6 0,0-8 0</inkml:trace>
  <inkml:trace contextRef="#ctx0" brushRef="#br0" timeOffset="134066.5351">3832 8537 451,'0'-1'14,"0"1"7,0-2 13,0 2 16,0 0 7,0 0 5,0 0 3,0 0 4,0 0 4,0 0 1,0 0 9,0 0 1,0 0-6,0 0-3,0 0 9,0 0 6,0 0 5,0 0 9,0 2 4,0-1-7,0-1-9,0 1-6,0-1-4,0 0-9,0 2-9,1-1-7,-1 1 1,2-2-8,4 1-5,-2 1-3,2-1-4,2-1-2,-1 0 2,1 0-6,-1 0-1,0 1 1,4 0 1,0 0 4,4-1-2,3 0 0,0 0 6,1 0 4,4 0-3,-1 0 6,0 0-2,-1 0-4,0 0-12,-3 0-4,-1 0-2,-2 0 0,-4 0-6,1 2-2,-2-2-3,-6 0-4,2 1-2,-2-1 4,-1 1 8,-2-1 6,-1 0 7,0 0 2,0 0 0,0 0-22,0 0-77,1 0-122,34-8-455,-35 5 0,3 0 0,-3 0 0</inkml:trace>
  <inkml:trace contextRef="#ctx0" brushRef="#br0" timeOffset="135823.927">4844 8552 580,'0'0'67,"0"0"20,0 0 26,-2 0 30,2 0 38,0 0 32,0 1 24,0-1 18,0 1 17,0-1-21,0 1-10,0-1-4,0 0-8,2 0-15,-2 0-27,2 0-28,3 0-19,1 0-14,4 0-17,-1 0-20,2 0-10,3 0-12,-1 1-13,1-1-10,4 0-7,7 0 0,0 0-3,1 2-4,9-1 1,-2-1-2,6 0 1,0 3-6,4-3-4,1 0-5,-5 1-4,-5 1-5,-7 0 4,-6 0-2,-11-2-3,-2 0 4,-7 0-4,0 0-2,-1 0-3,0 0 6,-1 0-1,0 0 1,-2 1-3,-2-1-8,2 1-39,-2 0-53,3 0-55,2 0-128,22-6-552,-21 4 0,5-2 0</inkml:trace>
  <inkml:trace contextRef="#ctx0" brushRef="#br0" timeOffset="137160.1917">5904 8540 846,'0'0'74,"0"0"25,0 0 34,0 1 41,0 0 37,0 0 27,3 0 17,-3 1 25,0-2 24,1 0-30,2 0-24,0 0-16,2 0-23,-3 0-35,3 0-31,1 0-19,1 0-12,0 0-17,1 0-15,2 0-4,5 0-1,-2 0-3,6 0-2,3 0-4,6 0-3,1 0-5,8 0-5,1 1-10,-1-1-6,1 0-8,1 1-5,-3 0-9,-7 0-5,-4 1-2,-7-1-8,-10 0-8,-5-1 2,-3 1 3,-3-1-1,-1 1 1,0-1 1,1 0-2,-5 2-20,1-2-44,7 1-67,-3-1-99,3 0-171,-3-32-433,3 27 0,-4-2 0,-4-2 0</inkml:trace>
  <inkml:trace contextRef="#ctx0" brushRef="#br0" timeOffset="138358.1508">1821 8506 387,'0'1'133,"4"3"35,4 0 43,4-2 30,6-2 29,-2-2 12,2-3 3,2-2 3,-1-2-7,-1-3-92,-3-1-118,-2 2-153,-1-6-462,-5 10 0,-5 2 0,2 0 0</inkml:trace>
  <inkml:trace contextRef="#ctx0" brushRef="#br0" timeOffset="144773.9916">2665 5816 964,'0'1'92,"0"4"16,0-2 22,1-1 18,-1 0 17,0 0 4,0-2 8,0 0 16,0 0 25,0 0-50,0 0-10,0 0-7,0 0-14,0 0-9,0 0-5,0 0 9,0 0 1,0 0-13,0 0-22,0 0-24,1 0-9,-1 0-2,0 2-1,3 3-2,-2-1-8,5 3-4,-5-1 7,2-1 20,0-3 50,2 0 32,2-2 7,9-2-9,6-7-1,7-2-7,7-5-2,4-6-10,-3-2-16,0 1-20,-5-1-53,-7 4-28,-8 2-18,-8 6-53,-5 7-51,-2 1-39,-8 8-120,3 1-163,-3-2-522,4 7 0,-4-2 0,6-1 0</inkml:trace>
  <inkml:trace contextRef="#ctx0" brushRef="#br0" timeOffset="146363.6133">2401 8850 1811,'0'1'119,"0"-1"45,0 0 37,0 0 46,0 0 28,0-1 12,-3 1 9,3 0 8,0-2 14,0 0-47,0 0-49,0 0-40,0 1-34,0-1-43,0 2-28,0 0-11,0 0-10,0 0-7,0-2-13,0 2-15,0 0-4,0 0-2,0 0 0,0 2 1,0 1 3,0 1 1,0 1 1,0 1 2,3-3 1,-3 1 0,0-2 14,3 0 16,6-2 6,9-8-1,12-4 3,11-11-2,5-6 0,3-6-6,-7 2-6,-7 5-21,-10 8-64,-10 6-220,-8 5-196,-4-11-591,-3 16 0,-4 0 0,-4-1 0</inkml:trace>
  <inkml:trace contextRef="#ctx0" brushRef="#br0" timeOffset="162271.6618">1577 11122 1974,'0'0'120,"0"0"18,0 0 9,0 0 8,0 0 12,0 0 8,0 0 5,0 0 5,0 0 6,0 0-83,0 0-19,0 0-8,0 0-5,0 0-6,0 0-8,0 0-7,0 0-4,0 0-3,0 0-4,0 0-5,2 0-8,2 0-8,0 0-3,0 0-3,4 0-4,2 0 0,-3 0-5,0 0-2,1 0-6,0 1-4,-1 0-16,3 2-6,-3-1-1,3 0 2,-2-1 2,2 1 1,2 1-1,-1-1 0,2-1 0,1 0 2,-2 1 9,2-1 4,0-1-3,-3 1-2,3-1 0,-6 3-2,3-1 2,2-2 1,-2 4 3,0-2 1,0 0 5,3 1 1,0-1 3,1 2-4,3-2 4,2 0-1,-3 0-2,0 0 2,0 0-1,-1 1 3,-2 0 0,2-1-1,-2 1-1,1-1 4,0-1 1,3-1 1,-4 3 3,7-3 0,-2 0 0,2 0 4,2 2 3,0-4 1,0 2 10,2 0 1,0 0 1,-4 0-2,3 0 5,-5 0 1,-2 0 0,-5 0 7,-1 0 12,-4 0 10,-4 0 3,1 0 14,-1 0 7,-1 0 5,0 0 2,2-2-1,0 2 1,1 0-14,-5 0-15,2-1-10,-2 1-20,0 0-54,0 0-98,0 0-170,0-17-669,0 12 0,0-1 0,0-3 0</inkml:trace>
  <inkml:trace contextRef="#ctx0" brushRef="#br0" timeOffset="166736.1333">3476 10672 1509,'0'-3'104,"0"1"13,0-3 17,0-1 28,0 1 38,0-2 13,0 0 10,0 4 3,-3-4 7,-1 2-70,1 2-28,-4-1 0,1 2-3,-6-2-18,2 1-27,1-1-14,-5 2-9,0 1 1,1-1-8,-1 2-2,1 0-1,-1 0-8,0 0-14,-1 3-13,2 0-8,-2 3 0,4 2 4,-3 2-1,3-1 5,0 2-1,0-1 0,1 1-2,3-1 1,-1 0 4,1 1 1,0 1 0,0 1-6,-1-1 1,1 2-2,1-2-4,2 2 2,-2-1 3,1 0 2,2-2 4,2 1 5,-2 1-2,0 0 1,3 1 2,-2 1-4,2 0 4,2 0 1,-2-4-4,0 3-5,0-1-6,3-1-4,0 1 2,1-1 0,2 0 3,1-2-2,-2 2-3,0-5-2,1 3 2,0-4-4,-4-1 2,0 0-3,3-2-4,-2 1 5,3 0-1,-2-1 5,4 0 0,-1 2 1,3 0 3,1-1 2,-1-2 1,-1 4 5,1-2 2,0-1-5,1 3-4,-4-4-2,5 3 1,-2-3-2,1 2-4,-1-2-1,4 2 2,1-2-7,-1 0 0,1 0 1,2 1 0,1 0-2,-1 0 2,0 0 0,4 1 1,-4-2 2,2-1-3,2 1 2,-3 2-2,3-2 1,0-2 1,-2 4 0,-1-1-1,-1-2 0,-2 3-4,2 1-1,-2-1 1,3 2 0,0 1 0,-3-1-1,3 2 0,0 0-1,2-1-1,-2 0 4,0-1 0,3 0 2,-5 0-3,1 0 0,-1 0-1,1 0 3,0-1-2,-2-2 1,1 3 2,0 0-7,-1-2 2,-1 2 1,0 2 0,1-4 1,-1 4 0,5-3 2,-2-1-1,1 0 1,1 2 0,-2-2 4,4 2-3,-2-2 1,4-2 1,-1 1-4,1-1 5,1-2-4,4 0 1,2 0-2,2 0 1,0 0-2,3-1 2,1-2-4,-3 0 0,-1 0 5,-2-3-4,-2-1 4,-3 3-5,-4 0 1,0-1 1,-2 2 0,-2 2 2,4-3 0,-2 1-1,2 2-1,1 0 0,0-2-3,3 2 3,-1 0-1,2-3 2,-1 3-3,-3-1-4,-2-1 4,2 2-2,-6 1 1,-2-1-1,6 1 1,-8 0-1,3 0 1,-1 0-2,1 0 1,-1 0 4,0 1-1,0 0 1,3 2-2,-3-1 2,1 2-3,-1-2 3,1 2 0,0-2 0,1 2 2,-1-3-4,-1 2-1,1-2 3,3 2 0,-1 0 0,2-2 3,4 3-5,0-4 2,-3 0 0,1 0 0,-2 0-1,0 0 2,0 0-2,-2 0-1,1 0 1,1 0-1,-5 0 0,3 0-2,1 0 0,-4 3 1,5-3-2,4 0-1,0 0 2,-2 1 1,8-1-1,-8 0-1,1 0 3,-4 0 0,0 0 3,-3 0-4,-1-1 4,-1-2-1,-1 3-1,1 0-1,-3 0 2,3 0 0,-2 0-1,-1 0 1,5 0-5,-1 0 5,3 0-2,1 0 2,1 0 0,-4 0 4,2 0-1,1 0 2,-1-4 4,-1 4 3,0-4 3,-1 1 3,0-2 2,-1 1 3,0 0 1,2-2 2,0 2 2,-2 0-1,-1 0-5,-1 0-4,0 3-1,-1-5-3,-1 4-1,-2-3-2,2 1-1,1 0-7,-4 1 2,4-1-5,-1 1 3,-3-1 4,0-1-1,1 1 1,-1-2-1,-2 0-1,2 1 1,1-2 1,-1-2-1,1 2 1,0-3 2,-1 1-4,1 1 1,-1 1-3,-3-3 1,3 4 0,0-1 0,-5-1 0,0 2-1,2 0 1,-1 0-3,0 1 2,-3 0 0,0-2 1,0 0 0,3 1 0,-2 0 0,-1 0 2,1 0 0,-1-3 4,0 1 1,0 0-4,0 1 2,0-1 0,0 0 1,0 0-1,0 1-1,0 0-3,0 1 1,0 0-4,0-2 1,0 2 0,0-1 2,1-2 0,-1 0-2,1 0 0,0-3-1,2 3 4,-3-2 0,3 3 2,1-3 0,-3 3 4,2-2-3,3 1 1,-4 1 1,0 0-3,2-1 5,-3-2-3,2 2-3,-3-2-1,0 1 1,0 2-4,0-2-1,2 1 3,-2 0-4,0 3 5,-2-2 0,2 1-5,-4 1 4,-2-3 0,1 1-1,-6 0 1,0 0-1,-2-2-1,1 1 2,-3-1 0,2-1-4,-1-2 5,2 1-2,-1 3 0,1-3-2,-4 2 2,1 0-3,-4 2-1,-5-3 1,-1 3-2,0 0 1,-4-1 1,3 1-2,-2-1 0,0 0 1,2 2 0,1 0 2,0 0-1,1 2-1,4 0 2,-3 1-1,1 0-2,0 1 1,-3 2 0,0-1-1,0 2-1,-7 0 0,-1 0 4,-2 0-2,-6 0-3,0 0 2,0 0 1,1 0 1,0 0 1,2 0 0,3 0-1,2-2-1,-3 2 0,1 0-1,-1-2 2,-1 1 1,-3 0-3,-3 0 0,-2 1-4,-2-2 4,-3 2 0,-1 0 0,-1-1-1,1 1 2,2-1-4,0-2 5,6 0 0,-1 1-3,3-2 4,-1-1-2,1 3 1,-2-2-1,0 0 0,1 4 0,-2 0 0,-2 0-1,-4 0-3,-1-1 2,1 2 1,-1-1-2,2 3 0,2 0 0,-1 1 3,0-1-1,1 1 2,0 0-3,1-1 4,0 1-2,2 0-1,-2 2 2,-1-3-2,3 3 0,-2-1 1,3-2-2,0 0-2,4 0 0,2-2-2,2 6-12,7-4-24,9 3-43,6-1-100,6 3-96,10-1-162,4-12-545,7 11 0,3-2 0,9-2 0</inkml:trace>
  <inkml:trace contextRef="#ctx0" brushRef="#br0" timeOffset="176960.5217">6736 10565 1455,'3'0'21,"-3"0"8,0 0 15,0 0 23,0 0 21,0 3 18,2 0 20,-2 0 40,2 2 33,-2 0 8,2-1 14,-2 3 6,4-2-1,-2 0-1,0-2 3,2 1 9,3-2-6,3-1-34,4-3-29,8-3-22,5-6-23,4-5-27,2-1-35,-4-3-71,-5 1-76,-6 4-121,-10 1-131,-3 2-146,-8 8-269,0 1 0,-4 1 0,-2 7 0</inkml:trace>
  <inkml:trace contextRef="#ctx0" brushRef="#br0" timeOffset="177015.3818">7140 10547 1561,'0'6'103,"0"1"55,0-2 53,1 2 39,1-3 43,4-4 28,3-1 20,5-3 13,4-3 12,5-5-42,6-8-44,4-4-56,1 0-51,-2-4-38,1 2-53,-3 4-52,-7 2-60,-9 3-72,-8 7-88,-2 2-132,0 0-590,-14 5 0,-6 3 0,0 3 0</inkml:trace>
  <inkml:trace contextRef="#ctx0" brushRef="#br0" timeOffset="177123.0808">1343 11659 1648,'0'0'26,"0"1"16,0 1 14,0-2 19,0 2 20,0-2 20,0 2 20,0-1 25,0 0 29,2-1 16,1 0-1,0 0-2,1 0-6,3 0-11,3 0-13,-2 0-15,3 0-17,3 0-23,4 0-26,2 0-23,4 0-11,3 0-8,3 0-9,5 0-6,3 0-7,-1 0-3,-2 1-1,2-1 0,-5 2 1,3-1-1,1-1 1,1 0-2,2 0-2,1 0 0,-1 0 3,0 0-6,0 0 2,-3 0 0,-3 0-7,-1 0-4,-7 0-1,0 0-1,-6 0 2,-1 0-2,-5 0 8,-4 0 17,0 0 10,-5 0 9,-1 0 10,-2 0 7,-1 0-1,3 0 3,-3 0-2,0 0-10,2 0-46,-2 0-96,0 0-152,1-3-209,-1-21-469,0 19 0,0-1 0,0-1 0</inkml:trace>
  <inkml:trace contextRef="#ctx0" brushRef="#br0" timeOffset="177155.9931">3498 11796 1242,'0'0'97,"0"0"36,0 4 33,0-3 34,0 3 34,0-1 24,3-3 18,-3 0 20,0 0 38,0 0-33,1 0-17,-1 0-25,1 0-31,2 0-31,4 0-32,3 0-23,4 0-14,2 0-19,7 0-36,2 0-29,4 0-15,0 0-11,1-3-2,-2 3-2,-3-2-2,-8 0 0,1 1-5,-11-3-3,-2 4-7,-2 0-19,-3 0-29,0 0-37,0 0-56,0 0-110,0 0-142,-3-11-468,0 8 0,-2 0 0</inkml:trace>
  <inkml:trace contextRef="#ctx0" brushRef="#br0" timeOffset="179472.0624">1566 12348 1978,'0'0'53,"0"2"18,0-2 14,0 1 10,0-1 4,0 0 6,0 0 4,0 0 14,0 1 16,0 0-26,0-1-15,0 0-16,0 1-11,0-1 2,4 2 8,-2-1 4,3 0 8,-1 2 2,4-1 2,0 2 7,4 0 7,0-1 7,5 1 2,1-1-4,3-1-5,0 0-2,5 1-13,0-1-14,-1 0-14,2 0-16,-2 1-8,0 1-10,0 2-6,1-3-6,0 3-5,4 1-8,-2-2 2,3 0 1,0-1-2,0 0-1,0-3-1,-2 3 1,-1-3 2,-6 1-1,0 0-4,-5 0 3,-6-2-2,-4 0-3,-4 0-1,-3 0 1,0 0 1,0 0 2,0 0 0,0 0 1,0 0-8,0 0-50,0 0-83,2 0-142,7-6-658,-8 0 0,2-2 0,0-2 0</inkml:trace>
  <inkml:trace contextRef="#ctx0" brushRef="#br0" timeOffset="180879.8283">4512 12095 2984,'0'0'73,"0"0"25,0 0 24,1-1 20,2-3 14,0 1 16,-1-3 15,8-1 23,0-1 10,1-3-37,3 1-14,4 1-18,1-4-23,5 0-20,1 2-12,4-2-38,-5 4-119,1 2-236,-10-20-682,-6 19 0,-6 0 0,-3-5 0</inkml:trace>
  <inkml:trace contextRef="#ctx0" brushRef="#br0" timeOffset="188335.0974">1545 12886 2038,'0'0'50,"0"0"10,0 0 18,0-1 16,0 1 10,0 0 12,0 0 11,0 0 11,0 0 13,0 0-34,0 0-2,0 0 1,0 0-13,0 0-10,0 0-7,0 0-8,0 0-10,0 0-9,0 0-10,0 0-6,0 0-3,2 0-7,-1 0-5,3 0-2,-1 0 0,1 0-2,2 0-2,0 0-1,2 0 0,0 0-3,2 0-2,2 0-4,0 0 0,1 0-2,1 0-2,1 0 1,-1 0 3,-4 0-1,1 0 1,0 0 1,-4 0 7,0 0 7,1 0 2,-4 0 2,4 0 1,-1 0 1,2 0-2,-1 0 2,2 0-1,2 0-3,1 0-5,-1 0-6,-1 0-4,-1 0-3,0 0-2,-3 0-2,1 0 1,-4 0 0,5 0 4,-3-1 4,3 1 0,-2 0 0,1 0 3,3-1 0,0 1 1,3 0 0,-1-1 0,3 1-2,-2 0-3,0-2-5,-2 2-2,-1 0 2,-2 0-2,-1 0-1,-1 0 1,0 0 2,-3 0-2,3 0 1,0 0 1,0 0 1,4-1 5,1 1-5,1 0 1,-3 0 1,0-1-4,3 1 0,-2 0-2,-2 0-1,-1 0-3,0 0 1,-1 0-4,-1 0 4,1 0-1,2 0-1,0 0 0,-1 0 2,3 0 0,2 0 2,-2 0-3,0 0 0,3 0-2,-3 0 0,-3 0-1,1 0 3,0 0 3,0 0-5,-1 0 0,6 0-1,-2 0 2,1 0 1,2 0 1,-4 0-2,3 0-1,-4 0-2,2 0-2,-2 0 2,0 0 1,1 0 1,-3 0-2,3 1-2,1-1 3,1 1 3,1-1 1,1 0-1,0 0-1,-1 0-1,1 0-1,1 2-2,-4-1 3,3 0 1,-2 0-3,1 0-2,-2 1-3,1-1 3,-1-1-2,1 0 1,-1 1 1,5 0 3,-3 1-2,0-1 1,1-1-2,-3 0 0,1 0 0,-3 0 0,-1 0 3,-1 0-1,-2 0 0,-2 0-1,1 0 1,-2 0 3,-1 0 0,1 0 4,-1 0 1,0 0 0,-2 0 1,0 0 1,3 0-1,-3 0-11,0 0-30,0 0-63,0 0-98,0 0-184,0-26-501,-3 21 0,1-2 0</inkml:trace>
  <inkml:trace contextRef="#ctx0" brushRef="#br0" timeOffset="191283.8051">4811 12321 1583,'0'0'54,"3"0"32,-3 0 16,0 0 7,0 0 6,3 0 5,-3 0 7,0 0 9,0 0 15,0 0-14,0 0-7,0 0-24,0 0-13,0 0 2,0 0 13,0 3 10,0 1 3,2-1 2,0 4-10,4 2-14,-4 0-9,3 0 3,-3-1 5,1-3 3,0 0 6,-3-3 11,0-2 13,0 0-1,3 0-3,1 0 0,-1-2-6,4-1-8,1-3-9,1-2-13,0-2-21,5-4-29,1-2-21,3 0-7,1 1 1,5-1 3,-3 4-2,0 0-1,-8 1-1,-3 5 1,-4 0-5,-6 1-17,0 4-49,0-1-125,0 1-260,-3 0-543,-8-1 0,-2-1 0,-6-4 0</inkml:trace>
  <inkml:trace contextRef="#ctx0" brushRef="#br0" timeOffset="192168.0416">3556 12347 1655,'0'0'30,"0"3"29,0-1 40,0 0 35,3 0 33,-3 0 31,4-1 23,-1-1 26,1 0 36,4 0 18,-2-1 12,5-1-18,0-2-30,3-3-26,4-3-29,1-4-32,1-2-21,3-2-31,-2-2-57,-3 2-69,-5 1-94,-6 2-50,1 2-188,2-2-136,-9-4-373,5 12 0,-1 4 0,-5 3 0</inkml:trace>
  <inkml:trace contextRef="#ctx0" brushRef="#br0" timeOffset="193589.7723">5242 12444 1900,'2'5'31,"-2"6"24,3 1 26,-2 4 20,6 1 26,-1 0 18,2 0 21,-4 0 8,2-2 7,-6 0-16,1-3-7,-1 2-22,0-2-35,-1-1-49,1-2-98,0-3-160,-6-12-458,2 8 0,-7-2 0,4-1 0</inkml:trace>
  <inkml:trace contextRef="#ctx0" brushRef="#br0" timeOffset="194180.0016">5172 12270 1861,'-11'0'49,"-6"4"46,-2 4 44,-8 2 37,4 3 25,1 8 17,1 4 19,7 4 20,2 2 36,6 2-1,4-1-16,4 0-34,6 1-37,6-3-34,8 0-17,5-1-16,5-3-16,5-3-18,3-5-34,-2-3-22,2-4-14,0-8-13,-1-1-11,-3-8-9,1-7-4,-5-3-7,-4-6-7,-7-6-8,-13-3-5,-8-6 3,-10-3 3,-9-1 2,-9-2 3,3 2 3,-5 6-5,4 5-2,3 6-80,5 8-149,10 6-215,1 7-404,6 2 0,3 3 0</inkml:trace>
  <inkml:trace contextRef="#ctx0" brushRef="#br0" timeOffset="195174.1808">6442 13014 2870,'0'-1'63,"0"-1"4,6 1 8,-3-1 2,5 1 10,-1-1 6,4 2 16,-3 0 12,3 2 11,0-1-48,-2 4 12,-2 1 30,-2 3 15,-3 1 8,-1 4 5,-2 0 0,-5 3-10,-2 1-4,-3 0-8,-3 0-9,-1-1-14,-2 1-35,3-1-21,3-2-12,4-4-11,3-3-4,4-3 2,6-2-2,6-3-2,4 0 0,7-2 0,10 1-1,-5-2-15,2 0-38,-5 1-105,-4 1-215,-10-35-672,-5 28 0,-6-1 0,-4-1 0</inkml:trace>
  <inkml:trace contextRef="#ctx0" brushRef="#br0" timeOffset="195963.6655">6380 12832 2394,'-7'0'54,"0"0"33,0 0 19,-8 0 17,1 0 13,3 3 29,-4 1 35,2 2 37,-5 2 35,4 2-13,-1 1-8,-3 4-17,1 0-13,2 1-12,3 3-8,0 2-23,4 2-33,7 1-37,-2 3-32,3 0-18,3 1-11,1-4-15,6 2-4,1-2-3,5-1-4,5-2-4,0 0-3,4-1 0,0 0-3,7-4-3,3 0 1,2 0 0,6-2-4,-2-2 0,5-1-2,-4 0 0,-1-3 1,1-2 1,0-4 0,-3 1-1,-2-6-2,-2-2-2,-6-4 1,-4-5-4,-7-5 0,-3-7-3,-11-7-1,-6-8-2,-8-10 1,-11-7 0,-4-3-2,-1 0 8,-5 3 0,2 11 6,3 8-1,0 12-2,2 7-21,-1 7-106,1 7-223,-2-9-739,4 12 0,1 0 0,2 1 0</inkml:trace>
  <inkml:trace contextRef="#ctx0" brushRef="#br0" timeOffset="198485.4495">4046 13542 479,'0'0'80,"0"0"27,1 0 29,-1 3 32,3 0 33,-3-1 31,4 0 33,2 0 36,-2-2 32,4 0-27,-4-2-22,5 2-14,-5 0-18,0-1-22,-3 0-25,2-1-25,0 1-27,-2 0-25,2 0-28,-3 1-14,3 0-9,0 0-6,1 0-8,4 0-3,2 0-3,2 0 5,6 0-2,0 0-9,3 0-3,7 0-5,-2 0-1,2 0-5,-3 0-4,3 0-5,-2 0-8,-3 1-7,2 1-8,2-1 1,-2 1-3,0-1 2,4 1-2,-4-2 0,0 0 1,-2 0 1,-2 0 2,-4 0-2,-4 0 3,-3 0-1,-2 0 3,-3 0 0,-3 0 7,-2 0 8,0 0 1,0 0 0,0 0-1,0-2-15,0 2-43,0 0-88,0 0-128,0-1-163,16-7-519,-13 6 0,1 0 0,1-1 0</inkml:trace>
  <inkml:trace contextRef="#ctx0" brushRef="#br0" timeOffset="200039.8228">4917 13526 692,'0'0'23,"0"0"19,0 0 27,0 0 27,0 3 27,0-1 29,0 1 21,0-1 17,1-1 16,0 2 2,-1-2 0,2 0-2,-2 0-9,0 1-11,0-2-9,0-2-15,0 4-13,0-2-8,0-2-13,0 2-12,0 0-5,3 0-10,-2 2-11,2-2-8,1 1-14,0 0 0,2 0 3,1 0 1,-1-1 7,0 1 3,1-2 2,0 2 2,4-1-2,-1 1 2,-1-1 0,5 0-8,-1 0-5,3 0-11,0 0-5,2 0-5,0 0-5,1 0-7,-1 0-5,4 0-3,1 0-6,2 0-2,0 0-6,1 0 0,-1 0-3,0 0 0,-3 0-3,1 0 1,-4 0-4,0 0-1,2 0-2,2 0-3,1 0 1,1 0-3,3 0 0,-3 0-3,0 0-1,1 0 1,-2 0-2,-5 0-1,2 0 4,-3 0-1,-4 0 0,-3 0-1,-4 0-7,-1 0-17,-4 0-21,-2 0-26,0 0-43,0 0-58,-2 0-125,2-3-173,-10 1-386,-5-2 0,-5-2 0</inkml:trace>
  <inkml:trace contextRef="#ctx0" brushRef="#br0" timeOffset="201974.107">3133 13487 205,'-2'0'-4,"2"0"-1,0 0-3,-2 0 0,2 0-1,0 0 2,-4 0 5,4 0 5,0 0 8,0 0 14,-2 0 12,1 0 16,0 0 13,1 0 15,-3 0 19,3 2 19,0 1 13,0-1 14,0 2 11,0 0 6,0-1 5,0-2 5,0 2 10,0 1 1,0-4-6,0 0-13,0 2-3,0-2-1,0 0-1,0 0 1,0 0 1,0 0 2,0 3 3,0-6 2,0 3 6,0 0 11,0 0 2,0 0-10,0 0-8,0 0-11,0 0-15,0 0-17,0 0-17,4 0-16,-1 0-13,3 0-19,-1 0-16,7 0-8,1 0-8,-1 0-5,2 0 0,4 0-3,2 0-6,2 0 1,3 3-2,4-3-1,2 1-2,-1 1 2,5-2 0,-3 1 0,4-1-1,-3 0-2,-2 0-1,-1-1-1,-9 1-2,-3 0-1,-3 0 1,-6 0-2,-3 0-2,-4 0 0,0 0-3,-2 0 4,0 0-2,0 0-3,0 0-4,0 0-17,0 0-29,0 0-90,-2 0-102,2-3-123,2-6-601,-6 2 0,1-3 0,3 1 0</inkml:trace>
  <inkml:trace contextRef="#ctx0" brushRef="#br0" timeOffset="203549.2608">7371 13577 1157,'9'0'39,"2"3"10,4-1 5,2 3 13,-5-1 15,-1 1 26,-4-3 28,0 2 10,-4 0 6,-2-3-11,1 2 0,-2 0 16,0-1 12,0 2-3,0-1-14,-2-1-24,0 1-26,0 0-9,1 1-2,-3 2-10,2-3-16,2 3-18,0 0-8,0-3 2,0 0 17,0 0 23,0 0 16,2 1 16,3 1 5,1 1 3,6 2-3,1-1-3,-4 3-8,3 0-12,-3 1-11,-3-2-24,-2-2-19,-1-2-10,-2 1 7,-2-1 11,-2-1 9,-3-2 1,-4 0-1,-7-1 3,0 1-3,-4 1-1,0-2 0,5 0-19,2 3-73,3-2-176,40-1-814,-34 1 0,2-2 0,0 0 0</inkml:trace>
  <inkml:trace contextRef="#ctx0" brushRef="#br0" timeOffset="205264.1883">4459 14013 964,'0'0'33,"0"0"6,0 0 9,0 0 3,0 0 6,0 0 6,3 0 22,-3-1 7,2-1 3,0 0-24,2-2-7,-2 1-8,0-1-8,1 1-10,-3 1-14,0-1-16,0 2-34,0-1-18,0 1-11,2-1-9,-1 0-5,2 0 3,-1 0 4,2 2 9,-2 0 10,1 0 17,-1 0 19,-1 0 19,0 0 15,0 0 11,-1 0 10,3 0 5,-3 0 6,2 0 9,0 0 13,2 0 20,-1 0 9,5 0 3,0 0 5,1 0 15,2 2 5,3-2 0,4 2 2,-1 0-7,4 0-9,0 1-18,2 1-8,-2-2-6,3 2-1,0 0-12,1-1-4,1 0-5,0-1-6,-3 1-4,-1-3-6,0 1-4,-4-1-6,-1 0-6,-3-1-6,-1 1-6,-7 0-2,-1 0 19,-4 0 22,-1 0 16,0 0 10,0 0-2,0 0 2,0 0-1,0 0 0,-1 0-4,-4-1-12,4-1-29,-2 1-56,1-1-74,0 0-115,2-1-188,0-26-435,-3 24 0,2-3 0,-4 0 0</inkml:trace>
  <inkml:trace contextRef="#ctx0" brushRef="#br0" timeOffset="207333.8176">5438 14140 1372,'0'0'42,"0"0"16,3 0 16,-3 1 24,0 0 26,0 2 44,1-2 44,2 2 34,1-1 24,0-2 4,2 2 11,-3-1 2,1-1 5,0 2-5,0 0-16,4-2-34,2 0-35,5 2-28,5-2-21,2 0-29,6 0-25,5 1-16,3-2-21,3 1-17,0-2-13,-6 0-10,-8-1-9,-7 1-6,-8 2-3,-7-2-2,-2 2-6,-1 0-1,0 0 1,0-3-4,0 3-7,1 0-14,-1 0-22,0 0-64,0 0-97,2 0-162,10-6-586,-9 3 0,4-1 0,6 1 0</inkml:trace>
  <inkml:trace contextRef="#ctx0" brushRef="#br0" timeOffset="210544.2312">8446 14227 3552,'0'0'60,"0"0"36,1 0 25,0 0 18,0-2 23,2-1 19,1 1 15,-3 1 11,1-1 5,-2 1-34,0-2-22,0 3-29,0 0-16,0 4-13,3 1-18,-3 7-18,1 4-13,-1 3-8,3 2-4,2-2-2,4 0-1,2-4-6,4-3-13,6-5-15,-2-5-13,5 0-7,-2-4-4,-3-3 0,-3 2-3,-4-1 2,-6 0 1,-2 2 8,-3 4 14,0 6 12,-1 4 11,0 7 7,0 3 5,0 4-1,2-5-4,-2 0-21,0-4-96,22-8-487,-18-6-483,-1-6 0,0-8 0,0-6 0</inkml:trace>
  <inkml:trace contextRef="#ctx0" brushRef="#br0" timeOffset="210983.8098">8775 14133 2473,'8'0'143,"5"0"29,8-1 46,4 1 50,4-2 31,1 2 27,6 3 13,0 6 5,-4 5 4,-4 5-78,-9 9-61,-12 2-27,-11 2-46,-7 2-61,-8-2-83,-9-1-214,24-6-892,-34-3 0,-2-7 0,6-6 0</inkml:trace>
  <inkml:trace contextRef="#ctx0" brushRef="#br0" timeOffset="211401.67">8223 14146 3266,'-4'0'84,"-3"0"39,0 0 36,0 3 29,-1 2 26,1 7 22,0 8 9,3 7 6,1 7 1,0 4-56,3 1-46,6-4-59,8-6-101,9-9-234,12-24-796,12 6 0,1-11 0,-3-3 0</inkml:trace>
  <inkml:trace contextRef="#ctx0" brushRef="#br0" timeOffset="213427.0003">4097 14707 344,'-4'-2'24,"2"2"32,-2-1 32,2 1 28,2 0 20,0 0 4,0 0 4,0 0 10,0 0 12,0-1 2,2 0-4,0 1-14,-2 0-16,2-3-7,0 3 2,-2 0 25,0 0 26,0 0 10,0 0 2,0 0 7,0-2 4,0 0 1,1 0 4,2-1 4,-3 2-5,0 1-17,0-2-21,3 2-15,-3-1-6,0 1-12,0-3-13,1 3-14,1 0-17,0 0-21,3-1-14,0 0-10,4-2-9,4 1-1,-3 2-7,5-2-3,2 2-2,2 0-3,6 0-2,3 0-2,4-1-3,5 1 0,1 0 1,2 0-2,-1 0 0,-4 0-3,-2-1-1,-4 0 1,-4 0-3,-7 0-2,-6-2 0,-3 3-2,-4-1-1,1 1-2,-6 0 4,1 0 0,-1 0 4,0-1 0,0 1 3,0 0 5,0 0-1,0-2 1,0 2 1,0 0 0,0 0-8,0-1-8,0 1-17,0 0-37,0 0-105,0-1-98,6 1-148,30-3-615,-28 2 0,3 0 0,0 0 0</inkml:trace>
  <inkml:trace contextRef="#ctx0" brushRef="#br0" timeOffset="214741.6639">5373 14705 581,'0'2'104,"3"0"29,-2 0 25,0 2 36,1 1 32,1-2 36,-3 0 36,3 1 31,2-2 19,0 0-46,4-2-11,2 0 8,-1 0 5,5 0-19,3 0-15,7 0-24,3 0-28,5 0-24,4 0-16,5 0-16,2 0-26,4-3-35,-4 0-29,-4 0-18,-9-2-17,-10 1-14,-9 1-2,-7 0-8,-4 2-6,0-1-4,-2 2-2,1 0-8,0 0-13,0 0-23,0 0-57,-1 0-105,1 0-208,1-10-599,-1 7 0,2 2 0,5-3 0</inkml:trace>
  <inkml:trace contextRef="#ctx0" brushRef="#br0" timeOffset="215848.6555">6412 14776 1252,'1'0'26,"2"0"14,-2 2 18,5-1 16,-6 0 18,3 1 24,-1 1 18,-1-3 13,1 2 13,-2 1 7,3-1 27,0 1 15,1 0 4,3 0-3,0-2-2,5 3-5,3-2-4,5 1-1,1 0-9,5-2-11,2 1-37,6-2-31,0 0-18,-2-3-13,-2 2-17,-4-1-17,-6-1-14,-6 1-9,-6 0-9,-2 0-14,-5 2-12,-1 0-25,0 0-14,0 0-10,0 0-23,0 0-42,0 0-81,2 0-124,46-8-456,-45 6 0,-3 0 0,2-1 0</inkml:trace>
  <inkml:trace contextRef="#ctx0" brushRef="#br0" timeOffset="216865.576">7320 14699 2208,'3'0'59,"3"0"27,-1 0 15,2 0 17,1 0 20,1 0 18,-5 0 22,4 0 21,-4 0 36,3 0-7,-1 0-16,3 0-16,-1 0-3,4 0-8,6 0-7,3 0-16,9 0-17,6 0-21,9 0-36,3 0-23,2 0-13,-3 0-16,-1 0-14,-7-2-9,-3 0-12,-10 1-4,-3 0-1,-4-3 0,-8 2-2,-4-2-18,-3 2-62,-1-3-75,-3 2-170,-6-10-620,-5 5 0,-2-4 0,-11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08T16:43:13.18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14170 2574 925,'0'0'87,"2"0"21,-2 1 40,2-1 35,0 0 14,-2 0 5,3 0 4,-1 0 5,1 0 15,0 0-35,-2 0-2,0 0-10,-1 0-33,2 0-28,-1 0-5,2 0 6,-3 0 4,3 0-1,1 0-13,-1 0-25,1 0-24,-1 0-8,1 0-7,2 0-5,-1 0-7,-4-1-11,1 1-8,0 0-3,0 0-1,-2 0-3,4 0 1,2 0-1,-4 0 0,1 0 1,4 0 0,0 0-4,1 0 0,-2 0 0,2 0 0,0 0 1,-5 0 0,7 0-2,-6 0 2,2 0-4,-1 0-4,5 0 5,-5 0 2,4 0-2,-1 0 0,3 0 1,2 1-3,2 1 3,2 0-3,-1 0 4,2 1-1,-1-1 2,0 1-2,-2-2 3,-1 0-3,0 1-1,-2-1 2,2-1-2,0 0 0,1 1 4,-1-1-4,1 0-2,1 1 2,-1-1-3,1 2 2,0-1 0,-1 0-1,-1-1 1,1 2 0,-3-2-4,1 2 3,1-2 1,1 0 2,0 0-4,1 2 2,-1-2 1,3 0 0,-4 1-2,4 2 8,-3-1-8,2 1 1,1-3-1,0 1-1,5 2 1,-2-3 0,0 1-4,1 0 1,3 0-1,-1 0-7,-3 0 7,-1-1-3,1 2 2,-7-1 1,2-1 1,-2 0-3,0 0 5,6 0-2,-1 0 2,2 0-1,1 0 2,6 0 2,-6 0-4,4 0 2,-3 1-2,-3-1 2,0 0-1,-2 3 2,1-3-3,2 2 6,-1-2-5,-1 2 2,2-2 0,1 0 0,0 1 3,3-1-1,-3 1-2,5 0-1,-3 0 3,-1 2-4,3-2 2,-2-1 0,-1 1-1,2-1-1,-1 1-1,-2 1 0,3 0 1,-4-2 0,2 3 2,4-3-2,-3 2 2,3-2-3,2 1 4,-1-1-6,1 2 1,-1-1-12,-3 0-5,-3 1-6,4 0-3,-3 1 0,2 0-1,-2-3 0,4 3-3,-3-1 3,4-2 2,-3 4 10,0-4 8,3 1 3,-3 0 3,4 0 0,-2 0-1,-2 1 2,2-1 1,0 0 0,-1 1 0,-1-1 0,1 2-2,-1-2 2,-2 0-2,-2 0 1,0 0 2,0-1-2,0 1 0,1-1 1,-1 0-1,5 0 2,-1-1 0,0 2 1,0-1 1,0 2-1,-6-2-1,-2 1 2,-6-1 1,0 0-1,-5 0 1,-1 0 0,2 0 1,-4 0-1,2 0 2,1 0 0,1 0 1,4 0 0,4 0 3,6 0 1,7 0 6,5 0 11,3 0 6,8 0 0,-1 2 3,4 0-1,-1 1 0,0 0-1,-4 1 0,3-2-2,-1 2-5,0-3-12,-3 3-4,0-1 6,-5-2-2,-7 1 0,-7-1 0,-5 0 3,-10 1 3,-2-2 7,-5 0 3,0 0 4,0 0-2,0 0-12,0 0-47,0 0-132,10-3-279,-9 3-368,-1-1 0,-1-2 0</inkml:trace>
  <inkml:trace contextRef="#ctx0" brushRef="#br0" timeOffset="1745.5336">17786 2245 945,'0'0'55,"0"1"5,0 0 9,0 1 27,0 0 33,0 2 29,0 2 25,0-3 24,0 3 15,0-2-28,0 0 12,0-1 12,0 1 2,0-1-10,-2 0-25,1 1-16,1 1-7,-1 2-12,-1 0-2,2 4-18,-4 1-7,1 2-12,3 2-6,-3-1-8,1 4-5,2-1-10,-3-2-14,3 3-8,-3 1-8,3-3 0,-1 0-5,1 2-2,0-2-2,-3 2-6,3 1-3,0-1 1,0-1-4,0 1-4,0 0-4,0-2-2,-1 2-2,-4 0-2,5-3 1,-4 0-5,1 0 2,2-2-2,1 1 5,-1-1 5,1 2 0,0 1 4,0-1 0,0 1 1,0 1-3,0-1 3,0-1 0,0 0-1,0 0-3,0-2 4,0 4 2,0-1-2,0-2-5,0 3 2,0 3 0,0-2 0,0-2 4,0 4 4,0-1 2,0-2-9,0 0-5,0-1 1,0-2 0,0-2-1,0-2-1,0-2-1,0-3-4,0 0-4,0-4-2,0 1 4,0-3 1,0 2-3,0-2 12,0 0-30,0 0-27,-3 0-57,-1-2-166,4-2-285,-7-18-512,-4 13 0,4-2 0,-4 2 0</inkml:trace>
  <inkml:trace contextRef="#ctx0" brushRef="#br0" timeOffset="2708.7261">17725 3279 1135,'0'0'137,"0"1"40,0-1 24,2 0 17,1 1 24,-3-1 14,4-1 19,-2 1 19,2 0 17,0 0-70,2 0-27,1-1-32,-2 0-19,6-3-14,-1 1-20,4-4-12,0 0-18,4-2-19,1-3-14,2-2-26,2-1-14,0 0-5,2-2-2,2 0 3,0-2 2,0 2-3,0 0 2,-3 3-1,-1-1-2,-2 1 1,0 1-1,-2-2-2,2 2 1,-2 0-7,2-3-6,0 3 2,1 0-4,0-1 3,2-1 4,-2 2 4,1-2 3,4 4 4,-4-1 1,1 0-1,0 3 0,-3-1 1,-4 1 2,1 1-1,2-3-2,-6 2-6,1-1-1,-1 1-3,-1 0-3,-1 0 7,-5 2 5,2-1 5,-2 0 1,0 3-1,-1-1-2,-3 1 2,2 0 0,-3 5-4,0-4-1,0 3-13,-2 0-16,0 1-51,0 0-92,0 0-178,0-10-673,3 5 0,-6-3 0,-1-4 0</inkml:trace>
  <inkml:trace contextRef="#ctx0" brushRef="#br0" timeOffset="4221.1569">17825 2226 670,'0'0'79,"0"0"35,0 0 26,0 0 25,0 3 19,2-3 14,-2 2 25,0-1 35,0 1 31,2-1-15,-2-1-20,0 0-29,0 0-23,0 0-25,0 0-17,0 0-15,0 0-22,0 0-34,0 0-30,0 1-31,0 0-25,-2 2-33,0-2-30,0 1-9,-6 1-5,4-2-3,0-1-4,2 0-3,-2 0 2,4 0 14,-1 0 30,1 2 39,0-2 35,0 0 18,0 0 10,5 0 9,1 0 7,0 1 7,2 0 3,2 3-7,-1 2-14,5-2 2,1 3 12,-1 2 15,5 0 5,2-1 1,0 3 1,2-4 2,0 2-4,0 1-2,-2-1-6,1 3-15,-2-1-20,0 0-25,-3 1-5,3 2-6,-7 0-7,3-1-6,-1 0-1,-1-1-1,-2 0-1,5 1 1,-3-3 0,0 0 3,1 2-6,0-3 2,-2 0-2,0 1 2,0-1-3,-2 1-1,1-4 2,3 4-3,1-1 0,-2 0 0,4 3-4,0-3 2,0 4 2,2 1-2,-1-2 1,4 3-1,0-4 1,-4 2-1,-2-3 2,-2 1-3,-1-4 4,-3 0-4,-4-2 0,0-1-2,1-1 3,3-1-1,-5 0 0,2 0 3,-2-1-2,-1 0 1,-3 0-1,0-1-1,0 2 2,3-2 1,-2 0-3,1 0 3,-2 0-3,2 0 0,-3 0 0,-1 0 0,0 0-3,0 0-10,0 0-50,0 0-84,0 0-117,0-4-203,0-6-421,-1 10 0,-5-6 0,1 3 0</inkml:trace>
  <inkml:trace contextRef="#ctx0" brushRef="#br0" timeOffset="5284.8527">18637 2728 1402,'0'0'112,"0"3"12,0-3 14,2 1 14,-1 0 6,2-1 2,1 2 3,3-2 11,1 0 16,-2 2-72,1-2-11,0 0-10,2 0-12,0 0-11,-1 0-5,7 0-1,1 0-2,0 0-11,2 0-14,4 0-16,3 0-13,3 0-6,1 0-11,-1 0-15,0 0-9,-2 0-3,-1 0 1,-3 0-3,1 0-2,1 0 2,0 0-1,1 0 4,0 0 10,0 0 17,4 0 8,4 0 8,1 0-1,0 0 4,-2 0 4,3 0 0,-6 0 1,0 0-2,-6 0 0,0-2-1,-3 0-4,0 0-4,0-1-1,-1 0 1,6-1 1,-2 2 0,2-1 2,0 1 4,3-1 0,0 2 0,1 0 0,0 0 0,-1 1 0,-2 0-2,2 0-3,-1 0-2,4 0-3,0 0-3,1 0-2,-2 0 1,5 0 0,0 0 1,3 0 0,5-1 9,6 1 15,-2 0 8,4-2 4,-1 2 1,0-1 0,0 1-2,-7 0 2,0 0-2,-4 0 0,-2 0-8,-5 0-15,4 0-8,-4 0-2,4 0-2,0-1 8,3 1 13,1-1 15,1-1 2,6-1 12,-3 1 8,6-1 6,1 1 8,-2 1 3,1 0 13,-4 0 2,-3 1-11,-2-1-14,-5 0-2,-7 0-8,-4 1-2,-4-2 12,-7 1 8,-7-1 2,-2 1-10,-3-3-6,-2 2 2,0-1-1,4 3-2,-4-3-3,0 0-7,1 1-23,-1 2-41,0-2-92,0 2-114,0 0-264,-7-40-494,-4 31 0,-3-1 0</inkml:trace>
  <inkml:trace contextRef="#ctx0" brushRef="#br0" timeOffset="9603.8872">13269 2224 928,'0'0'104,"-3"1"28,3-1 27,0 1 19,-2-3 22,0 2 23,-1 0 29,-1 0 26,0 0 19,-2 0-66,0-2-12,2 2-12,-2 0-18,-3 0 0,2-1-7,-4 1-20,4 0-20,-4 0-21,0 0-12,1 1-9,-1 2-8,3 1-10,-5 1-5,3 3-15,1 0-10,5 0-2,0 1-8,2 2-2,2-3-8,2 0-4,3-1-3,2-1-13,4-3-9,6-3-35,2 2-59,-2-2-70,0-3-77,2-2-41,-5-5-12,-3 0-4,-1-4-1,-5 1 9,-2-1 17,0 2 54,-3 3 81,2 2 79,-2 2 77,0 3 52,0 2 30,-2 0 24,-1 2 14,0 2 8,-1 2 5,-3 3-11,-1 7 0,1 0 15,-2 4 25,0 5 6,2 4-3,-1 3-3,0 4-3,-1 2-6,1 3-7,-1-4-10,0 0-23,-1-3-21,0-1-29,-2-4-15,0-3-15,0-4-15,-2-2-14,-1-3 0,1-6-7,0-1-7,0-6-4,0-2-3,3 0-3,-3-6-4,3-4-3,-2-4-5,7-2 0,-1-5-8,4-3-4,3 0-3,6-3-4,2 0-3,7 0 0,6 0-3,-1 3-11,3 1-11,1 2-28,1 3-53,-6 4-54,2-1-84,1 2-181,-8-17-397,-1 18 0,-5-2 0,0 1 0</inkml:trace>
  <inkml:trace contextRef="#ctx0" brushRef="#br0" timeOffset="10612.8917">13485 2120 1575,'1'0'127,"2"0"34,0 0 32,-3 0 25,3 0 16,-1-2 16,-2 1 18,0 0 20,0-2 3,0 0-102,-5 0-19,1 2-36,-7 0-28,-2 1-22,-5 2-18,-1 3-12,0 3-15,-1 4-20,3 2-3,5 3 5,2-3 8,4 1 21,6-4 9,0-1 7,0-1 8,0 0-2,3-3-1,-3 2 2,3-2 2,3 0-4,-4 1-10,-2 1-21,2 1-11,-2 2-4,0-1-7,0 4-1,-2-1 1,0 4 1,-4 3 7,-1 0 4,-3 2 4,1-1 2,-1 1 6,-1 3-2,1 0 6,2-4-1,1 1 0,0-3-1,3-4-4,2-2-8,2-4-4,0 1-1,0-8-5,2 2 4,5-1-11,4-3-15,3 0-53,4 0-226,4-7-844,0 2 0,0-2 0,-4-2 0</inkml:trace>
  <inkml:trace contextRef="#ctx0" brushRef="#br0" timeOffset="11487.6873">13532 2208 1094,'0'2'151,"0"-2"46,0 2 29,0-1 20,0-1 14,0 0 13,0 0 11,2 0 15,0 0 29,4-1-76,4-1-23,0 2-34,3-2-19,0 2-15,1 0-5,1 0-13,-5-3-9,1 6-12,-3 2-26,-4 3-34,-1 2-12,-3 6-13,-3-1-10,-5 4-8,2-2-15,-5 1-2,1-3-10,2-3-16,2-5-13,1-1-9,5-2-9,0-2-13,0-2-5,0 2 2,0-1 11,0-1 1,0 5 9,4-2 14,-1 2 15,5 4 14,-1 1 15,0 2 23,0 0 20,-3 2 10,-1-3 6,-3 0 11,0-2 5,0 2 5,-3-3 2,-3-2-5,-6 0-6,-3-2-13,-3-2-18,-4-2-35,5 0-93,-3-2-158,8-2-233,5-7-462,-3 2 0,10-5 0,4-3 0</inkml:trace>
  <inkml:trace contextRef="#ctx0" brushRef="#br0" timeOffset="12363.8828">13696 2111 1691,'0'0'185,"0"0"17,1 0 6,0 0 8,4 0 8,3 0 2,4 0 3,8 0 2,2 0 2,3 0-156,0 0-29,-3 0-17,-1 0-5,-10 0-9,-3 0-9,-2 0 0,-3 0 8,-3 2 8,0 2 11,0 1 10,-3 1 7,0 5 7,0-2 8,-2 4 14,1 2 18,0 1 6,-1 2-2,4 3-3,1 1-8,0 1-8,0-1-6,0 2-6,0 1-4,0 0-10,0 1-11,0 1-3,0-4-3,-3 1-5,3-2-1,-3-3 2,1-1 1,2-5 2,-3-1-4,0-2 0,2-2 1,-1-4 1,-2-1 3,1-1-1,-5-1-2,1-1 2,-5 0-7,-5-3-2,-1 0-7,-1-1-14,-5-4-27,1 2-72,7 2-178,8-4-312,-2 7-394,6 1 0,4-3 0,0 2 0</inkml:trace>
  <inkml:trace contextRef="#ctx0" brushRef="#br0" timeOffset="15545.0868">21963 2390 1837,'0'0'79,"0"0"28,3 0 22,-3 0 15,0 0 13,0 0 13,0 0 18,0 0 22,0 0 23,3 0-25,-3 0-16,0 0-21,0 0-20,0 0-16,0 0-9,0 2 3,0 0 15,0 7 19,-3 6-12,-3 6-12,-2 9-9,-3 4-6,-2 6 1,1-2 3,5-4-2,2-5-9,3-10-34,2-4-36,0-8-2,0-3-10,1-3-7,-1-1-4,0-2-6,1-4-12,1-1-8,4 1-19,-2-6-13,7 3-16,-3 0-12,1 3 1,0 1 0,4 4 8,-1 0 4,0 2 11,0 3 12,-1 2 17,-3 2 17,-2 4 12,-2 0 4,-2 0 5,-2 1 5,0-3 5,-6 0 2,2-3 5,-6 0-4,-5-6-8,-5 1-16,-2-2-27,1 0-78,2 0-194,31-11-817,-20 5 0,8-3 0,6-2 0</inkml:trace>
  <inkml:trace contextRef="#ctx0" brushRef="#br0" timeOffset="16569.2083">22368 2367 2393,'0'0'115,"0"0"31,0-1 20,0 0 29,0 0 31,0-3 17,0 0 13,0-2 20,0-1 4,-4-1-84,1 3-28,-8 0-32,0-1-19,-3 4-31,-3 1-29,2 1-17,-3 0-13,2 0-24,6 3-6,-1 0-6,7 1-1,2 1 7,2-1 3,0 2 9,0 3 7,0-2 5,0 2 1,2 1 7,-1 1 4,0-1 17,-1-1 5,2 3-5,-2-1 4,0 0-4,0 3-2,0 1-5,0 2 3,0 0 2,0 4 0,-2-2-9,1 2-2,-2 1 1,-4-2-5,1 1-7,0 0-3,0-3-1,3 0-1,1 0-6,0-1-2,-2-4-1,3 1-3,-2-4-3,3-2-5,0-3 7,0-1-2,0-2 2,0 1-4,0-3-2,0 0-12,3 0-42,3 0-144,10 0-367,1-1-482,2-3 0,3-1 0</inkml:trace>
  <inkml:trace contextRef="#ctx0" brushRef="#br0" timeOffset="17321.8603">22572 2432 2411,'-3'0'92,"3"-3"39,0 1 41,-1-2 54,1 4 42,0-4 21,0 3 16,0-2 14,0 3 10,0-1-66,1 0-21,4-1-37,5 1-35,5 1-52,8 0-40,-1 3-16,0-1-17,-8 3-11,1 4-12,-9-3-2,-2 3-3,-4 3-2,-4 0-2,-6 0-4,-2-1-8,-5 1-5,3-2 2,-1 1-5,5-4 0,5 0 1,1-2-6,1 0-5,1 0-3,1 2 1,1-2 6,0 2 1,3 1 0,-3 1 4,3 1 3,-1 1 1,0-1 6,2 1 2,-3 0 6,-1-1 0,0-3 0,0 0 1,0-1-2,-1-3-7,-7 0-28,-5-2-94,1-1-182,-8-7-761,0 4 0,5-3 0,3 0 0</inkml:trace>
  <inkml:trace contextRef="#ctx0" brushRef="#br0" timeOffset="18151.4137">22855 2344 1711,'0'0'140,"0"0"58,0 0 50,0 0 51,0 0 23,0 0 10,0 0 5,4 0 8,4-1 13,4-1-80,4 2-42,3-1-56,1 1-50,-1 0-50,-3 3-23,-4 1-10,-2 5-6,-6 3-6,-3 2-7,-1 6-10,-7 3-3,-1 0-2,-2 5 2,-2-1 1,0 0-2,4-1 1,3-2 3,5 0-1,0-4-5,0 3-3,0-4-3,0 1 1,0-2 0,0 2-3,0-4 0,0 2 2,0-3-3,0-1 0,0-2-2,0-1 1,0 0 4,-3-2 3,0 2 7,-1-6 3,2 2 10,-6-2 1,-1 2 4,-5-5 1,0 0 3,-11-2-3,-1 1-21,-5-2-46,2-1-182,22-9-911,-17 1 0,8 1 0,2-7 0</inkml:trace>
  <inkml:trace contextRef="#ctx0" brushRef="#br0" timeOffset="21319.4676">17912 2471 1170,'3'0'118,"-3"1"36,0-1 42,0 2 37,0-5 34,1 3 37,-1 0 43,0 0 33,3 0 25,-3-1-71,0 1-29,0 0-30,0 0-42,3 0-41,-3 0-35,0 0-34,0 0-46,0 1-29,0 3-26,-3 3-6,-1 2-5,-2 3-1,0 2 4,0 2 6,-1 1 4,3 2 1,2 2 4,-2-1-3,1 1 0,-1-3-5,4 2 1,-4-4-5,2 1-4,1-3-2,-2-2-2,1-3-3,-1 1 0,-1-3 0,2-3 0,2 0 1,-2-3 4,2-1-1,0 0 0,0 0-4,0-2-4,0-3-8,0-4-6,0-1-14,2-2-10,-2 0-12,6-1-23,-1 3-7,4 2-3,-1 4 1,0-2 2,2 3 7,-3 0 4,3 2 15,-2-1 10,0 2 14,1 0 18,-2 0 7,0 3 6,-2 0 11,-3 6 3,-1-2 6,0 4 5,-1 1-1,3-1 2,-3 1-3,1-2 3,1 2 2,-2-2-1,0 0-4,0-2 4,0-2 0,-6 0-2,-1-2 4,-4-1-2,-3 0 0,-2-2-2,-1 0-2,3-1-6,-1 0-15,4 0-50,3-1-110,2 1-214,6-10-608,0 7 0,0-1 0,4 0 0</inkml:trace>
  <inkml:trace contextRef="#ctx0" brushRef="#br0" timeOffset="25487.5077">17640 3846 1183,'0'0'130,"0"0"39,1 3 43,-1-3 32,0 0 25,0 0 26,0 0 27,0 0 27,0 0 16,0 0-87,0 0-28,0 0-36,0 0-36,0 0-30,0 0-22,0 0-18,0 0-29,2 0-21,5 0-13,-4 0-9,1 0-2,3 0-6,-2 0-4,-1 1-1,3 4-2,2-2-5,-4 2 1,1 2-4,2-1-1,-1 2 2,0 0 2,1 2 8,2-3-4,0 4 3,-2 0 0,-1 3 3,3-2-2,-3 2 4,-2-2-2,1 2 0,-1 1-3,-2-3-4,1 3 5,-1 0 0,-2 1 1,5-3-2,-4 4 5,3-1-3,-4 1 0,3-1 1,-4 0-2,2 2 4,-2-1-3,3-3-1,-2 3-1,0 0 1,-1-2-3,1 2 1,-1 1 1,0-2-4,0 0 2,0 1-1,0 2-3,0-3-2,0 4 0,-1-1-5,0-1 1,-3 2-2,2 0 0,-2-2 0,0-1 2,0 1-3,0-1 7,-2-1-10,-1 0 10,-1 3-2,2-3-5,-5 4 4,0-1-1,1 1 2,1-1-7,-4 2 6,1-5-1,-1 4 15,2-4-7,-1-3 9,2 3 2,0-4 4,-2-3 2,2 0 2,0-1-1,-2-2-1,1 2-7,0-1-4,-3-1-6,1 1-6,1-2 5,1 1-12,2 0-3,1 0 0,4-1 7,0-2-9,2-1 2,0 0-3,2 0 5,-3-2 8,3 3-15,0-3 10,-3 0-5,3 0-6,-1 0-5,1 0 1,0 0-24,1 0-30,-1 0-36,0 0-145,7 0-285,-4-16-615,1 11 0,2-1 0,0-3 0</inkml:trace>
  <inkml:trace contextRef="#ctx0" brushRef="#br0" timeOffset="26682.3397">17546 4914 832,'-2'0'109,"2"1"42,0-1 40,0 2 32,0-2 40,0 2 25,0-2 20,0 0 21,0 0 30,0 0-52,0 0-11,0 0-29,0 0-34,0 0-31,0 0-35,0 0-16,0 0-15,0 0-13,2 0-27,-2 0-21,5 0-15,1 0-12,5 0-2,0 0-1,3 0 1,0 0-6,2 0-7,2 0-5,-2 0-3,0 0-4,4 0-6,-2 0 2,1 0-2,2-2-1,1 2 2,3-3 3,2-1 9,2-1 2,5 3 8,0-3 3,-1-1 6,3-1-1,-4 1 2,0-2-3,1 0-2,-4 1-5,2 0-8,-4 1-4,0 0-4,-2-3-4,0 1-6,2-2-3,2-1-3,2 2 11,0-2 6,-1-1 2,1 0 5,-5 1 7,-1-2-1,0 1 2,0-1 4,-2-1 2,4 1-1,-3-2-1,3-1 1,-1-2 2,2 0-8,1-3 2,5 0 0,-4 0-6,2-1-1,-1-2 0,-1 3 0,-1-1-1,-2 0-10,2-1-11,-3-2 2,2 3-8,-6-1-2,0 0 4,-5 1 11,-2 1-1,-1 3 15,-6 1-21,-1 4-6,-4 3 0,-2 3-33,1 3-21,-5 2-34,-1 1-42,-2 2-134,5 3-308,-10-12-608,4 8 0,0 0 0,-4-3 0</inkml:trace>
  <inkml:trace contextRef="#ctx0" brushRef="#br0" timeOffset="28174.7768">17693 3856 790,'0'0'102,"0"0"34,0 0 26,0 0 13,0 0 10,0 0 29,0 0 39,0 0 39,0 0 34,0 0-20,0 0-13,0 0-12,0-1-17,0 1-9,0 0-6,0 0-22,0-2-35,0-1-35,0 2-32,3 1-39,-1-3-32,0 3-18,3 0-8,5-3-3,0 3-4,1 0-7,5 0-2,0 0-2,2 0-4,4 0 4,3 0 2,0 0-1,5 0-1,-2 0 2,1 0-1,-3 0 2,-1 0-1,-4 0-1,0 0 2,0 3-5,-2 0 2,2 0-4,0 0 4,4 2-1,1 0 1,2 0 1,0 1-3,2 1 0,-1-3 1,1 2 3,-3 0-4,-5 0 2,-1-2-3,0 2-2,-4 0 1,-3-1-2,2 3 0,0-2 0,-4 1-2,6-1 1,0 2 1,0-2-1,0 1 1,3 0 0,-2 0-4,1 1 1,-1 0 2,-1 0-1,3-1 3,-4 2-5,-1-2 1,1 1 1,-3 0-3,2-1 1,0 0 2,-4 1-1,3-1 0,2-1-2,1 3-2,0-1 5,0 1-1,1 0 1,2 2 0,0-4-2,-1 2-1,2-3 6,-2 3-5,0-1 2,1 1 4,-3-3-3,-3 3 0,-1-3 1,-3 0-2,3 0 4,-7 2 1,1-2-4,0 1 3,-3-1 4,-3 0-3,1-1 1,0-1-2,0 1-6,-2-4-18,3 2-55,-2 0-129,8-3-329,-5 2-435,-3-2 0,-1-2 0,-2-1 0</inkml:trace>
  <inkml:trace contextRef="#ctx0" brushRef="#br0" timeOffset="29609.5144">17289 3833 938,'0'0'95,"0"0"31,0 1 50,3-1 40,-6-1 30,6 1 28,-3 0 29,0 0 36,0 0 34,0 0-37,0 0-8,0 0-22,0 0-44,0 0-36,0 0-24,1 0-23,1 0-25,2 0-32,-1 0-36,5 0-28,-2 0-17,4 1-6,2 2-6,2 0-3,-2 3-7,2 3-2,-3-1-3,0 2-4,-4 1 7,3-1-3,-7 1-3,2 2-3,-3 0 5,0 1-4,1-1 4,-3 0-3,0 1 0,3-1 2,-2 1-4,-1 1 1,0 0 2,1 1 0,-1-1-5,0 1 5,0-2-1,0 2 1,0 1 2,0-1 5,-1 1 2,-3-1 0,4 0 1,-3-3 1,-1 2 1,1-1-2,1 3-2,-1-3 1,-1 5-3,-2-2-5,2-1 0,1 5-4,-3-3 0,-3 2-2,5-2 2,-5 2 1,0-2-2,0-1-1,0-1 3,3 0 1,-5-3-3,3 3 1,-2 0 1,-1-1 2,-2 0-5,1 1 2,-3-2-1,-1 3 1,1-1-2,-1 0-1,0 0-2,4-1 1,-2-2-1,0 0 1,4-3-1,-2-2 4,2-3 4,3-2 0,-1-2-5,2-1 0,1 0 5,2 0-4,0 0-10,2 0-10,1 0-4,0 0-20,0 0-35,0 0-66,1 0-135,4 0-260,-4-15-487,3 13 0,1-6 0,3 0 0</inkml:trace>
  <inkml:trace contextRef="#ctx0" brushRef="#br0" timeOffset="31411.1317">19168 4231 646,'0'1'139,"0"-1"45,0 2 41,0-1 26,0-2 23,0 1 22,3 1 22,-3-2 26,2 1 29,2 1-73,0-1-35,4 0-36,-1 0-30,4 0-22,2 0-21,-1 0-19,4 0-22,3 0-25,-1 0-28,4 0-11,3 0-15,4 0-9,-1 0-13,4-1-3,0-1 2,4 1-5,0 0 0,4 0-2,0 0 2,2 1-6,3-2 2,-1 1-3,-4 1 4,3-3-2,-4 1-3,-5 2 5,0-3-5,-1 0 1,4 1-1,-3 1 2,2-3 0,1 1 0,2 0 3,-4 0-3,4 1 0,-5-2-3,1 3 5,0-1-1,-3-1 4,-1 1-4,0-2 0,-1 1 3,-3-2-3,3 1 0,1 0 4,2 0-1,2 0 0,2 1-1,6 1-2,0 0 7,6 1-1,-2 1 1,3 0 3,2 0 5,0 0 5,-2-2 8,-2 0 9,-5 0 12,-3-3 4,1 1 3,-4-1 4,1 0 1,-2 1 4,-5 0 4,-5 1-4,-7-2-1,-1 2-2,-11 1-7,0 0 8,-2-2 3,-2 2-6,0 0-13,-3 0-25,0 1-35,0 1-72,0 0-132,3 0-315,-5 0-539,-2 0 0,1-2 0</inkml:trace>
  <inkml:trace contextRef="#ctx0" brushRef="#br0" timeOffset="32767.5036">21962 3716 731,'0'0'66,"0"0"59,0 0 57,1 0 45,-1 0 49,0 0 34,0 0 31,0 0 39,0 0 25,0 0-9,3 0-39,-3 0-61,0 0-54,0 0-38,0 0-23,0 5-19,0 5-20,0 3-27,0 9-15,0 5-10,-3 5-1,-1 5 2,-2 0-1,4-3-9,-1-3-22,1-4-17,2-8-9,0-6-9,0-6-8,0-2-2,0-3-5,0-1-12,0-2-10,2-3-16,2-1-30,3-2-20,3 0-18,2-3-15,2 2-12,0 3-10,2 1 6,0 2 8,1 2 9,0 0 19,-3 1 29,-1 2 19,-2 3 20,-7 2 12,-1 5 17,-3-1 14,-3 2 11,-1-2 15,-7-1 14,-2-2-1,-3-5 1,-5 0-35,0-3-96,3-1-242,-4-18-595,4 12 0,7-3 0</inkml:trace>
  <inkml:trace contextRef="#ctx0" brushRef="#br0" timeOffset="33635.9995">22487 3684 1917,'0'0'49,"0"0"3,0-2 5,-3 0 2,-1 0 4,-4-1 2,-3 2 6,-3-1 18,2 1 19,-5-1-27,4 2 16,-2 0 9,4 2 14,0-1 14,1 2 20,6 3 40,-1 1 33,5 0 34,-3 1-10,3 2-6,0-2-17,1 4-6,1 2-17,-1 0-14,-1 2-19,4 0-37,-4 1-38,0 1-47,0 0-7,0 5-9,-5-1 1,-2 1-9,-2 0 3,0 2-6,-1-5-2,3 0-4,3-3 4,4-3-3,0-3-1,0-4 1,0-2-2,5-1 4,6-2-15,3 1-46,11-1-271,0-22-826,3 17 0,-2-2 0</inkml:trace>
  <inkml:trace contextRef="#ctx0" brushRef="#br0" timeOffset="34218.8521">22632 3793 2580,'0'-3'120,"0"3"38,0-3 44,0-1 24,0 1 16,0 1 10,1-2 3,2 3 3,4 0 1,-2-1-82,8 2-24,2 0-40,-4 0-41,0 2-24,0 1-15,-7 2-10,-4 3-1,3 3-3,-6 0 1,-5 3-4,1-1-5,-8-1 1,-2 4-2,-1 0-3,0-1 3,2-3-2,3-1-1,4-4 0,1 0-3,4-3 0,3 0-6,-2-2-4,3 0 3,4-2 5,2 2-2,5-2-3,6 0-40,5 0-132,12 0-305,-3 0-443,-2 0 0,0-2 0,-5-3 0</inkml:trace>
  <inkml:trace contextRef="#ctx0" brushRef="#br0" timeOffset="34626.0166">22993 3724 2626,'0'0'52,"0"0"41,0 0 30,0 0 53,3 1 43,0 2 28,1 6 16,5 1 12,3 9 8,2 3-10,0 5-33,0 1-39,-5 1-30,-6 2-49,-4-5-42,-8-3-28,-7-1-46,-9 0-100,-7-2-192,33-12-738,-34 3 0,4-2 0,8-4 0</inkml:trace>
  <inkml:trace contextRef="#ctx0" brushRef="#br0" timeOffset="35571.7228">22790 3682 2702,'1'0'181,"0"-1"35,5-1 27,5 1 18,4-3 16,6 4 3,6-2 8,3 2 4,2 0 4,4 0-137,-7 0-45,-5 0-35,-8 0-26,-3 0-25,-9 0-21,-4 2-2,0-2-8,0 6 2,-3 0-2,2 4 3,-5 2 0,-1 0 0,2 1 2,2 1 6,-3 1 7,4 1-1,-1 2-1,-3-1-5,1 3-2,-1 0 0,-1 0-1,0 3 0,2-1 0,-1 1 2,-1-2-1,5 2 1,-3-2 2,1-3 1,0 0 4,3-2-2,-5-2 2,4-3 2,-1-3-2,-2 1 0,0-4 2,5-1-1,-4-1 4,1 1 3,-4-3-1,0 1 1,-8-2 2,-3 2-9,-7-4-23,-6 4-91,1-4-305,-6-10-661,1 7 0,9-5 0,-1 0 0</inkml:trace>
  <inkml:trace contextRef="#ctx0" brushRef="#br0" timeOffset="39436.7048">16650 2687 642,'0'0'96,"0"0"27,0 0 33,0 0 44,0 0 42,0 0 41,0 0 28,0 0 22,0-1 20,0-1-48,0 0-1,0-1 2,0-1-14,0 3-40,0-1-39,-3-1-42,-4 3-25,-3 0-22,-2 0-12,-3 0-14,0 0-22,6 5-24,2-1-18,3 0 1,3 3 1,1-2 8,5 0 5,2-4-1,4 1-15,5-2-28,3 0-33,-1-2-44,0 1-46,-6-4-34,-5 0-24,-3-2-16,-2-1-18,-4 3-3,-3-1 4,-1 2 16,-5 3 30,-1 0 41,0 1 44,2 0 32,0 0 24,0 1 12,8 0 14,0 1 6,2 2 8,0-3 9,2 2 4,4-3-3,0 0-12,1 0-10,6 0-31,-7 0-16,0 0-22,-2-3-27,-3 2-15,-1-1-14,-2 0-5,-1 0 0,-1 2 9,-2 0 10,-2 0 25,4 0 17,-2 0 24,2 0 37,4 0 20,0 0 14,0 0 13,0 2 15,0 0 16,-4-2 10,4 3 11,0 0 7,0 0 5,-2 3-11,2 0-7,-4 0 9,4 1-3,0 0-9,-2 0-4,2 1-6,0-3-6,0 2-5,0 2-4,0-2 4,0 2 0,-2 2-14,2 1-4,-1-1-6,-2 2-8,1 2-2,1 0 19,0 1 4,1 0 3,-2 2 4,1 1 2,-3-2 6,1 2 0,-4 3 3,3-3 1,-3 0 0,0 2-22,2-3-10,2-1-5,0 0-7,-1 1-2,1-1-3,0-1 2,1 1-3,-4-1 1,4-2-3,-3 1 2,1-1 1,2 0-3,-3 1-1,-1 0-1,0 0-1,0-1 0,0 0 2,1 0 1,2-3 3,-2 2-1,2 0 0,-2 0 2,1-1-3,2 3-2,-1-3-2,0 2-6,-2-1-1,2 1-6,-2 1 0,0-2 0,2 1-2,2 0-1,-2-2 0,0 1-1,3-1 4,-2-1 2,2-1-3,-1 1 3,0 0-4,0-2 0,-2 1 1,2-1-1,1 0 2,-1-1 2,-1-3-4,-1 3-2,0-3 1,2 3-1,0-2 1,-1 2 1,2 0-2,-4 2 0,2-4 0,2 4-2,-1 0 0,1-2 1,0 1 0,-3-2 0,1 3 1,2-5-2,0 1 1,-3 0 0,0 1 0,3-1 0,-1-1 2,1 2-1,-2 0 0,1-1 0,1-1 0,0 0-2,-1-2 0,1 1-1,0 0 1,0 0-2,0-1 0,0 1-1,0-2 1,0 1-1,0-2 0,0 3 4,0-2-1,0 2 2,0-1-2,0 1 2,0 0-1,0 0 1,0-1-3,0 3-2,2-5 2,1 3-3,3-1-3,0-1 0,3 0-1,-2-2-3,1 2 2,-1-1-2,-1 0 3,2 0 0,0 2-3,3-1 0,-1-1 0,3 0 2,-2 1-1,1-1 0,5 0-2,-3 0 0,-1 0-3,2 0 1,-4 0 0,-2 0-2,1 0 1,2 1 2,-5-1-1,5 1 2,1 0 1,3-1 2,0 0 4,2 0 0,0-1 3,0 3 2,-1-2 1,0 1-2,-4-2 4,3 3-4,0-3 1,1 1-2,-2 0 2,1 1-2,-1 0 2,-3-1-1,2 2-1,0-2-1,2 0-2,0 1 4,1 0 3,2 0 0,3 1 0,-1-1-2,-2 2-3,5-2 1,-1 2 1,-3-2 1,1 0 2,1 0-3,-4 1 2,0 0-3,0 1-1,1-3 3,-2 2 3,0 0-1,-1-3 0,-2 3-1,0-2 0,-1 2 2,-3-3-4,-1 0 3,-2 0 1,-4 0-3,6 0 0,-3 0 0,-2 0 0,2 0 1,2 0-2,-1 0 0,2 0 2,0 0-2,5 2 1,-6-1 1,-1 1-1,-1-2 1,-2 1 0,-4-1-1,1 0-2,-1 0-5,0 0-30,0 0-96,0 0-192,10-6-710,-11 3 0,1 0 0</inkml:trace>
  <inkml:trace contextRef="#ctx0" brushRef="#br0" timeOffset="42913.2966">13110 4331 424,'0'-2'48,"0"1"25,2-1 40,-2 2 24,0 0 11,0 0 13,0 0 23,0 0 31,4 0 24,-4 0-9,0 0 6,2 0-3,-2 0-16,1 0 4,1 0 22,0-3 10,-2 2-7,0-1 3,1-4-2,-1 2-12,0-1-15,0-1-18,3 0-16,-3 3-21,0-3-26,0 0-19,0 1-12,0-1-28,0 2-21,-5-4-6,1 4-4,-4-1 0,-4-1-9,-5 1-4,2 1-8,-3 3-4,3-1-2,0 2-2,-1 0-6,1 3 2,1 2-6,2 2-3,2 3 1,2 4-6,5-1-1,0 0-7,6-1-14,2-3-12,5-1-11,4-2-22,8-3-39,4 0-64,2-2-69,1-4-54,-4-3-22,-5 0 1,-4-1 11,-7-5 9,-5 4 20,0-4 27,-4 5 53,0 2 69,-4 3 80,2-1 80,-3 6 41,-2-3 24,-3 4 14,4 4 27,-4 3 15,1 4 10,1 2 7,1 5 12,-3 2 2,3 2-14,2 3-7,-4 0-10,4 1-8,1 2-23,0-1-14,-3-2-21,1 1-19,-1-5-15,-1-1-10,0-3-8,-2-3-9,-1-7-3,1-1-11,-1-4-1,0-5-5,0 1-2,1-5-2,-2-5-8,1-7-8,2-3-8,4-7-5,2-3-6,3 2 4,7-1-4,8 1 1,3 4 1,7-2 2,3 4 6,5 3-13,-7 3-47,-1 4-138,-1 2-246,-5-13-460,-5 14 0,-1 1 0,-4-2 0</inkml:trace>
  <inkml:trace contextRef="#ctx0" brushRef="#br0" timeOffset="43679.0298">13414 4133 2463,'0'-3'71,"0"-1"13,-4-1 8,0 2 2,-2 1 1,-5 1 0,-1 1 2,-2 1 8,-3 0 20,2 1-49,2 4-6,1 3-1,1-1 5,3 5 28,5-1 28,3-2 33,0 0 15,3 4 7,0-3-12,-1 3-1,4 1-4,-2 1-7,-3 1-12,2 3-25,-3 0-27,-4 2-29,0 2-16,-4 4-9,-1-2-5,-2 1 0,3-4-2,-1 0-3,7-4 0,-1-4-2,3-1-1,0-4 2,0-2 2,7-5-6,2-2-22,5 2-74,8-3-251,2-14-786,-2 12 0,0-6 0,-2-1 0</inkml:trace>
  <inkml:trace contextRef="#ctx0" brushRef="#br0" timeOffset="44247.8066">13517 4255 3452,'0'-4'174,"2"1"27,-1-2 19,3-3 13,-2 1 7,4 1-1,0 1 10,2 1 3,3 1 4,3-2-133,0 1-41,0 4-28,1-1-12,-2 5-13,-1 0-7,-5 8-1,0 0-6,-5 4 1,-2 0-9,-5 5 3,-3-1 0,-4 1-1,-1 0-4,-5 0-1,1-4 1,4-5 3,1 0-3,5-3-4,1-3 3,0-1 0,6-2-1,0 0 0,0-3 1,0 0-2,4 0-1,6 0-13,3 0-48,7 0-178,9-3-299,-4 2-494,0-1 0,-3-2 0,-4-3 0</inkml:trace>
  <inkml:trace contextRef="#ctx0" brushRef="#br0" timeOffset="44925.863">13769 4109 1843,'2'1'74,"-2"-1"10,1 0 27,0 1 34,-2-2 26,1 1 24,0 0 23,4 0 18,4 0 11,1 0-63,7 0-1,4 0-11,-2 2-26,-1 3-41,-6 1-26,-3 3-28,-5 1-22,0 3-20,-3 1-5,-3 1-8,3 2 3,-6 3 0,1 2 0,-1 2 6,3 2 5,-2 1 7,3-2-1,2 2 7,2-2 0,-2-3 21,0 0 12,0-2 23,0-1 10,0-2 8,0-3 0,0-2 1,0-3 3,0-1-2,0-3-1,-2 0-16,-2-2-17,-1-2-30,-8-1-42,-2 0-113,-3-1-174,-6-12-704,1 6 0,1 0 0,0-2 0</inkml:trace>
  <inkml:trace contextRef="#ctx0" brushRef="#br0" timeOffset="47379.978">14209 4314 1496,'0'0'88,"0"0"28,0 0 32,0 0 33,0-1 25,0 1 27,0 0 23,0 0 25,0 0 20,0-3-57,0 3-11,0 0-22,4-2-29,-1 1-29,3 1-23,2-1-27,6 0-18,-2 1-23,3 0-19,5 0-12,-3 0-8,-1-1-4,5 1-2,-6 0-3,3 0-2,3 0 2,-3 0-7,4 0-6,-3 0 6,2 0 0,0 0-3,1 0 0,1 0 0,1 0 0,2 0-2,-2 1-1,0 0 2,0 0 2,-1 1-4,-1-1 0,-1 2 2,-1-3-1,2 0-2,-3 0 1,2 0 0,-2 0-2,5 0 4,-2 0-2,3 0 1,-3 0-3,3 0 0,-2 1 0,0 2 3,-5 0-4,6-1 3,-3 2 0,-2-4-3,3 0 4,-1 0-3,1 0 3,0 0-1,2 0 1,-2 0-4,4 2 4,-2-1-3,1-1 2,0 1-2,0 0 2,1-1-2,-5 1 0,3-1 1,-2 2 0,-2-2 0,0 0-1,2 0 1,-1 1-2,0-1 1,-2 0-1,3 1 2,-2 0 1,3 0 1,1 0-3,1 0 3,1 0-2,9 1 0,-9-1 0,1 0 0,2 1 0,-7-2 1,-3 3-2,2-1-1,-6-1 4,1 1-3,0-2 0,1 1 1,5-1 2,-1 1-2,1 1 0,3-1 0,0 0-1,0-1 1,0 1 0,-4 1-2,0-1 2,-3 0 0,-2 1-1,1-2 3,1 0-3,1 0 0,1 2 2,1-2-2,2 0 0,1 2 0,1-2 3,-3 1 0,3-1-2,0 3-3,-3-3 4,-1 0-1,-3 2 2,-2-2-2,1 0 2,0 0-1,-1 3-2,1-3 2,1 0 0,-1 0 1,1 0-5,-1 1 4,0-1-3,0 3 1,0-2 0,-2 1 5,0-2-5,0 1-1,2-1 2,0 1 0,-1 1 1,-2-1 1,0-1-2,-2 0 2,3 0 2,1 0-7,-1 0 4,4 0 1,0 0-2,2 0 0,1 0 2,-3 0-1,2 0 1,-6 0-1,2 0-4,-5 0 4,-3 1 0,1-1-3,-1 0 4,2 0-2,2 0-1,-1 0 0,3 0 0,1 0-1,2 3 7,-2-3-6,1 0 0,-3 2 0,-3-2 1,-1 2-1,-5-1 0,1-1 1,-2-1 2,-1 2 1,1-2-4,-4 2 3,3-1-1,-3 0 2,2 0 0,3 0 1,-1 0 1,0 0-1,0 0-2,2 0-1,-4 0-1,1 0 2,0 0-1,1 0 3,-4 0-3,2 0-1,-2 0 0,1 0 0,-1 0 0,1 0-3,1 0-7,-2 0-30,0 0-75,0 0-156,6-3-205,-5 3-338,0-2 0,-1-1 0,1 1 0</inkml:trace>
  <inkml:trace contextRef="#ctx0" brushRef="#br0" timeOffset="48250.8519">17281 4427 978,'3'0'49,"-1"0"12,1 0 7,3 0 6,1 0-1,-1 0 1,2 0-3,-4 0-27,4 0-37,-1-1-79,0-2-213,-4 3 0,-3 0 0,4-2 0</inkml:trace>
  <inkml:trace contextRef="#ctx0" brushRef="#br0" timeOffset="50750.3484">18016 4174 1650,'0'0'99,"-3"0"61,3 0 57,-1 0 44,1 0 55,0 0 37,0-3 18,0 1 19,0 0 10,0-2-57,0 1-23,0 1-53,0 0-52,0 1-40,0-1-54,0 1-39,0 0-17,0 1-18,0 0-9,1 0-14,2 0-7,0 0-6,1 1-7,0 2-6,-1 5-2,0 0 6,-2 2 0,-1 6 1,0-2-4,0 2 3,-1 1 2,-4 2-2,-3-3 5,-1-1 0,0-2-1,-1-4-4,-1 1 1,3-5-5,1 0-8,-3-3-16,5 0-21,-1 1-41,2-1-57,4 0-108,0-2-207,12-7-529,-9 6 0,4-2 0,1-1 0</inkml:trace>
  <inkml:trace contextRef="#ctx0" brushRef="#br0" timeOffset="51418.1701">18175 4139 1016,'2'0'115,"-2"0"19,0 0 14,1-2 15,-1 1 11,0-1 9,0 0 14,2 0 21,-2 2 18,0-2-76,0 1-13,0 1-16,0 0-10,0-1-6,0 1 7,-3 0 11,-1 0-4,-3 0 24,0 0-5,-4 2 3,2 4-3,-2 2 11,-2 4 3,1 2 5,4 2-11,-3 0-10,4-1-7,3 0-37,3 1-11,-1-1-14,4-2-1,-2 1-10,1-2-3,2-2-13,1 0-4,4-2-8,4-4-4,3 0-18,1-2-33,1-1-111,2-1-265,-2-13-665,1 13 0,-7-6 0,3 0 0</inkml:trace>
  <inkml:trace contextRef="#ctx0" brushRef="#br0" timeOffset="56117.8377">17048 5822 1208,'0'0'78,"0"1"43,0 1 35,0 0 39,0-1 28,0 2 24,0-2 20,0-1 25,0 0 36,0 0-30,0-1-2,0 1-20,0 0-17,0 0-28,0 0-16,0 0-18,0 0-17,3 0-19,-3 0-35,5 0-20,1 0-20,2 1-19,2 3-13,-1 0-8,1 5-8,0 0-3,2 4 1,-2 0 2,0 3 1,2-2-2,-2 2 6,1 1-2,-1 3 2,2-3 3,0 1-5,-4 0 3,1 0-5,-3 1 3,1 0 2,-2-1-3,1 3-1,-3-1 8,1-1-6,-1-1-3,2 2 9,-2-1 1,1-1 3,-4 1-8,2 0 2,-2 1 7,0 3-7,0-2-10,0 1-1,0 0-3,-2 3-10,2 0 0,-7-1-2,2 2-6,-1-1-3,-1 0-1,-1 0 11,1-1-3,-3 1 9,2-2 4,1 0 13,-3 0 3,2-1-7,-2 1 2,-2 1 8,1-2 1,-3 2-15,-3-1 4,0 0-5,0-3-4,0 1-5,-3 0-15,6-4 9,1 0-1,3-4-9,-1-1-6,9-3 3,-2-1-2,2-4-3,-1-2-2,0 2 6,0-3-1,3 1-8,-1-1-12,0 1-30,1 0-77,-1-2-83,1 0-206,1-11-968,1 4 0,7-8 0,-1-6 0</inkml:trace>
  <inkml:trace contextRef="#ctx0" brushRef="#br0" timeOffset="57329.7076">17457 5766 2072,'0'0'113,"0"0"33,0 0 30,0 0 46,0 2 33,0 0 45,0 3 22,1 0 12,2 4 15,0-2-78,3 2-10,1 2-30,1 1-29,0 2-40,2 0-32,-2 4-42,2 3-20,-2-2-8,-1 4-12,-1 2-16,0-1-2,-3 1 0,-3-1 0,3 1-1,0-2 0,-3 0-2,0 1 7,0 0-1,3-3 10,-3 2 0,0 1 1,0-2 3,0 0 5,0 3 1,-3 0-5,0-3 4,-1 3-11,0 0 11,0-1-16,-3 1 4,1 2-4,-2 3-5,1-4-5,-3 0-2,1 1 12,0 3-1,-5-5 9,4 1-12,-2 0 1,0 1 1,-1-4-6,-2 1 6,2-3-4,1-4-2,2-1-10,-2-1-2,3 1-7,-2-6 5,3 3-6,-3-1-11,1-1 13,-2 1-3,-1-1-8,2 1 5,4 0-2,-5 0 4,2-1-3,-1-2-3,4 0 0,3-2 8,-2 1-11,1-4-3,5-1 1,0-1-14,0 0-22,0-2-54,0 0-42,0 1-117,2-1-227,23-5-748,-18 4 0,-1-1 0,-1 0 0</inkml:trace>
  <inkml:trace contextRef="#ctx0" brushRef="#br0" timeOffset="58111.0492">17248 6992 1280,'0'0'76,"0"1"46,0 1 54,1 0 51,0 1 41,1-1 41,-1-2 28,5 0 19,2 0 19,-1 0-44,2 0-12,-3 0-42,7 0-49,-2 0-52,-4 0-38,8-1-39,2 0-15,-1 0-16,4-2-15,-1 0-13,6 0-2,-1-2-2,2 1-1,2 0 1,-2-4 1,0 1 3,2 0-11,0-2 3,1 0 1,3 0 8,0-2-1,1 2-1,3-1 3,-4-2 0,4 0-1,-5-2-2,-1 3-2,1-1-6,-4 0-4,0-1-6,0 0-2,0 1-2,3-3-4,-1-1 0,1-1-4,-1 1-5,1-3 4,1-2-5,-2 0 0,1-4-3,0 1-1,-4-2 1,0 1-1,-1-1 0,-3-1 8,1 1 3,-1-1 12,-4 4-9,1 1 2,-2 1 0,1 3 3,0 3-3,-4 0 0,1 1-7,0 6 3,2-2-2,-3 0-15,2 1 13,-3 2 1,-2-2-2,-2 3-4,-3 0-7,0-1-15,-5 1-11,1 1-45,-2 3-94,0-1-179,19-7-784,-22 7 0,-3-2 0</inkml:trace>
  <inkml:trace contextRef="#ctx0" brushRef="#br0" timeOffset="59305.2914">17421 5745 1640,'1'0'53,"-1"0"19,0 0 24,3 0 22,-6 0 16,6 0 11,-3 0 10,0 0 11,0 0 23,0 0-28,0 0 11,0 0 5,0 0-1,0 0-12,3-1-8,4 0-4,1 0-1,5-1-10,3 2-22,1 0-12,5 0-21,2-1-23,1 1-19,3 0-13,0 1-7,6 2-9,3 1-8,1 3 1,5-1-2,-2 2-2,0 2 0,-1-3 1,-1 0-6,-2 2 5,-1 0-1,-4-2 0,-3 3 2,-1 0-2,1-1-3,-4 0-1,1-1 1,2 3-1,0-2 3,2 0-1,2 2-4,-1 0 5,2 1-6,0 2 1,-4-1 6,-1 1-1,-8-2 1,-4-2 0,-1 3-2,-2-1 2,-1 0 2,1-1 2,-1 2 0,1-2 5,-2 1-3,3-2 3,-3 1-1,0 1-1,3 1 4,-6-2-1,3-2-1,-5 2-2,0-1 2,-1 0-5,0 0 2,0-1 0,-3-1 2,3-2 4,-1 3-1,1-3 5,1 0-1,-2 0 0,-1 0 5,2-2-13,-2-1-42,1-1-143,9-2-794,-11 0 0,-2 0 0,-2-1 0</inkml:trace>
  <inkml:trace contextRef="#ctx0" brushRef="#br0" timeOffset="61000.1032">18722 6190 1992,'4'2'120,"3"1"36,-1-1 19,6-1 29,-1-1 20,2 0 21,3 0 11,-2-1 14,4 1 12,-4 0-64,3 0-35,-3 0-27,3-1-16,-4 1-25,1-1-15,4-1-16,1 1-4,5 0-6,7-1-8,6-1-2,6 2-2,7-3-4,5 3-1,-2-2-1,-3 1-7,-4-1-9,-8 3-5,-6 0-10,-2 0-5,-4 0-7,0-1-7,-1 0-6,3 0-2,4 0-1,5-2 1,3 1 3,6-1 0,-1 3 1,-3-1 0,0 1-2,-6 0-2,-4-2 3,-1 2 0,-2 0-3,0-1 2,1 1 0,1-1-2,1 0 1,4 1 1,3 0-1,0-3 3,3 6-5,0-3 2,3-3-1,-1 3-3,2 0-8,-2 0-4,-1 0-5,-1 0-1,-2-1 2,-1 1 0,2-2 1,0 0-2,-1-2 2,1 1 2,4 2 10,-2-2 7,4 2 2,3-2 4,1 2-2,-2 1 2,-2-1 0,-3 1 1,-5-2-4,-3 1 4,-5 1-3,1-2-1,-3 1 2,0-2-2,0 1 2,3-3-5,-2 2 1,5 1 1,-2-1 1,4 2 0,0-1 0,0 2-1,-5-1-1,-1 1-4,-12-2-11,-4 2-13,-8-1-18,-5 1-42,-2 0-72,4 0-133,11-6-671,-12 3 0,0 1 0,3-2 0</inkml:trace>
  <inkml:trace contextRef="#ctx0" brushRef="#br0" timeOffset="62139.7029">22041 5713 3132,'0'0'44,"0"2"22,0-1 21,0 2 13,1 1 38,-1 1 19,0 0 15,0 1 27,0 3 10,0 1 2,0 1-7,0 3-2,0 2-8,0 5-9,0 5-28,0 5-16,0 2 0,-1 4-21,1-3-11,-1-1-15,1-5-17,0-3-21,0-6-16,0-7-12,0-4-5,0-1-8,0-5-26,0-2-19,1 0-13,1-5-20,4-2-11,1-2-18,3 1-2,1-3 3,4 3-9,-1 2 4,0 1 9,2 2 16,0 2 13,-1 0 13,-3 1 17,1 3 13,-3 2 8,-5 2 5,2 3 6,-2 6 2,-3-3 2,1 2 0,-2 0 3,-1-2 7,0-1 0,-1-2 13,-5-3-1,-5-2 1,-7-1-3,-8-3-8,-6-2-21,-3-3-60,5-1-146,6-6-258,7-35-489,8 31 0,9 2 0,9-4 0</inkml:trace>
  <inkml:trace contextRef="#ctx0" brushRef="#br0" timeOffset="63269.7931">22611 5641 2194,'0'0'149,"0"-2"28,0 0 26,0 0 39,0-3 22,0 0 11,0-1 0,0 2 1,-6 1 1,-2-2-110,-5 1-39,-6 0-27,-3 3-27,-2 0-37,-1-1-22,0 2-12,6 0-3,6 2-5,1-1-3,8 0 16,4 2 21,0 1 10,2-1 8,5 3 3,0 1 1,2 2 4,0 1 2,1 1 10,-6 2 4,2 0-14,-3-1-12,-1 4-4,-2-3 2,0 1 4,0 1 7,0 0 5,0 2 4,0 2 0,0 2 1,0 5-1,0-2 6,-2 6 2,-4-1-2,-1 0 0,-1 1-16,-2-1-2,6-2-1,-2-1-1,1-7 3,5 0 4,0-3-10,0-4-7,0 0 2,0-5 4,4 1 23,3-2 7,4-3-8,4 0-17,6-2-72,0-1-74,0 0-219,4-6-985,-2 2 0,-2-2 0,1-4 0</inkml:trace>
  <inkml:trace contextRef="#ctx0" brushRef="#br0" timeOffset="63914.9015">22888 5675 1287,'0'3'135,"0"-3"35,0 0 44,0 0 47,0 0 29,0 0 27,0 0 27,0 0 36,0 0 26,0 0-94,0 0-8,0 2-15,0 4-33,0 0-36,0 6-23,0 2-21,-4 5-14,0 2-15,-2 5-28,2 2-11,0 1-15,4-3-9,-3 0-14,3-3-6,-4-5 3,4-4-8,0-1-7,0-7-23,0 0-17,-1-2-31,2-3-51,-1 1-143,4-2-347,-8-1-592,4-4 0,0-2 0,0-2 0</inkml:trace>
  <inkml:trace contextRef="#ctx0" brushRef="#br0" timeOffset="64736.7431">23077 5609 2415,'0'0'134,"0"0"24,0 0 12,4 0 23,-2 0 31,6 0 22,3 0 17,5 0 21,4 0 25,-1 0-84,1 0-32,-8 0-22,-1 0-9,-5 0-22,-5 4-29,2 2-21,-3 4-15,0 3-18,0 3-29,0 4-8,-3 2-5,0 3-3,1-1-2,0 3 0,-1-2-3,3 0-1,0 1-3,0-2-1,-1 1 5,1 0-1,-2 0 11,0-2 3,-5 4 5,4 1 3,0-1 1,-1 0 3,-1 1 0,1-3 3,2-1 1,-2-3-3,4-4 1,-3-4-2,3-5-1,-1-1 17,-5-4 3,-2-2 6,-7-2-2,-2-2-26,-8-5-61,-4-3-151,7-3-340,-6-4-603,3-3 0,3 1 0,1-4 0</inkml:trace>
  <inkml:trace contextRef="#ctx0" brushRef="#br0" timeOffset="68990.6805">16378 3864 1733,'0'3'127,"0"0"44,0-1 34,0 2 35,0-4 44,0 0 38,0 0 23,0 0 19,0 0 6,0 0-81,4-1-42,-4-1-42,6 1-35,1-2-34,-1-3-43,0 1-37,1-3-30,0 1-22,-1 2-19,-1-4-11,-2 2-10,-3 2-4,0-1-4,-3 0-9,-2 2-4,-5 2-1,-4 2 4,-1 0-1,-3 0 13,5 5 15,-2 1 14,9 2 10,1 2 16,3 1 10,2-1 9,6-3 5,1 0 5,8-3 5,1 0-11,6-4-20,-4 1-31,-2-2-42,-2-1-37,-4-2-36,-3 0-22,-7-2-21,0 0-21,-6-1-9,-2 3 7,-3 0 10,-4 3 24,-2 0 37,3 1 33,3 2 42,0 2 29,8-2 31,2 4 28,1-3 23,1-2 10,2 1 8,5-2 2,1 0-4,2-2-11,1 2-9,0-1-13,-5-2-12,-4 0-14,0 2-20,-3-1-17,0 1-9,0 1 0,0 0 0,0 0 3,0 0-3,0 0 5,0 0 4,0 0 12,0 0 15,0 0 16,0 0 18,0 1 23,0 1 47,0 2 29,0 2 11,0 2 1,0 2 4,0 3-7,0 1-5,0-2-4,0 5-12,3-2-24,-3 1-44,0 0-26,1 3-9,-1-2-3,0 1-8,0 0-2,0 2-3,0 1-4,0 0-1,-1 4 5,-2 1-2,0-3 6,1 3 6,0-3 3,1 0 10,-2-2 6,2 1 8,1-2 0,-1 1 8,1-1-2,0 1 2,-2 4-3,-1-1-8,0 0-5,2 2-8,-2-3-9,3 1-6,-4-2 0,4 2-8,0-3-3,-2 0-2,1 2-1,1-3-1,-4-1-1,0 1 0,1-3 2,0 2-3,-1-3 6,0 2-1,-1 1 1,-1 1 4,2-1-2,-3-1 1,1 3 0,1-1 5,-1 0-4,3-1 7,-2 2-6,1-4 4,2 3 1,0-1-1,2 1 5,0-2 1,0 3-1,0-1 0,0 1 4,-2 1-6,2 0 1,-1-1 0,-5 1 2,2-1-4,2-2-7,-1 0-5,3-2 3,-3-1-9,3-2 5,0 3 1,0 2 1,-2-2 3,2 0-3,-2 2 2,0 1 6,1-1 8,-2 0-4,0 2 6,3 0-5,-1-3-3,-2 0 5,1-1-13,2-4 4,0-1-1,0 1-4,0-1-3,0 0 2,0 0-4,0 1 1,0-2 1,0 2-7,0-1 8,0 2 1,0-3 0,0 1-8,0-1 8,0 1-8,0-2 5,2-1-4,-2 2 1,0-2 4,3-2-8,-3 1-5,1-1 0,-1 0 14,0 0-12,0-1 8,0-1-4,0 1 2,0-1-2,0 0-6,0 0 8,0-1 0,0-2 1,0 2-6,0-2 0,0 0 0,0-2 1,0 1 2,0 0-8,2 0 6,2 1-1,-1 0-3,1 1 5,2-1-3,0-1 8,1 2-4,-1-3 6,5 1-4,-4-1 12,4 0-6,0 2 3,-3-2 3,5 0-1,0 0-3,-3 3-6,6-1 12,0-1-10,-2 1 3,5 0-5,-1 0 0,-1-1 5,2-1-1,1 1-8,-5 0 6,1 1 1,0 1-5,-1 1 2,-2-2-3,2-1 4,2 1 2,-3-1-7,2 1-1,-2-1 5,3 3-3,1-3 4,-2 1-6,1-1 9,0 3-12,2-4 4,-7 3-7,1-1-4,-5 1-1,2-1 6,-3 0-5,4 0 0,-1 0 0,5-1-1,-2-1 15,6 3-13,-1-1 10,0 2 5,0 0-3,-3 1-4,-2-2 0,-2 1-5,-7-3-1,4 2-6,-6-1-2,9 1 6,-4 1 8,4-2-8,2 3-2,3-3 3,-5 1 8,5-3 4,-4 2 0,-5-2-1,3 2 1,-6 0 10,1-2-14,-1 0 6,1 0 4,-1 0-3,0 1 12,0 2-3,2-3 4,-1 0-20,-2 1-53,-2-1-148,20 0-400,-19 0-478,-4-1 0,0-5 0,-4-7 0</inkml:trace>
  <inkml:trace contextRef="#ctx0" brushRef="#br0" timeOffset="71587.848">15428 4309 735,'-8'0'107,"2"1"33,-1 3 24,-4 2 54,7-4 50,-2 4 23,2 2 25,1-1 45,3-1 41,-1 0-41,1-1-4,4-1-16,-1-3-16,4 0-49,4-1-49,3 0-20,1-4-27,0 1-45,-3-1-46,-4-4-47,-4 0-38,-1 0-24,-2 3-21,-5-1-10,-3 0-7,-1 2-7,-5 4-2,-2 0 2,1 0 2,1 6 14,4 1 12,2 1 15,4 1 19,3-2 13,2-1 14,5-3 7,1-2 4,7 1-11,2-4-13,-1 1-19,-3-3-22,-1 1-24,-6-3-38,-2-2-35,-4 1-18,-4 2-9,-3 2-6,-5-1 7,0 4 12,-3 0 19,3 0 23,2 1 26,6 2 37,0-1 41,3 2 23,2-2 33,-1 1 30,1 0 32,-2-2 19,1 1 8,1 0 9,2 2-4,-2 0 1,0 1-6,2 2-8,0 2-20,-1-1-25,-1 4-19,2-1-7,-2 1-5,-1 2-5,0 0 0,3 3-5,-3 1-6,0-1-4,0 4-5,0 2 0,0 2-5,0 1-8,0 3-4,0 1-4,0 3-4,0 2 2,-3-1-2,2 2 12,-2 1 9,3-4 6,0 2 2,0 1 8,0-2 3,3 3-5,1 1 0,3 1-7,1-1 6,-2 1-19,0 2-12,-4-3-6,-2-2-8,0 0 0,0-5-4,0-5 5,0-4 3,0-1 6,0-4-9,0 1 11,0-5 4,0 4-1,0 0 4,0-2-18,0 2 10,0 2-9,0-2-2,0 0-1,0 2-1,0-1 0,0-1-4,0 0-2,0 0-4,0-1 7,0 3-8,0-1 5,0-1-4,0 1 2,0 0 1,0 1-7,0-3-3,0 4 8,0-3-3,0 2 1,0 0 5,0 2-6,0-1 0,-2 2 10,-4-1 1,3-2 1,0 3 7,-2-1-7,3-1 7,1 0-4,-2-1-2,-1-1 2,1 1 4,2-1-21,-3-4 2,2 1 11,-1-3-9,1 1 2,2 0-4,-1-3 6,0 4-4,0-2 6,-2-1-1,2 1 5,1 0 0,-1-1-7,1-1 4,0-1 0,0-2 0,-2-1 4,2 1 1,0-4 0,-3 1 0,3 1-8,-1-3 7,1 2-7,-3-1 0,3 0 0,0-1 1,-1 0-17,1 0-25,0-2-21,0 3-70,0-3-246,-2-21-821,2 16 0,0-5 0,0-5 0</inkml:trace>
  <inkml:trace contextRef="#ctx0" brushRef="#br0" timeOffset="73218.8414">15420 6289 2066,'0'1'136,"0"-1"32,0 0 34,0 1 38,0-1 40,0-1 29,0 1 16,0 0 14,0-3 13,0 2-80,1-1-39,2-1-29,4 2-34,-2 0-33,8 0-40,2 1-27,3 0-14,3-1-15,2 1-11,4 0-10,2 0-3,2-2-5,0 2 0,4 0-4,-3 0-2,0 0 2,1 0-3,-1 0 1,-4 2-2,0-2 0,2 1-3,-1-1 2,4 2-1,-2-1-1,5 1 1,-4-1-2,2 1 2,0 1 0,-1-2-1,-5 0-2,1 2 3,-2-2-1,-4 0-2,2 2 4,1-3-1,-1 1 1,0 0-1,8 0-2,-3-1 2,0 2 0,1-2 0,-2 1-2,-3-1 4,2 0-3,-1 1 0,0-1-3,-2 0 5,-2 0 0,1 0-1,-3 0-1,1 1 0,-1-1 1,-2 0-3,1 0 2,3 3-1,-4-3 2,2 1-6,-1 0 2,1 1 0,1-1 2,-4 0-2,1-1 1,1 3-1,-5-2 3,-1-1 0,0 0-1,1 2 0,-5-2 2,1 1-1,-1 2 0,0-3 1,-1 0-1,5 0 0,-4 0-1,5 0-2,-1 2 3,-3-2 1,0 0-3,0 3 0,-1-3-1,-1 1 1,1 0 2,-4 1-1,2-1 1,-1-1 2,2 0-6,1 0 2,0 0 1,-2 0-1,-1 1-12,-5 0-24,-1 1-49,-1 1-91,0 2-149,10-4-720,-16-1 0,3 3 0,-5-3 0</inkml:trace>
  <inkml:trace contextRef="#ctx0" brushRef="#br0" timeOffset="75037.9381">13256 6599 2024,'3'-1'168,"-3"0"9,0-3 13,0 2 16,0-2 21,0 0 24,0-2 18,0 0 21,0 0 13,0 1-122,0-1-28,-3 1-4,0-3 3,-2 1-10,-2 0-19,0 1-24,-6 2-18,1 0-18,-3 3-11,-2 0-14,0 3-1,1 0-2,-1 6-15,2 2-3,8 3-2,1 3-3,5 1 0,5-2 3,3-3-2,6-5 0,6 1-13,6-7-27,6-1-40,0-1-52,-3-4-37,-6 1-6,-2-5-4,-9 0-6,-7-2-1,-2 2-2,-2 2 9,-5 5 25,-2-1 39,-1 3 58,-3 0 55,-7 7 39,4 5 36,-3 4 30,1 8 24,2 8 16,0 7 12,3 2 6,2 4 1,0 0-8,-1-3-16,-1-2-30,0-8-26,2-2-29,-2-9-20,0-4-13,2-6-12,-4-6-7,-2-4-7,1-3-14,3-6-15,-1-4-11,-1-4-15,5-6-12,4-5-5,-2-1-4,10 0 0,2 1 2,10 1 5,5 3 16,4 3 11,4 2-14,3 2-78,-1 5-154,24-6-641,-31 8 0,-5-1 0,-5 0 0</inkml:trace>
  <inkml:trace contextRef="#ctx0" brushRef="#br0" timeOffset="75729.1595">13542 6456 2320,'4'-2'118,"-4"-1"38,3-1 28,-2-2 24,0 2 15,-1 0 4,-2 0 3,-5 3 4,-3-1-2,-8 1-83,-4 1-32,1 1-33,0 2-27,3 5-18,3-1-10,4 3 8,7 0 13,2 0 16,2-1 14,2-1 4,1-2 2,0 3 0,3 0 0,0 4-2,1 0 1,-3 6-14,-2-2-9,-3 5-18,-4 0-7,-2 4-5,-3 1-1,-2 1-2,-4 0-2,5-2 3,0 0-4,6-3 8,-1-3-3,3-1 1,0-5 1,3 0 1,3-5 0,6-3 1,2-2-2,7-3-19,4-1-80,5 0-233,43-8-832,-39 3 0,-8-4 0</inkml:trace>
  <inkml:trace contextRef="#ctx0" brushRef="#br0" timeOffset="76145.9305">13693 6546 2435,'1'-5'130,"1"4"28,-1-3 19,0 1 23,1-1 36,-2 3 45,0 1 44,0 1 26,0 3 22,-3 4-61,0 5 8,-1 6 2,0 8 5,-2 2-26,4 3-29,-1-4-41,1 1-39,2-7-33,0-6-30,2-4-69,-2-3-133,0-6-126,5 0-387,-3-3-700,-1-3 0,2-5 0,-1-1 0</inkml:trace>
  <inkml:trace contextRef="#ctx0" brushRef="#br0" timeOffset="76837.9455">13859 6437 3123,'0'0'81,"2"0"27,-2 0 52,4 0 26,3 0 13,1 0 8,4 0 2,3 0 2,1 0 1,3 0-70,0 0-8,-1 0-27,-2 0-52,-5 0-29,-4 0-12,-2 0-9,-4 0 1,-1 4 1,1 3 3,-1 1-4,-1 5 4,-2 3 0,-1 3 2,2 1 2,-2 5 5,2-1 0,2 3 1,0-1-2,0 2-4,2-1 2,-2 0-2,4-2 1,-2-2 2,-1 1 6,2-6 1,-3 0 6,0-2 4,0-4 0,-3-1 1,2-1 0,-3-1 0,-6-4 2,0 0-6,-2-3-14,-9-1-33,-1 0-104,3-1-179,9-9-762,-5 4 0,3-2 0,12-5 0</inkml:trace>
  <inkml:trace contextRef="#ctx0" brushRef="#br0" timeOffset="78722.9461">14339 6668 565,'-6'0'25,"0"0"20,-3 0 40,-3 0 47,2 0 50,2 0 55,0 0 45,2 0 34,3 3 20,-2-3-6,1-3-2,1 3-3,-3 0-19,5 0-38,-2 0-41,3-1-40,0 1-27,0-1-32,3 0-15,-3 1-8,0-1-9,3 0-10,4 1-24,2-1-6,1 1-10,5-1-12,1 1-18,-1 0-2,3 0-4,1 0 0,1 0 2,2 0-8,4 0 3,-1 0-2,3 0-1,0 0 0,3 0 2,-3 0-2,3 0-1,-2 1 0,0 1-1,-2-1 0,0 1-1,-3 2 0,2-4-2,2 3-2,-6-2 0,3 2 0,-4-3-1,4 0 1,-4 2 2,1-2-1,1 0 0,2 0-1,2 1 4,-1-1 0,3 2-2,-2-2 2,0 2 2,-2-2-3,0 2-1,-3 0-3,0-1 3,-5 1 1,4 1-4,-2 0-1,1-1 0,2 1 0,2-2-12,1 3-6,2-3-5,0 0-2,0 1-3,1 0 0,1 0 2,0-1 2,-1 0 0,4-1-1,-7 1 12,4-1 6,-4 2 6,-3-2 7,-1 1 1,0 0-1,2 0 0,0 2-1,-1-2 1,0-1 1,2 2 0,1-2 0,3 0-2,-1 0 2,2 3 0,-1-3-1,-2 4 0,-1-4 1,-5 1 0,-1 0 0,0 0-1,-2-1 0,2 0 3,1 0-2,1 0 4,4 0 5,3 0 2,3 0 1,-2 0 1,4 0 1,-3 3 3,-4-3 0,-2 0 1,-5 1-1,-2 1-1,-5-2-7,2 0 0,-1 0-1,-1-2 2,2 2 2,3 0 1,2 0 0,2 0-2,5 0 1,-1 0-1,0 0 1,-1 2 1,-2-2-2,0 1-1,-5 1-3,1 0-1,-2-2 2,-2 3 0,-1-3-3,2 0 5,-1 0 4,0-3 5,8 3 6,-1 0 3,-2 0 5,6 0-6,-1 0-1,-3 0 0,-1 0 2,0 3-4,-6-3-3,-6 0-6,-1 0-4,-2 1-2,-2-1-3,0 0 1,0-1 2,1 1-2,7 0-2,-1 0 0,1 0-2,0 0-2,0 0-2,0 1-3,-3 0 1,-2-1 2,0 3-3,0-3 0,-4 0 0,-1 0-6,2 0-18,-3 0-19,0 2-22,0-1-58,0 3-120,3-3-259,-3-1-418,-3 1 0,3-1 0,0-1 0</inkml:trace>
  <inkml:trace contextRef="#ctx0" brushRef="#br0" timeOffset="80482.0695">17730 6139 2057,'0'0'171,"0"0"33,0-1 50,0-2 47,0-2 25,3 0 17,-2-1 20,-1 0 21,0 1 17,0 0-111,0 0-40,0 1-17,0-1-42,0 2-38,2 0-16,-1 0-18,5 1-25,-1 0-13,4 2-14,2-1-10,1-1-7,-2 2-14,2 0-16,1 2-10,-5-1-6,-4 5-4,-2 1 0,2 6 0,-4 0-11,0 4-17,-4 1-2,-3 0-9,-7 3-3,-4-2-3,-2 1-6,-2-2-1,4-5-9,3-2-37,0-4-43,4-1-99,8-4-228,-3-14-590,6 10 0,0-3 0</inkml:trace>
  <inkml:trace contextRef="#ctx0" brushRef="#br0" timeOffset="81066.8512">17940 6065 1132,'0'0'183,"1"1"32,-1-1 27,0 1 16,0-3 12,0 2 16,0 0 16,-1 0 27,-5 0 24,-1 0-113,-4 1-19,1 3-18,-2 1-2,-2 3-2,0 1 2,0 4-6,3 1-2,3 1-19,2 1-16,4 2-29,2-2-6,2 1-10,3-5-24,3 2-8,2-2-3,5-5-20,4 1-54,0-5-99,5 0-326,-4-12-721,-5 8 0,-4-4 0,0 0 0</inkml:trace>
  <inkml:trace contextRef="#ctx0" brushRef="#br0" timeOffset="84551.4124">16988 7864 1435,'0'0'131,"3"0"46,-3 1 41,1-1 23,1 0 23,1 0 30,-1 0 36,2 0 29,-2 0 15,3 0-71,-3 0-45,2-1-42,-4 1-37,4-1-18,-4 1-23,6-3-25,-2 3-34,3 0-23,1 0-17,-2 3-8,5-2-6,-3 0 0,4 3-6,-3 2-2,2 0 1,0 0-4,3 3 1,0 0 0,-2 0 2,1 2 4,-2 0 4,0 1 0,0 1 2,-1-1 2,2 0 0,-2 2 3,1-1-1,0 1-5,3 3 0,0-3-3,-3 2-2,0 3-2,0-5-3,-5 3-2,1-1 2,1-1-1,-2-1-1,-2 2 3,0-2 0,1 1 1,1 1-3,-2 1 4,2-1 0,-1 3 0,1-2 3,-2 1-2,2 1 2,-2 1 0,-2 0 7,1 0-6,-3 1 11,3 0-6,-3-3-2,0 3 4,0-1-5,0-1 0,3 2 5,-3-1-11,0 3-3,0-1 2,1 1-8,-1 0 2,0 1 4,0-2-1,0 2-7,0 1 10,0 0-6,0 0 6,0 2-3,-1 2 4,-5 0 2,-2 1 6,-2-2-3,3 3 1,-4-3 2,-1 0-3,1-3 3,-3 2 1,3-4 1,-3 1 1,1 0 0,-2-1-8,0-1 13,-1-1-2,1-2 8,0 2-12,-2-3-1,1 0 2,2-2-10,-3 0 1,2-4 2,2-3-4,1 0-7,5-4-6,0-1-8,1-2-5,-1-2-24,2 0-37,0 0-42,3-1-51,-2 1-102,4 0-224,0-20-734,7 10 0,2-6 0,7-11 0</inkml:trace>
  <inkml:trace contextRef="#ctx0" brushRef="#br0" timeOffset="85903.8753">17443 7846 1066,'0'0'91,"0"2"51,1 2 49,0-1 44,1-2 30,4 3 22,2-4 16,-1 3 14,2-2 18,0 0-42,0 1-10,0 1-39,1 2-40,1 3-35,0 0-22,1 3-14,0 4-10,3 2-13,-2 2-15,0 2-16,2 1-19,-1 2-10,-3-2-8,1 2-2,-7-1-9,1 1-1,-1-1-3,-2 1 2,-2 1 3,1 0 1,-2 4-2,0 1 2,4 0 1,-3-1-5,-1 6 2,0-4-7,2-1-1,-2 3-2,0-2-3,1-2-3,-1 3 0,0-2-3,0 1-3,0 1-1,0 0-1,0 3-1,0-2 0,0 5-6,-3-3 0,-4 3 0,-1-2 0,-2-2 2,-4-2 1,3-3 2,-1-4 0,1-2 3,-3 0 0,2-1 2,-1-3 5,-1 1-1,-1 0 3,2 0 1,-2-2-2,-1 1 0,3-5-2,1 4 6,-1-3 2,0 1 3,1-2-5,0 2-2,-1-3-4,1 1-2,-1-2 2,1 0-2,-1 0-1,1-2-6,2 0-4,1-1 2,3-2-5,0 0 1,2-3 1,2 1-5,0-3-5,-1 1-5,2-1-15,1 1-25,0-3-29,0 2-75,1-1-140,4-1-199,3-6-497,0-1 0,-6 3 0,4 1 0</inkml:trace>
  <inkml:trace contextRef="#ctx0" brushRef="#br0" timeOffset="86621.7375">17345 9398 1059,'4'0'114,"1"0"24,-2 0 33,4 0 39,-1 0 40,2 0 33,-1 0 24,2 0 17,0-1 11,7 0-82,-3-1-13,2-2-11,6-3-21,0-1-34,0-1-31,2 0-30,1-2-16,1 0-8,0 0-5,1 0-10,3-2-6,2 0-12,-2 2-12,1-3-5,1 2-4,-2-2-5,3 0-3,-3-1 2,3 2-4,-3-3 4,0 1-1,0 0-1,0-1 1,-2 0 0,2 0-2,0 1 3,-3-5-5,4 0-14,-2 1-1,2-2-3,-1-2-1,-1 0-1,4-3 2,-2 0 3,-1-2 1,-2 0 10,-1 2 12,-7-1 11,1 1 5,-4 1 3,4 3 3,-2-2-1,0 1-1,3 2-6,-2 1 1,2 0-14,-2 0-11,1-1-7,2 1-1,-2-2-2,-1 0 6,-4 2 12,1 0 10,-4 1 6,2 0 0,-6 5-2,2 0 0,-2 2 8,2-3-10,-3 5-2,4-2-25,-7 3-45,0 0-34,-1 5-97,-1 0-258,-2-20-743,-2 17 0,-5 1 0,0-2 0</inkml:trace>
  <inkml:trace contextRef="#ctx0" brushRef="#br0" timeOffset="87847.8177">17482 7897 443,'0'-4'101,"1"2"49,2 0 42,-2-1 48,4 1 42,-4 1 30,1-1 19,-2 0 22,0 0 20,0 0-30,2-1-23,-2 0-17,3-2-25,0 1-32,1 0-33,3 0-27,0 1-12,1 0-21,5 0-16,-4 2-25,8 0-18,-4-1-29,3 2-16,3 0-13,4 0-8,0 0-4,5 0-5,4 0-1,1 0-5,-2 0 0,2 2-2,0 0 0,-1 1-1,0 3-3,0-3 1,0 2 0,-1 2 0,2 1 0,0-2 2,0 3-6,2 0 3,0 0-2,-1 0-1,1 3 0,0-1-1,1 1 0,3 0-1,-1 3 1,-3 0-2,1 1 2,-4 0-5,-4-3 1,-3 3-1,-2-1 0,-2 0-3,0-3 1,-5 2 1,-1-1-2,1-2 2,-1 1-3,1-2 3,-1 1 0,4 0 1,-2 0 2,2 0-1,1 1 1,-5-1-3,0 1-1,-2 2-3,-2-4 4,-3 2-1,-2-1 0,0 0 0,0-1 2,2 0-1,1-4 1,-1 2 2,0-3-1,2 0 2,-3-1 0,-1-1-5,-1 1 0,-1-2-1,-2 1-24,-2-2-55,1 2-113,2-2-276,-5-2-496,-2 0 0,0-1 0,-4-4 0</inkml:trace>
  <inkml:trace contextRef="#ctx0" brushRef="#br0" timeOffset="89459.4893">18866 8298 842,'0'0'92,"0"0"44,0 0 52,0 0 48,0 0 41,0 0 29,0-1 29,0 1 34,0 0 31,0-3-26,2 2-33,-1 0-35,3-2-46,3 2-43,0 0-39,5 1-28,5 0-28,-2 0-33,6 0-28,0 0-19,9 0-13,1 0-9,5 0-7,3 0-2,4 0 1,0 0-5,-3 0 0,3 0-1,0 0 0,-1 0-1,1 0-1,0 0 0,1 0 3,3 0-5,3 1-5,3-1 7,2-1-2,-5 1 3,0 0-3,-7 0-2,-1 0 1,-5 0 0,-2 0 0,0 0 4,3 0 0,0-1 0,2 1 1,6-3-3,-3 1 2,5 0 0,0 0 1,-2 1-1,-1 1 2,-3-3-4,-6 3 2,-3-1-2,2 1-1,-1-2 2,0-2 1,3 3 0,0-4 1,8 1 4,1 1-1,2-2 5,2 0-3,1 3 0,-2 0 1,-3-2 1,-1 2-4,0-1 2,-2 0-1,-2 0-2,4 1-5,-1-1-1,3 0 1,6-2 1,0 1 2,2 0-1,3 1 3,-3 0 2,1 0 6,-3 0 7,-6-2 4,-1 1 1,-7 0 3,-5 0-3,-4-1-1,-8 0 1,-4 2 0,-7-1-4,-3 3-7,-2-1-10,-6-1-14,3 3-27,-2 0-71,-2-3-114,2 3-165,20-4-665,-21 2 0,0 0 0,-3 1 0</inkml:trace>
  <inkml:trace contextRef="#ctx0" brushRef="#br0" timeOffset="91358.8376">22263 7725 1212,'0'-1'88,"0"0"25,0 0 27,4 0 39,-4-2 32,2 2 31,0-2 38,2 1 36,-2-3 39,-1 0-42,0 3-7,2-1-21,-3 2-26,0 0-40,0 0-34,0 1-30,0-1-37,0 1-28,0 3-25,0 3-19,0 5 4,0 6 1,0 7 7,0 4 1,-4 3 6,1 4 0,-1-2 0,2 0-8,0-3-11,-2-3-11,4-1-13,0-3-6,-2-6-6,2-3 0,0-2-3,0-5 2,0-4 0,0-1 2,0-1-6,0-2-4,0-1-9,2-3-14,2-3-21,-2-1-20,6-4-15,0 1-32,1 4-30,2-2-27,2 3-10,-3 2-1,2 2 4,-2 0 15,4 3 21,0 0 18,-4 0 17,2 3 31,-1 1 34,-4 5 32,-4 2 22,-1 2 11,0 4 6,-2-3 4,0 2 3,0-4 5,0 0 3,0-2 10,-2-3-4,-8-2-41,-6-2-102,-3-2-221,-10-15-490,-3 7 0,1-1 0,6-1 0</inkml:trace>
  <inkml:trace contextRef="#ctx0" brushRef="#br0" timeOffset="92280.7349">22761 7615 2782,'-3'-1'56,"-2"-4"16,-3 4 21,0-2 12,-1-1 5,0 2 4,-5 1 5,4 1 4,-2-1 9,2 1-30,3 0-8,3 0 0,0 0-4,4 1 21,0 0 14,0 1 7,0 2 10,0 0 8,0 6-1,1-3-6,-1 4 0,0 3-12,0 1-14,2 2-30,-2 2-20,0 2-8,0 0-5,0 1-12,0-1 0,0-2-2,-2 2-1,2-2 1,0-2-2,-1-1 3,0 2 1,-2-3-6,0 1-2,-1-1-4,-5 3-2,1-2-1,-4 0 2,3 1-10,-2 3 0,3-5-6,0 0-4,6-2 11,1-2 3,2-6 13,8 0-4,3-1-25,5-1-46,6-2-77,2 0-241,0-7-817,-3 5 0,0-3 0</inkml:trace>
  <inkml:trace contextRef="#ctx0" brushRef="#br0" timeOffset="92823.9024">23016 7813 2130,'-2'0'84,"-6"-1"56,2 1 43,-7 2 46,-3 3 37,0 3 13,0 6 8,4 1 14,5 1 18,3 2-40,4-4-23,8-4-51,2-1-39,9-3-44,2-4-38,7-1-13,3-1-12,-4-1-12,2-1-17,-11-2-17,-5-2-12,-8-5-4,-5 1-11,-9-4 1,-8-3 0,-4-1-2,-1 2 4,-6-1-1,3 3-3,11 1-34,3 6-129,10-3-269,2-13-509,8 14 0,6 3 0,3 0 0</inkml:trace>
  <inkml:trace contextRef="#ctx0" brushRef="#br0" timeOffset="93427.3756">23170 7647 2140,'1'0'164,"0"0"37,2 0 33,-1-2 19,3-1 19,1 3 35,2 0 30,6-1 28,5 1 17,2 1-115,4-2-39,1 1-32,2 0-33,-7 0-20,1 0-21,-11 1-37,-4 6-28,-6 1-27,1 3-18,-4 8-7,-3 3-4,-2 2-2,-3 6 5,-1 3-1,-1-2 2,3 0 2,5 2 1,2-2-2,0-3 1,-1 1 2,2-1 2,-3-3 1,-3-1-3,3 0 1,-2-3 2,2-1-1,-1-2 2,-1-1 0,2-4 4,-2-2 3,2-3 3,-3-3-2,-4-3-8,-4-1-11,-7-2-20,-4-1-61,-2-5-204,3-9-880,-3 3 0,-1 0 0,9-2 0</inkml:trace>
  <inkml:trace contextRef="#ctx0" brushRef="#br0" timeOffset="97809.548">16320 5752 1419,'0'2'148,"0"-1"40,0 2 32,0-1 21,0 0 17,0-2 19,0 0 14,0 0 10,0 0 18,-6 0-75,0 0-50,-2 0-19,-3 2-16,3 3 0,-2 2-10,-1 4-11,6-2-9,2 3 0,1 2-16,2-4-7,2-1-1,3-1-19,5-4-11,6-2-18,6-1-21,0-1-23,0-1-32,-4-2-32,-3-1-42,-8-2-28,-4-2-40,0-1-18,-6 1-13,-3-1-8,-2 2 13,-3 2 13,-4 1 26,2 2 20,-3 1 35,3 1 12,3 0 35,2 1 17,1 1 9,5 2 7,-1 1 3,0 0 8,3 2 6,3 0 10,0-5 6,5-1 5,6 1-12,1-2-25,3 0-44,-4-3-54,-2 1-39,-3-5-39,-7 0-27,-2-3-25,-2 4-10,-4-1 0,-1 2 14,-3 2 21,2 3 44,-1-2 49,3 2 35,2 0 32,2 0 19,1 0 18,1 0 10,0 0 19,0 0 23,0 0 13,0 0 8,0 0 11,0 0 18,1 0 13,-1 0 5,3 0 7,-2 2 4,1-2-10,-2 3-9,0 2 4,0-1 7,0 1 13,0 2 8,0 1 1,0 0 20,0-1 10,0 3 17,0 0 9,0 1 25,0 3 5,0 2 0,0 2-11,0 2-12,-2 1-9,1 1-20,-2 3-13,2 0-25,-2-4-15,3 5-35,-7-1-21,5-2-12,1 2-12,-1-3-10,-1 3-1,3-1-2,-2 0-3,0 1 2,0-1-3,1 3-1,-6-1 3,4 0 3,1 1 1,2 0 2,0-1-5,0 0 3,0 2 2,0-1-2,2-1 1,-2 0 1,0-2-1,0-3 3,0 2 8,0 0 0,0-4 1,0 3-1,0-1-1,0 0 0,0 1-1,0-1 0,0-1-5,-2 2-5,0-2-10,2 1-3,-1 0 0,-2-1-1,3-2-1,0 0 3,0 2 1,0-4-1,0 3 2,0 0-6,0-2 2,0 1 5,0 2-1,0 1-6,-2 0 3,0 0 2,-3 2-7,2-1-1,1 1 7,2-6 3,0 2-2,0-2 1,0-2-2,0 0 7,0-1 0,0-2-9,0 2 4,0 0 10,0-1-8,0-1-1,0 0 2,0-1-3,0 3-5,0-4 8,-3 4-7,1-3 9,1 2-4,-1 0-8,-1-1 4,-1 0 1,2 0 0,-1-2 0,2 2 5,1-1-12,-1 0 4,0 1 1,-1 0-5,-2 0 6,4-1-8,-6 2-5,5-1 6,-2 2-5,-3 0 10,4-2-4,2 1-4,-1-2 1,-1 0 4,-2 1-5,4-1 6,-3 0-2,0 1-11,2-1 13,1 1-14,-2-3 11,0 1-2,-1-2-5,2 1 7,-1-2 0,1 3-6,0-3 12,-1 4-8,1-3-8,-1 2 5,-2-2-5,1-1 3,0 2-1,1-1-3,-1 0 0,-3-1 7,4 1-9,-1-1 12,3-2 0,-3 1 0,3-2 1,0 2 1,-3-3-2,3 0-1,0-1-2,0 1-2,0-3 0,0 0 1,3 2-3,-3-4-1,3 4 1,0-2 1,2 0 1,1 2 0,-1-1 6,5 0-1,-2 0-1,2-1 2,2 0 2,-2 0 1,5 0 0,-1 0-1,4 0 1,-4 2 0,4-1-4,0 0 0,2-1 3,-1 2 1,2-2-1,1 0 0,-3 2-3,-1-2 3,1 1-1,1 0 0,-1 0 4,0-1-2,-1 3-1,-2-3 0,-1 0 0,-2 2 0,2 0 2,1 0-1,-1-2 1,-1 0 1,4 1-3,-3 2 2,2-2-1,-1 0 0,2 1 0,-1 0 0,3 0 1,-4 1 1,-2-3-1,1 2 0,-1 0 0,-1-1-2,2 0 3,2 0 0,1 0-2,0 0-1,4 2 2,-3-2-3,2 0 2,-1 2-1,2-2-1,-2 1 2,-3-1-2,4 1 0,-3 1 2,1-2-1,-1 1 0,-2-1-3,-5 2 3,3-3 2,-5 1-1,4-1-2,-1 1 3,2-1-1,1 1-1,-4 1 2,2-2 0,-3 0 2,-2 3-2,-2-2-1,-2-1 1,-3 0 2,2 2-4,-3-2 2,3 0 1,-2 0-2,0 0-4,2 0-5,-3 0-32,0 0-81,0 0-166,3-2-260,-2 1-448,1-2 0,2-2 0</inkml:trace>
  <inkml:trace contextRef="#ctx0" brushRef="#br0" timeOffset="100254.9863">15417 6283 1560,'0'0'54,"3"0"17,1 0 25,0-2 21,0 2 19,-1-1 30,-2-1 35,2-1 26,-3 1 11,0-1-42,0 0-7,-3 2-16,-1 1-19,-4 0-2,0 0-3,-5 4-1,2 1-20,3 4-8,2 2 4,5 0 9,-2-1 9,6 0 3,4-4 1,4-2-17,2-2-18,7-1-42,1-1-45,-2-3-64,-1-1-76,-4 0-37,-7-2-43,-2-2-41,-5-1-27,-3 2-11,-5 0 1,0 1 11,-3 1 28,-7 4 49,5 0 63,-2 1 32,7 1 44,-3 0 45,8 3 32,-2 1 22,4 0 8,1 2 18,0-1 16,0-2 13,0 1 10,0-2 3,1-2-5,0 1-8,0-2-7,4 0-9,-4 1-5,2-2-14,-2 1-13,2 0-9,-3 0-21,0 0-9,0 1-5,0 2-4,0-3-3,0 2-1,0 2-3,0 2-1,0 1 6,0 3 6,0 4 17,0 1 11,0 5 11,0 5 8,0 4 5,0 4 12,0 3 11,0 2 11,0-1 1,0-2 1,0-1-7,4-1-8,-1 0-7,-2 0-6,2-2-1,1 0-8,-4-3-11,0 4-8,0-2-1,0 1 2,0 0-2,0 1-4,0 1-1,-3 0-2,2 0-1,0 0-2,-1-1 0,2-2 0,0-4-9,0 1-14,-1-3 1,1 0 0,0 0-1,0-2-2,0 0-2,0-2-2,0 1-3,0 0-2,0-1 2,0 2-1,0-2 0,0-1-2,0 0 1,0-1 0,0-1-1,0 0-2,0 2 2,0-3-3,0 3-1,0 0 4,-3 1-4,-1 0 1,1-1-5,2 2 3,-2-2 1,0-2 2,0 0 1,1 1 0,1-2 0,1 0 1,0 0 0,1 0 1,-1 1 4,0-1-1,0-1-1,0 2-1,0-1-2,0-1 2,0 0 2,0 0-3,0-2 2,0-3-2,0 3 1,-1-3 1,1 1-3,-1 0 3,-3 0-2,3 1 3,-2 1 0,0 1-4,2 0 5,-3 1 4,-2-4 1,3 2-3,-1-1 4,0-4-3,4 1 8,-4-2-4,4-1-1,-2 1 1,2-1-5,-2-2-5,2 0 5,0 0-9,-2-1-4,2-1-7,0 1-14,0-2-10,0 1-24,-3-1-45,3-1-149,10-1-365,-11-1-413,-1-8 0,-2-5 0</inkml:trace>
  <inkml:trace contextRef="#ctx0" brushRef="#br0" timeOffset="102459.2525">15392 8273 1198,'3'3'89,"1"-2"23,0 3 36,4 1 46,-2-4 25,1 1 21,3-1 8,0-1 10,2 0 14,0 0-54,-2 0-8,5 0-13,-2 0-22,-1 0-35,2 0-14,1 0-13,3 0 17,6 2 3,5-1-9,0 0-11,3 2-10,3-1-14,0 1-12,-2 1-10,0 0-10,-1 1-6,-2-1-26,-2-1-15,4-2-3,-4 4 2,-2-5-1,4 3-1,-3-3-1,2 2 0,-1-2-3,1 0-2,-1 0 4,1 2-1,-4-2-3,5 0-2,-5 0-3,4 0 1,2 0 5,-1 0-4,1 0 2,-3 0-1,1 0-1,-4 2-1,-3 0 2,1-1-5,1 1-2,0-1-2,2 0-7,-1-2 2,-3 3-3,0-1-1,3 1-5,-3-2-2,2 1 0,-2 2 0,3-2 2,0 1 1,-1-2-1,-2 3-1,3-4 0,0 1 3,3 0 0,-2 1 5,4-1-11,-3 2-3,2-1-7,-4 2 2,-3-1-1,-3 1 0,-5-3 0,-3 0 0,-2 2 1,-4-2-1,-2 0 12,1 0 9,-1 0 6,0 0-2,4 0 8,1 0 0,-1 0 4,3 0 0,-2 0-1,1 0-1,-1 0 0,-3 0-1,2 0-3,-1 2 4,1-1-1,0 0 1,-2 2 0,3-3-3,2 1 4,-4-1 2,0 0-1,0 0 1,0 0 0,1 0 0,1 2-2,-4-2-1,0 0 2,4 0-3,-6 1-6,5 2-2,1-2-4,1 0-3,-1-1-2,0 3-1,2-3-2,-3 4 1,-1-2-1,-1-1 7,-1 0 6,-1-1 3,0 1 5,1-1 6,3-1 4,-4 2 2,5 1 0,-4-2 4,2 1-3,0-1 1,0 1-3,-3-1 1,1 0 2,-3 1 3,1-1 5,-2 0 3,1 0 8,-1 2 7,0-4 5,0 2 1,0 0 1,0 0 0,0 0-4,0 0-2,0 0-20,0 0-65,0 0-146,21-3-690,-18 1 0,-1 0 0,0-3 0</inkml:trace>
  <inkml:trace contextRef="#ctx0" brushRef="#br0" timeOffset="104703.7469">14909 6685 2608,'2'0'99,"-2"0"34,1 0 43,2 0 49,-3 0 42,4 0 23,0 0 9,5 1 10,1 0 6,2 0-81,6-1-10,-2 0-32,2 0-41,-1-2-51,-3-1-41,0-2-22,-9-2-15,0 2-19,-4-2-16,-4 1-5,-8 2-7,0 2-3,-4 0-3,-7 2-1,-1 4-2,4 2-2,5 5 3,2-2 9,6 4 9,3-3 4,3-1 6,6-4 0,2-3 4,7 1-9,6-3-18,0 0-33,0-1-44,-2-3-44,-9 0-36,-2-3-36,-6-2-26,-3 2-15,-6 0-6,1 0 11,-8 4 20,-3 1 35,-1 1 48,0 1 52,4 0 56,7 1 54,3 0 34,3 0 27,1 2 14,1 0 11,-1 1 6,0-1 7,0 1 4,0-2-7,2 0-19,0 1-17,-2-3-11,2 3-11,-2-1-8,0-1 0,2 3 8,-2 0 9,0 0 6,0 3 11,0 4 10,0-1 7,0 6 17,-2 2 19,0 2 15,0 1 6,0 5 0,-2-2-6,0 4-1,1-2-8,3 3-7,0-1-3,0 2-17,3-2-15,-3 6-12,0-1-10,0 3-7,0-1-4,-3 2-3,1 1 4,-1-2-7,-3 3-6,3-4 4,-1 0-4,0-3-3,4-2-6,-4 0-10,4-4 0,-3 2-11,0-2 4,-1-2-4,1 4 6,-2-1-12,-1 0 5,2 6-6,-3-1 5,-1-2 2,5 0-8,-4 2 11,4-2-10,-1-4 4,4-2-7,-1 0 2,1 0 5,-2-3 5,2 1-10,0-1-2,0-1 0,2-1 0,-2 0-1,0-2-1,0 4 1,0-3 3,-2-1-4,1 2-8,-1-2 8,0-1-4,2 0 3,0-2-4,-3 2 1,3 0-1,0 0 0,-4 0-3,2 2-10,2-2 1,-4-1 9,3 0 1,-3 2 2,2-2-4,0 1 4,-1 0 2,-4-4 2,4 2 10,-1-1 6,0 0-4,2-3-5,0 2-2,-1-4 0,-1 1 2,2-2-3,-2-1 0,3 0 1,1-2-16,-2-2-3,2 1-29,0-1-28,0-1-24,0 1-82,0-1-304,0-25-700,0 21 0,0-6 0,0-6 0</inkml:trace>
  <inkml:trace contextRef="#ctx0" brushRef="#br0" timeOffset="106382.7767">14800 8577 1965,'0'0'99,"4"0"17,-3 0 31,2 0 28,0 0 26,1 0 30,0 0 25,0 0 24,2 0 21,1 0-60,2 0-14,5 0-13,0 2-26,0-1-25,8 2-23,1 0-32,-1 2-20,10 0-24,-2 0-16,5 1-16,1 1-10,0 0-3,1-2-2,3 0-4,1 1-2,-1 0 1,-1 0-5,1-1 0,-1 2-3,-3-2 0,0 0 1,0-2-2,0 1-2,-3 1-1,3-3 1,2 1-1,-1 2 2,1-1 0,2 0-3,-4 1 1,-1-1 1,-5 0-2,2 1 0,-4-1 3,-2-2-2,1-1 2,0 1-3,4-2 0,2 0 0,6 0 2,3 0-1,-2 0 0,1 0 0,-2 2-1,-3 0-2,-1-1-1,-4 3 2,3-1 1,-9-1 0,0 0-3,1 0 0,2-2 2,-3 0 0,4 0 0,3 0-2,1 0 6,-1 0-4,5 0 2,-3 1 0,-2-1-2,-4 0 0,-2 2-4,0-2 0,-2 0-2,-2 0 2,-3 0-1,0 0 0,-1 0-3,1 0 1,2 0 4,1 0-1,3 0 2,0 0-1,0 0 4,0 0 1,0 0-4,-2 0 4,-2 0 2,-3 0-4,-1 0 1,-3 0 2,-5 0 1,3 0 0,-4 0 1,0 0 0,1 0 1,1 0 3,-1 0-2,2 0-1,0 0-1,-1 0 0,-1 0-1,-1 0 0,0 0 0,-3 0-2,1 0 0,1 0-5,1 0 4,-2 0 1,2 0 1,-2 0-1,-1 0 0,-2 0 2,-3 0-11,3 0-25,-3 0-49,0 1-51,0 0-123,0-2-236,-3 1-372,-3 0 0,-2-4 0</inkml:trace>
  <inkml:trace contextRef="#ctx0" brushRef="#br0" timeOffset="108021.7262">13567 8902 1254,'0'-1'90,"0"-2"20,0 3 49,0-5 55,0-1 51,0 3 57,0-4 40,-2 0 21,0 1 12,1-3-64,-1 4-12,-1-1-11,-2 1-38,-3 1-43,-1-1-40,0-2-51,-3 3-37,1 0-18,-3 0-11,-1 3-6,-2 0-7,-1 1-10,-1 1-10,1 2-13,4 3-10,1 6-3,4 1-6,3 3-5,5 1-5,2-2-7,10-4-13,2-2-27,9-4-30,5-3-51,10-2-61,-4-5-59,2-1-60,-6-4-16,-8-2 5,-9-2 4,-9 2 16,-3 3 26,-7 6 38,-1 1 91,-4 4 102,-4 7 96,-2 8 113,0 7 65,-3 11 30,2 7 16,-1 6 10,1 2 4,1 0-6,1-1-36,0-5-41,4-7-29,-4-9-54,3-5-51,-1-8-43,-1-6-21,-2-8-37,2-1-28,-2-8-33,5-6-11,-1-7-19,9-5-20,1-6-7,4 1-1,9-3 11,11 6-8,5-1 13,9 5-34,5 1-110,2-6-150,-12 10-233,-2 3 0,-7 1 0,-5 4 0</inkml:trace>
  <inkml:trace contextRef="#ctx0" brushRef="#br0" timeOffset="108755.7698">13951 8721 2068,'0'-3'93,"0"-1"10,0 0 24,0-2 20,-9-1 7,1 3 7,-7-1 6,0 3 3,-6-1 1,3 3-70,0 2-11,1 0 1,5 4-10,1 1-2,5 3 7,1 3 12,2 1 7,3-1 7,0 3 4,0 0 2,3 0-1,-3 1 1,-3 4-7,3 1-17,-6 1-10,1 4-10,-6-1-5,0 0 5,-5 0-1,1 0 7,0 0 1,4 1-6,1-3-1,-1-2 0,7-2 2,1-3-5,3-4-8,-2-2-12,4-4-2,3-2-12,5-1-12,4-3-24,4-1-80,6 0-257,2-12-782,1 5 0,-2-1 0,1-3 0</inkml:trace>
  <inkml:trace contextRef="#ctx0" brushRef="#br0" timeOffset="109139.7911">13998 8959 3918,'0'-2'22,"-1"1"12,-5 1 39,-3 1 36,0 5 32,-6 6 15,2 3 9,2 4 11,7 2 14,0-2-9,4-4 8,8-4-6,9-4-38,2-4-33,9-3-33,3-3-15,1-6-10,-7-4-16,-2-2-15,-10-4-19,-8 2-14,-4-2-7,-7 0-4,-6-1-11,-4 2-11,-7 4-35,-3 6-84,4 4-152,10-2-255,5 6-393,4-3 0,8 2 0</inkml:trace>
  <inkml:trace contextRef="#ctx0" brushRef="#br0" timeOffset="109955.3172">14227 8712 2604,'0'-2'162,"0"1"35,0-2 24,0 1 21,0-1 18,0 3 15,0-1 9,5 1 9,3 0 5,1 0-127,8 0-29,-1 1-36,4 0-21,-1 3-23,1 0-21,-5 3-18,-4 1-12,-4-3-10,-4 4-5,-3-1-4,0 1 2,0 2-3,-2 0 2,0 1 1,0 3 5,-3 0 4,3 0 4,-3 3 2,5 0 2,0 2-3,0 0 2,-3-1 1,3 2 0,0-1 4,0 2 1,0 0 4,0-1 0,0 1 2,0 2-1,0-3 5,0 2-2,0-1 0,0-2-3,0-2-1,0-1 0,0-6-4,-3 0-1,-1-3 2,-4-2 2,-2-4-3,-9 1 1,-2-3-2,-1-3-2,-3 0-21,1-5-52,3-1-98,9 1-185,6-11-720,6 9 0,8-1 0</inkml:trace>
  <inkml:trace contextRef="#ctx0" brushRef="#br0" timeOffset="111752.3118">14675 9026 784,'-4'-3'67,"2"3"8,0 0 10,-3 0 20,3 0 20,-1 0 34,-3 0 55,3 0 50,-2 0 37,1 0-16,2 0 22,1 0 32,1 0 14,0 0-4,0-1-9,1 1-28,-1-1-51,0 1-51,2-1-33,3 1-28,2 0-42,3 0-41,4 0-25,4 0-12,1 1-11,5 0-5,-2 0-1,2 2-2,-1 1-3,2-2 1,2 2-3,-1-2 0,6-1 1,0 2-6,-2 2 0,9-3-6,0 3-2,-2-1-2,0-1-4,-1 1-4,-3-1-4,-1 1-2,1-2-6,0 0-2,-2-1-3,-1 2 2,2-2 1,-5 0 1,1 2 3,2 0 4,-4-2 4,0 3 2,2-2 2,0-1-2,1 0-2,2 2-15,2-3-8,0 2 0,2 0-2,-2 0-4,2 1 4,-3-1-4,0-1 6,-2 2 7,2-2 3,-1 1 18,-4 0 4,1-1 5,1 1-4,-4-1 3,3-1-5,-2 1 1,2 0-3,1-2 1,1 1-2,-2 1-6,1-1 0,1 0-6,1 1 1,0-1-9,2 2-3,-4-1-5,2 1-6,-5-2-7,-1 0 3,-3 0 4,0 0 3,-2 0 6,-2 0 2,1 0 10,0 0 6,3 0 6,3 0 7,1 0 7,3 0-1,-4 0 2,1 0 1,-3 0 1,0 0 0,-5-1-1,-3 0 0,1 0 2,-4-1 2,-2 0-4,-1 0 2,1 0 0,0 0-1,1 1 1,1-1-2,1 2 2,1-2 2,4 2 2,0-2 0,-4 1 4,4 0-3,0 1 1,-2 0 1,4 0 0,-1 0 4,-1-1 4,0 0 11,-1 1 15,0-2 5,-2 0-1,-5 1 7,1 0 3,-4-1 2,-5 2 3,1 0-4,-1-3-21,-2 3-59,0 0-48,1-1-29,-1 1-33,3 0-40,-2 0-38,2 0-13,-2 0-5,1 0-4,-2 0 18,0 0 48,0 0 32,0 0 34,0 0 59,0 0 77,0 0 65,1 0 31,-1 0 25,3 0 32,0 0 17,-1 0 10,1 0 10,0 0-11,1 0-27,-2 0-41,-1 0-32,2 0-24,-3 0-36,1 0-51,2 0-47,-3 0-37,0 0-38,0 0-53,0 0-89,3-1-158,-2 1-289,0 0 0,-1-2 0</inkml:trace>
  <inkml:trace contextRef="#ctx0" brushRef="#br0" timeOffset="113545.9876">17872 8227 1812,'-3'-1'153,"3"-1"40,0 0 39,-2-1 38,2-2 36,0 1 20,0 1 22,0-1 19,0 2 14,0-1-84,0 2-51,0-2-37,2 0-37,1 1-36,0-2-35,2 3-24,1 1-19,2 0-21,-1-2-14,4 4-13,-4 2-4,-3 4-5,1 3-2,-4 6-2,-1 5 0,-1 1 1,-4 5-2,-3-3 2,-3 5 1,-3-4 0,-1-3-2,3-4 3,-1-1-3,1-8-6,1 0-7,-1-4-9,2-3-13,2-2-25,-2-1-34,7 0-49,1-1-52,2 1-54,2-4-42,4 0-33,4-4-30,2-3-48,5-1-35,2-3 12,-2 1 33,-1 1 57,1 2 73,-3 5 86,0 2 85,-3-1 56,-1 2 65,2-5 93,-4 1 85,2-7 20,-1 2 13,1 0 3,-2-3-11,1 3-18,-1 1-34,1 1-8,-1 0-23,-2 3-31,1 0-35,-3 1-5,1 1-3,-2 2 0,0 1 10,0-1-3,-3 1 4,1 1-6,-1 1 0,0-3 7,0 3 13,-1 0 6,-2 0-4,-3 0-1,-1 3-12,-4 1 1,2 3 2,-5 2 10,-1 4 9,3 1 1,0 2-6,3 3 0,1 2 3,6-3-4,0 4 8,5-4 1,6-3 0,6-3-11,7-2-22,4-1-48,6-4-74,2-2-246,-3-9-881,-6 1 0,-10-3 0,-4-4 0</inkml:trace>
  <inkml:trace contextRef="#ctx0" brushRef="#br0" timeOffset="144880.7319">18076 2610 1558,'1'0'80,"0"0"21,1 0 18,-2-3 8,4 2 6,-3-1 4,2-2 2,0 2 1,1 0 2,-4 0-50,0 2-5,2-1 0,-2-1-3,0 1 7,0 1 14,0-1 18,0-1 16,0 1 19,0 0 13,1 0 2,-1-2-9,0 3-14,0-1-16,0 1-18,0-1-24,0 1-34,0 0-19,0 0-22,0 0-12,0 0-12,0 1-4,0 0 2,0 4 21,0 0 21,0 4 16,0 3 22,0 2 18,0 2 11,0 1 2,0 2 4,-3 0 0,3 3-6,-4-4-19,4-1-16,-3-2-9,3-3-7,0-2-16,0-1-8,0-1-3,0-4 0,0 1-1,0-2 2,0-2-1,0-1-1,0 2 4,0-2 0,0 0 11,0 0 5,0 0-2,0 0-3,0 0-2,0 0-4,0 0-32,0 0-63,0 0-126,7 0-279,-7 0-626,0-3 0,0-2 0</inkml:trace>
  <inkml:trace contextRef="#ctx0" brushRef="#br0" timeOffset="149722.9421">18328 4137 1166,'0'0'116,"3"0"26,-3 0 24,1 0 32,-1 0 35,0 0 28,0-1 33,2-1 32,-1 1 32,0 0-68,2-3-9,-3 2-13,2-1-12,-1 1-26,1-1-25,-2 1-19,1-2-24,-1 2-26,0 1-21,0-1-13,0 0-13,2 1-13,-2 0-15,0 0-8,0 0-11,0 1-9,0 1-9,0 3-4,-4 5-14,0 3-4,-3 5 7,3 6 6,-4 1 11,5 1 25,0 2 17,3-1 3,-3 1 3,3-3 11,-1-3 1,0-2-1,0-3-11,1-7 8,-2-2-9,2-2-1,0-3-2,0-2 10,0 0-3,0 0-7,0 0 5,0-2-5,0-2-1,0 0-47,0 0-38,0 0-83,0 1-53,-4 1-89,4 2-136,-3 0-261,-1 0-517,-6 0 0,2 0 0,-2-6 0</inkml:trace>
  <inkml:trace contextRef="#ctx0" brushRef="#br0" timeOffset="155363.8868">18077 6092 540,'0'0'76,"1"0"19,-1 0 20,2 0 20,0 0 15,0 0 23,-2 0 19,1 0 28,2 0 22,-3 0-24,0 0-11,0 0-4,0 0-6,0 0-2,0 0-2,0 0-8,0 0 3,0 0-2,0 0-4,0 0-10,3-3-14,-3 3-12,4-2-14,-1 1-13,1-2-14,0 2-13,3-1-26,-3-2-24,2 4-22,1-1-12,1 1-4,-1 0-3,0 0-1,0 0-3,-1 0-3,-1 0-4,-2 0-1,-1 0-5,0 1-2,-1 1-6,-1 3 9,0-1 7,0 1 9,0 2 8,0 2 10,0-2 6,-3 3 10,-1 0 5,-1 0 11,-2 1 4,-2 2-7,1-1-6,4-2-7,-3 0-4,1 1-2,1-4-7,-1 2 0,1-2 2,-2 1-2,2-5 1,-1 1-2,3 0-2,0-3-1,2 1-1,-1-2-7,0 2 4,0-1-4,1-1-2,-2 0-6,2 3 3,-2-3 0,2 3 1,-2-3-2,0 3-2,0-2 1,-2 0 0,3 1 0,1-2-3,0 2 3,-2-2-3,3 0 0,0 0 0,0 0 0,0 2 0,0-2 4,0 0 6,0 0 1,0 0 3,0 0 0,0 0 0,0 0 0,0 0 5,4 0-1,-1 0 2,5 0-4,1 0-4,3 0-1,-1 0-3,3 0 3,1-2 2,2 2 2,-2 0-8,-4 0 2,2 0-3,-6 0-4,-3 0-3,1 0-4,-5 0-11,3 0-25,-3 0-33,0 0-66,0 3-89,0-1-198,3-33-542,-3 30 0,0-3 0,0-2 0</inkml:trace>
  <inkml:trace contextRef="#ctx0" brushRef="#br0" timeOffset="161047.5649">18227 8194 1708,'0'0'81,"0"1"39,0-1 38,0 0 34,0 0 39,0 0 27,0 0 40,0 0 25,0 0 20,0-1-27,0 1-25,0-1-30,0-1-23,0 1-26,0 0-34,0-2-28,0 3-35,0-2-27,4 0-17,-1 2-19,4-3-10,1 1-10,3 2-15,0 0-8,2 0-7,-2 0-1,2 0-7,-4 0-1,0 0-5,-3 0-2,-3 3-9,-2 2-2,2 1-1,-3 1-2,0 2 1,0 0 0,-3-1 5,-1 2 2,0-2-3,0 1 7,-3-3 2,0-1-2,3-1-2,-3 0 0,3-1 0,-2 2-6,1 0-11,0-2-5,3-1-4,2-1-8,-3 0-10,3 1-5,0-1-2,0 1-5,0 0-1,0 1 6,0 1 9,3-1 7,3 2 6,0-1 8,1 3 12,5 1 9,-2 1 6,-3 4 4,0 1 6,-4 0 2,1 0 2,0-1 7,-2-1 12,-2-1 10,2-4 11,-2 0 15,0-3 13,0 0 15,0-2 6,-3 0 3,0-1-1,-6-1-4,-3 0-9,-6 0-8,-1 0-13,-4 0-16,1 0-39,-3 1-89,3 1-129,12-2-301,-6 3-420,10 0 0,-1-3 0,7 0 0</inkml:trace>
  <inkml:trace contextRef="#ctx0" brushRef="#br1" timeOffset="172163.8867">1622 2924 665,'0'0'67,"0"0"45,0 0 50,0 2 39,0-2 35,1 0 29,-1 0 29,4 1 23,-4-2 12,0 1-13,0 0-8,2 0-14,-4 0-23,2 0-23,2 0-21,-2 0-16,0-2-20,0 0-19,0 1-9,0 0-18,1-1-21,-1 1-28,0 1-26,1-2-15,-1 1-14,0 1-14,0 0-9,0 0-6,3 0-3,-3 0-1,4-1-7,-1 0-1,2 1-1,2-2-1,2 2-1,-1 0 0,-1 0 0,0 0 3,3 0 0,-1 0 0,-2 0-1,4 0-1,-1 0 2,0 0-1,1 0-1,3 0 3,-3 0-2,1 0-1,-1 2-1,2-2-2,-3 1 2,-1 0-1,1 0-8,0 2 0,-2-1 0,-1-2-6,3 0 3,-2 1 0,-1-1-1,1 0 3,1 1-2,-4 1 3,3-2 3,2 0 3,0 0 3,-2 2-1,1-1 3,-1 0 1,0-1 0,1 0-3,3 0 4,0 0-1,1 0 3,2 0-3,-1 0-1,-1 0 2,-5 0-2,4 0 2,-2 0-3,-3 0 6,4 0-7,-4 0 0,0 0 0,-1 0-1,2 0 3,0 1 0,0-1 0,-1 1-4,2 2 4,0-2 0,1 0 0,4 0 3,-3 0-3,0-1 3,3 0-1,-4 0 0,1 0 1,0 0 0,0 0 0,0 0-3,0 0 2,-1 0-2,5 0 3,-1 0-1,0 0-2,1 0 1,3 0-3,-3 0 1,2 0-1,-2 0-3,0 0 0,-5 0-3,0 1-2,-3-1-1,0 1 1,-1-1 0,-2 2 1,4-2 0,-2 1 4,6-2 2,2 2 0,1-2 1,3 1 3,0 0-3,-1 0-8,-5 0-7,1 0-6,-3 0-3,-2 1-1,0-1 2,0 1 1,-1 1 0,3-2 1,0 0 2,5 0 7,0 0 9,2 0 7,1 0 1,3 0-2,-3 0 0,1 0-4,-2-2-6,-5 2-1,-2 0-3,-3 0 1,-1-1-2,-4 1 6,2 0 9,2 0 7,-2 0 5,-1 0 13,0 0 11,1-1 3,-1-1 7,-1 1 3,1 0 4,0 0-6,-2 0-5,1 1-6,-2 0-6,0-1-10,1 0-4,2 1 0,0 0-6,2 0-1,-1 0-6,5 0 1,-3 0-2,0 0 0,1 0 2,-3 0 2,-1 0-4,0 0 0,0 0 0,2 0-2,-3 0 4,0 0-3,1 0 1,-3 0-2,0 0 0,0 0-3,0 0 5,0 0-6,0 0-5,0 0-3,0 0-7,0 0-9,0 0-26,0 0-54,0 0-72,0 0-70,0 0-193,0-6-442,-5 5 0,-1-1 0,-1 0 0</inkml:trace>
  <inkml:trace contextRef="#ctx0" brushRef="#br1" timeOffset="174959.0851">1684 7186 2394,'0'0'167,"0"0"24,0 0 11,-3 0 11,6 0 12,-3 0 15,0 0 13,0 0 13,0-1 5,0 1-133,1 0-26,1-1-23,0 1-7,4 0-3,2-2-8,2 2-12,4 0-11,2-2-12,6 2-4,-4 0-8,5 0-2,-2 0 3,6 0-6,-2 0-5,2 0-5,1 2-6,-1 1-5,-1-2 0,-1 0-4,-1 1 2,1-2-2,-3 0-1,2 0 0,2 0-3,2 0 1,1 0 5,-1 0-2,1 0 3,1 0 2,1 0-1,0 0 5,-1 0-3,-2 0 0,-2-2 0,2 1 0,-3 0-3,2 0 6,0-1-5,-2 2 5,4-4 0,-1 3-3,1-4 1,1 1 4,2 1-4,-4 0 2,-1 1 1,-4 2-2,-2 0 0,1 0 2,-3 0-3,2 0 1,-3 0-1,4 0-1,2 0 2,2-1 0,7-1-1,-1 2 1,3-1-1,-2-1-1,1 2 2,-4 0-1,-1-3-1,2 3 1,-3-1 1,1 1 1,1-2 0,4-1-1,-1 0-2,3 0 2,1 0 0,1 1-2,-5-2 2,0 1-2,3 2 3,-9-1-4,-4 1 1,-2-1 0,-7 1 6,-7 0 5,-2 0 4,-3 1 8,-2 0 4,0 0-1,0 0-3,0 0-16,0 0-37,0 0-64,4 0-102,4-3-256,1 3-476,2-2 0,7-2 0,4-4 0</inkml:trace>
  <inkml:trace contextRef="#ctx0" brushRef="#br1" timeOffset="184477.8828">1573 3586 436,'0'-2'20,"0"-1"10,0 2 12,0-1 22,0 1 20,0 2 18,0-1 12,0 0 14,0-1 8,0 1 10,0 0 35,-1 0 22,1 0 16,0 0-5,-1 0-7,1 0-1,0 0 13,0 0 4,0 0 7,0 0-9,0 0-15,0 0-18,0 0-11,0 0-6,0 0-6,0 0-15,0 0-21,0 0-19,0-2-12,1 2-18,1-3-23,3 1-13,0 0-16,2-1-13,4 3-6,-4-2-2,5 1 0,-2 1-1,3 0-1,-4 0 0,4-2 4,-2 2-6,-1 0 2,1 0 1,-3 0 1,2 0 1,2 0 1,1 0 4,-1 0 1,2 0-1,2 0 5,-1 0 7,1 0 3,2 0 2,2 2 0,-2-2-1,-3 1-6,0 1 1,-1-2-2,0 0-2,0 1-5,1 2-6,-1-3-4,0 2 0,1-1-3,-3 1 2,4-1 0,0 1-1,3-1 3,1 0-1,3-1-1,1 0 4,1 0-3,-2 0 2,-1 0-1,-1 0 0,1 0-2,-4 0 1,5 1-4,-2 2 2,0-2 1,0 1-3,-2-2 2,1 1-2,-2-1 0,0 2-2,-2-2 4,-1 1-4,-2 0 5,-3-1-4,-1 0 0,-3 0 1,-3-1 2,-1 1 2,-1 0 1,-1 0 3,0 0-9,0 0-30,1 0-100,2 1-222,-3-14-658,1 10 0,-1 2 0,1-3 0</inkml:trace>
  <inkml:trace contextRef="#ctx0" brushRef="#br1" timeOffset="185589.23">3993 3217 1003,'2'0'129,"-1"2"42,0-2 45,1 1 29,-1-4 18,-1 3 9,0 0 8,0 0 10,0 0 11,0 0-88,0 0-16,3 0-17,-2 2-26,2-2-11,1 2 2,-1 0 9,1 0 5,0 0 9,2-1 15,1-1-3,2 0-10,8-1-28,1-3-20,6-3-28,-3-2-25,-1 0-28,-2-5-31,-5 4-32,-4 0-48,-2 4-84,-2 2-94,-4 3-30,2 0-193,-2-5-419,2 8 0,-2 3 0,1-3 0</inkml:trace>
  <inkml:trace contextRef="#ctx0" brushRef="#br1" timeOffset="189573.8497">1604 4105 876,'0'0'68,"0"1"11,0 0 24,0 2 35,0 0 32,0 2 29,0-2 26,0-1 26,0 0 16,0-2-32,0 1-20,0-1-6,0 0-25,0 1-33,0 0-32,0-1-25,1 0-23,0 2-24,5-2-12,3 0-6,1 2-3,7 0-3,1 0 3,3-1-1,1-1 1,-3 2-3,2-2-2,1 3-2,-4-3-3,7 0-4,-4 0-3,7 0 1,-3 0-3,4 0-1,-4 0-1,3 0 0,1 0-1,-3 0-1,-1 2 0,-1-2 2,0 2-2,0-2-1,-2 0 1,3-2 0,-1 2 0,1 0-1,4 0 1,-4 0 2,4 0-1,0 0-5,-1 0 3,-3 0 0,0 0-2,-4 0 2,-2 0-2,-1 0 0,-4 0 0,1 0-3,-2 0 2,-2 0 1,0 0 1,0 0 0,-4 0 1,3 0 0,-1 0 4,2 0 2,-1 0-2,-1 0-12,-1 0-56,0 0-176,-4-8-519,3 5 0,-4 0 0,0-1 0</inkml:trace>
  <inkml:trace contextRef="#ctx0" brushRef="#br1" timeOffset="190513.4947">4097 3716 1921,'0'2'78,"0"1"5,0 1 15,0-1 18,3-1 23,-3-1 14,1-1 10,1 2 11,-1-2 16,0 0-57,1 0 9,-2 0 31,3 0 16,-1 0-5,4 0-22,2 0-14,5-3-8,3-2-12,1-4-19,2 1-35,1-3-75,-5 2-93,0 3-151,-1-4-210,-11 7-325,0 0 0,-2 0 0,-2 1 0</inkml:trace>
  <inkml:trace contextRef="#ctx0" brushRef="#br1" timeOffset="200605.5344">1602 4752 1706,'0'0'158,"0"0"18,2 0 14,0 1 12,-2-1 8,2 0 7,-1 0 3,-1 0 2,0 0 3,3 0-113,-3 0-27,0 0-7,1 0 1,-1 0 5,0 0 2,0 0 4,0 0 2,0 0 5,0 0-1,0 0-8,0 0-9,3 0-11,-3 0-13,3 0-19,-1 0-11,0 0-8,-1 0-7,2 0-5,4 0-3,-6 0 0,5-1-2,-1 1 0,2 0 0,0 0 2,2 0-1,-3 0 0,0 0 1,4 0 0,-3 0-3,4 0 2,-4 0 1,1 0 2,2 0 0,-6 0-2,4 0 1,4 0 1,-3 0-2,1 0 3,2 0 3,-1 0-1,2 0 1,-2 0-1,0 0 4,-1 0 2,-1 0 2,1 0 1,3 0 6,-2 0 0,1 0-3,2 0 3,-3 0 0,-1 0 1,-1 0-3,1 0-1,3 0-1,-3 0-2,5 0-4,0 0-2,-4 0 1,3 0-2,-2 0-1,1 0 0,-3 0-1,2 0 2,-3 0-4,-1 0 2,-4 0-1,2 0-2,-5 0 1,3 0-1,-4 0-1,0 0-4,0 0-5,0 0-18,0 0-31,0 0-67,0 0-96,3-1-238,-3-1-416,-3 1 0,-3-2 0</inkml:trace>
  <inkml:trace contextRef="#ctx0" brushRef="#br1" timeOffset="201646.6431">1616 4748 1701,'3'3'24,"-1"-1"37,0 2 29,2-2 26,0 1 12,4-1 15,-1 2 42,-1-3 32,4 0 53,3-1 23,0 0-4,5-1-36,1 1-23,2 0-22,-1 0-4,-1 1-8,4 1-43,0 0-28,0 0-51,4 0-29,-2-1-4,1-1 12,1 1 0,-1-1-5,0 0-4,-4 0-8,-2 0 4,-4 0-2,-3 0-2,-2 0 0,-6 0-4,1 0-7,-5 0 0,1 0 4,-2 0 0,0 0 3,0 0-2,1 0 0,-1 0-1,3 0-2,-3 0 0,0 0-7,0 0-5,0 0-5,0 0 0,0 0-2,0 0 4,0 0-5,0 0 2,0 0-3,0 0 2,0 0 1,0 0 2,0 0 3,0 0-8,0 0-11,0 0-44,0 0-109,3 0-289,-4-5-599,-1 4 0,-4-1 0,1-4 0</inkml:trace>
  <inkml:trace contextRef="#ctx0" brushRef="#br1" timeOffset="203689.7245">2358 4744 850,'0'0'92,"0"1"32,0 2 54,0 1 54,0-2 37,0 1 23,0-1 21,0-2 14,0-1 17,0 2-49,0-1-15,0 0-23,0 0-45,0 0-45,0 0-28,0 0-18,0 0-18,0 0-14,0 0-12,3 0-13,-3 0-11,2 0-7,1 0-10,0 0-6,4 0-2,-3 0-4,2 0 1,2 0 5,-1 0 0,1 0 3,2 0 1,0 0 2,2 0 7,0 1 2,1 0-4,1 0 0,1 0-1,2 0-7,1-1-2,1 2-6,4-2 0,0 1-5,2 1-5,0-1-5,1-1-3,-1 2-1,-5-2-2,2-2 0,-4 2 1,-4 0 2,-3 0-6,-3 0 1,-2 0-1,-2 0 1,-1 0 0,-3 0-1,0 0-1,0 0 0,0 0-1,0 0-1,0 0-2,0 0-2,0 0 0,0 0-2,0 0-7,0 0-21,0 0-35,0 2-75,0-1-138,0-10-728,4 8 0,-4-1 0,0-2 0</inkml:trace>
  <inkml:trace contextRef="#ctx0" brushRef="#br1" timeOffset="223119.2391">5514 4497 1605,'0'0'65,"0"0"24,-1 0 30,0 0 36,-2 0 26,3 0 20,0 0 13,0 0 8,0 0 14,0 0-23,-2 0-14,1 0-22,1-2-28,0 2-36,-1 0-23,1 0-23,0-1-12,0 1-7,0 0-14,0 0-10,0 0-13,0 0 2,0 0-5,0 0 0,0 0 1,0 0 3,1-3 2,2 3 0,4 0 1,4 0-2,1 0-4,2 0-4,4 0 0,2 0 0,-2 0-6,0 0-1,1 0-4,2 0-2,1 0-4,5 0-3,-2 0-1,4 0-1,-4 0 4,2 0-2,1 0 2,0 0-2,1 0 5,-4 0-1,-1 0 10,-5 0-5,-5 0 5,-3 0 5,-5 0 12,-4 0 16,-2 0 7,3 0 2,-3 0-1,0 0-16,0 0-55,0 0-107,5-4-230,-3 3-410,-2-3 0,4-3 0,-1-2 0</inkml:trace>
  <inkml:trace contextRef="#ctx0" brushRef="#br1" timeOffset="223821.8632">6276 4280 1618,'0'0'158,"1"0"42,1 0 29,-2 0 22,2 0 31,-2 0 32,2 0 17,-2 0 18,1 0 9,-1 0-107,0 0-50,0 0-41,0 0-24,0 1-14,0 2-27,0 3-26,0 3-11,0 5-12,0 3-1,0 5 0,-1-1 4,1 3 8,-2-3-3,2-1-7,0-2-1,0-2-3,0-4-7,0-1-3,0-5-10,0 0-2,0-1-16,0-3-47,0 1-130,0-2-252,-2 0-594,0-2 0,-2-3 0,3-4 0</inkml:trace>
  <inkml:trace contextRef="#ctx0" brushRef="#br1" timeOffset="224471.7115">6416 4226 1552,'0'0'60,"0"0"17,1 0 34,-1 0 31,3 0 24,0 1 24,2 0 27,-2 0 20,4 2 27,0 4-16,3 0 13,1 4 2,0 3-20,-3 5-15,2 4-15,0 0-14,-2 2-16,-2 0-14,-2 0-24,-2-1-31,1-3-19,-3 2-15,0-5-23,-4-2-71,-1 0-198,31-5-845,-41-2 0,-6-4 0,3-5 0</inkml:trace>
  <inkml:trace contextRef="#ctx0" brushRef="#br1" timeOffset="225328.9349">6093 4236 943,'0'0'59,"0"0"15,0 0 21,0 1 17,0-2 18,0 1 14,0 1 17,0 2 19,-3 0 14,0 0-28,-2 2 8,-2 1 2,3 0-7,-5 0-6,2 2-7,1 0-1,0 1 2,-1 2-13,0 0 4,3 4-9,-3 1 19,4 3 2,2 0 1,0 1-9,1 2 4,1 0-12,3 2-14,3-3-8,0 2-12,4-1-14,1-1-44,4-3-63,0 2-130,5-6-225,-4-10-586,1 5 0,-3-3 0,-1-7 0</inkml:trace>
  <inkml:trace contextRef="#ctx0" brushRef="#br1" timeOffset="226448.7361">6423 4243 1130,'0'0'64,"3"0"13,-2 0 15,1 0 15,0 0 9,2 0 8,-1 0 10,0 0 10,-2 0 17,2 1-37,3 1 7,-4 0 8,4 1-4,-2 3-7,2 0-4,1-2-2,-3 3-5,1 2-3,1-2-12,-1 3-3,-2-1-14,0-1-15,0 1-6,-1 2-5,0-1-1,2 2 1,-2-1 3,0 0 5,1-2 8,-1 2-14,-1-2 7,-1 0 2,0 1-3,0-1 2,0 0 5,0 0-4,0 0-3,0 3-10,0-3-7,0 2-1,0-2-3,0 0-2,-1 2 4,-2-3 5,-1 2-5,-2-4 5,-1 4 2,-1-4 5,-4 4 0,3-3 0,-1 1-3,-2-1-5,3-1-5,1-3-9,0 2-2,-1-2-10,1 1-24,2-2-56,1 1-106,1 0-175,1-9-669,-1 5 0,-4 0 0,0-6 0</inkml:trace>
  <inkml:trace contextRef="#ctx0" brushRef="#br1" timeOffset="243569.5454">21935 2158 1705,'-1'0'140,"1"0"55,0 0 43,0-3 37,0 1 33,0-2 31,-3 0 18,2-1 12,-1 2 7,1-1-86,-3 1-54,-3 3-53,-3-2-43,-2 2-37,-8 0-32,-2 2-32,0 1-17,-2 3-12,-2 3-8,-2 1 3,1 4-2,-3 1-1,0 3 0,1 3-2,4 0 2,0 3-2,1 1 1,1 4 1,0 1 10,0 1-3,-1 1 3,2 1 2,0 1 2,2 0 4,3 1-4,4-2 2,6 0 0,1-1 4,5-5-9,1 2 1,0-4 1,3 3-1,3-2 2,2 2-2,3 1 2,4 3-1,0-2-1,1 2-3,0-3 1,2 1 0,6 0-3,-1-5 1,2-1-1,2-1-4,1-3 2,-1 0 1,5-1 2,3-1 0,2-2 1,4 3 1,3-3-1,0 1-3,6-3 0,3 1 4,3 0 2,3-2-1,2 0-2,3-2-1,-2-1-3,1-1 0,-6-2 5,5-2-2,-5-5 7,2 1-1,4-2-3,-2-4 3,4-1 1,-1-3-2,3-5 2,-1 1-1,1-6-5,2 0 2,-5-1-9,-2 0-2,-2-4-3,-6-2-2,-6-2-2,-2-3 1,-5 0 0,-7-6 2,-5 0 5,-1-2-5,-2-1-1,1 0 2,-2-1 2,0 2 1,1 0-2,-1 1-1,-4 2-4,-5 0-5,-8 0-3,-2-2 1,-12-1 5,-3-5-6,-6-2 4,-6-2-1,-11 0 5,-5-6-1,-5 5 5,-12-3 2,-4 5 1,-13-1 1,-10 2-1,-16 2 2,-15 6-3,-14 0-4,-10 5 0,0 7-2,1 7-3,12 5 5,12 9-26,14 9-67,18 7-201,19 0-816,17 8 0,13-3 0,16 1 0</inkml:trace>
  <inkml:trace contextRef="#ctx0" brushRef="#br1" timeOffset="246412.5594">3200 4794 308,'0'-4'50,"2"1"1,1-4 3,0 2 12,-3 3 38,4 1 45,-4 1 28,0 1 33,0 0 30,2-1-11,-2 1 18,0 0 26,0-1 25,0 0 14,1-1-18,-1 1-19,0 0-10,3 0-19,0-1-18,-3 1-22,2-1-22,0-2-27,2 2-28,-3-1-24,5 1-22,-2-1-25,3 2-20,-2-1-10,4 1-13,-1 0-8,0 0-2,1 0-2,-2 0-1,0 0 1,-2 0 0,-1 0 0,2 0 1,-1 0-1,5 0-1,-4 0 0,2 0 0,2 0 0,1 0-1,-3 0 2,-2 0 0,3 0-3,0 0 1,-2 0-2,5 0 2,-2 0 1,1 0-2,0 0 1,0 0-3,-1 1 1,1-1 0,0 0 2,0 0-2,0 0-1,-1 0 2,1 0-3,3 0 1,-3 2-1,3-2 1,-3 0-1,3 0-5,-3 0-2,4 0 0,-1 1-1,-4 0-1,-1 1 1,1-2 0,0 0-1,0 0 1,-2 0 2,-1 2 3,4-2 0,-3 1 5,3 0 0,-1-1 1,3 0-1,-1 1-1,2-1 2,4 0 4,-3 0-7,0 0-2,-1 0-2,0 0-10,-3 0-5,-1 1-1,-4 1 2,2 0-1,0 1-2,-1-1-2,1 0 4,2-2 4,0 2 5,2-1 7,-2-1 4,-3 2 2,0-2-1,-3 0 1,-1 2 0,-3 0 0,0-2 0,0 0 4,0 0 1,0 0 4,0 0 6,0 0-2,0 0 0,2 0 2,-2 0 3,0 0 0,2 0 0,-2 0-12,0 0-10,0 0-29,0 0-66,0 0-86,0 0-155,5-4-149,-5 4-260,0 0 0,-2 0 0,-3-5 0</inkml:trace>
  <inkml:trace contextRef="#ctx0" brushRef="#br1" timeOffset="249295.3238">13538 1844 965,'-4'0'67,"-4"-4"13,-1 3 30,2-2 58,0 3 35,1-1 26,1-1 22,5-1 24,-6-1 14,2-1-36,0 2-25,-3-1-10,-1 0-26,-5 0-57,-2 1-34,-3 2-26,-3-1-21,-4 2-24,0 3-14,0 2-3,-4 0-3,3 3 1,-2 1-4,2 3-1,1-4 1,-2 3 4,2-1 9,-1 1 10,-2-1 6,-2 1 2,2 1 11,-4 1 7,5 1 7,0-2 9,6 1 4,2-1-4,1 1-2,5 1-7,2-2-7,-1 4 0,1 3-9,1 1-7,2-1-6,-2 5-8,3-1-6,1 1 1,1 2-8,2 0 1,0 0-2,3 0 1,0 0-2,0 0 1,0 0-1,2 1 6,2-5-2,1 5 2,1-2 1,3 1-1,0-1 2,2 2-3,3-4 0,1 1-3,4-1 3,3-2-5,-4 1 0,4 0-2,0-1 1,0-1-1,0 0-3,2-3 3,3 0-2,1-1 2,3-2-3,3-4-1,1 0 1,3-1 0,-2 1-1,-1-3 3,2 2-4,-1-2-3,0 0 0,0-2-7,-1-1-4,2-1 0,-6-3-1,7 0-2,1-2-2,4-1-10,5-4 6,3-2 2,3-5-1,-4-1 8,0-1 3,-6-2 0,-1-2 0,-8 0 2,-5 0 4,-2 2 7,-3-1-1,-4 0 2,-3-2 4,0 0 1,-2-2 4,4-2 5,-2-3 7,3-2-2,-3-5 5,-2-1 8,1-1 4,-4 1-1,-4-2 4,3 5 2,-10-2-3,-1-1 0,-6 1-10,-10-3 6,-6-2-8,-15-2-9,-11-1-1,-10 2-7,-7 4-17,-11 5-72,-5 11-193,-4 2-822,-3 14 0,2 1 0,6 6 0</inkml:trace>
  <inkml:trace contextRef="#ctx0" brushRef="#br1" timeOffset="251195.2984">4236 4856 1358,'0'0'145,"0"0"18,0 0 24,0 0 22,1 0 20,-1 0 8,2 0 12,-1 0 18,0-1 15,1 1-90,2-3-28,-2 3-13,3-3-20,-4 2-19,2-1-19,1 2-8,2-3-9,-1 0-20,8 3-14,-4 0-18,8-2-11,0 4-5,2-2-2,2-2-8,1 2-8,3 0-2,-1 0-20,-2 2 2,-1-2-3,-2 0 2,2 0 0,1 2 3,-1-2-2,1 1 6,3-1 7,2 0 0,-2 0 15,2 0 0,2 0 2,-4 0-2,3 0-5,-2 0-5,3 0-3,-5 0-2,-1 0-2,-7 0 4,-5 0 4,0 0 3,-6 0 7,0 0 10,-2-1 16,-1 1 14,1 0 15,-3-2 12,0 2 10,0 0 3,0 0 0,0 0-11,0-2-29,0 2-66,0 0-98,1 0-164,-1-10-543,0 8 0,-1-2 0,-4-1 0</inkml:trace>
  <inkml:trace contextRef="#ctx0" brushRef="#br1" timeOffset="252447.3022">6340 5131 2261,'0'0'102,"0"0"20,0 0 16,1 0 15,-1 0 21,3 0 24,-3 0 17,4 0 16,-1-1 12,-3 1-60,2 0-14,4-2-5,-2 1-5,4 1-12,5 0-14,1 0-14,5 0-8,6 0-6,6 0 0,11 0-5,6 0-15,6 0-14,3 0-11,-2 0-3,-6 0-9,-9 0-9,-11 0-12,-12 0-17,-7 0-22,-9 0-9,2 0-10,-7 0-59,-2 0-133,2 0-297,-3 0-446,0-2 0,6-3 0,2-2 0</inkml:trace>
  <inkml:trace contextRef="#ctx0" brushRef="#br1" timeOffset="253233.813">7100 4961 1515,'0'0'83,"0"0"34,0 0 49,4 0 47,-8-3 37,8 3 37,-4-1 28,0-1 25,1-2 20,2 0-44,0 2-11,4-2-26,-1 0-46,2 2-43,3-2-37,4 4-37,-4-1-30,0 1-21,-1 0-22,-2 4-14,-5 0-14,0 3-7,-3 4-2,0 1-6,-4 3 3,-3 2 0,-3 0 3,-3-1 0,-2 0-2,0 0 1,1-1 2,-3-3 0,4 0-2,-1-1 3,0-1 0,1-1-2,1-2 3,2 0-1,2-4 3,1 2 1,3-1-3,1-2 5,0-2 7,3 1 7,0-1 2,0 0 6,6 0-3,-2 0 0,10 0 1,1-1 1,9-1-2,1 2 0,3-4-6,-1 2-20,2-1-30,-8 3-83,-3-2-189,17-1-814,-24 1 0,-3 0 0,-1-1 0</inkml:trace>
  <inkml:trace contextRef="#ctx0" brushRef="#br1" timeOffset="253592.7263">7404 4924 2625,'12'2'203,"1"3"21,5 2 15,1 5 17,-7 2 9,-2 2 2,-4 5 3,-4 1 1,-4 0-11,-8 4-200,-5-5-300,-10-24-700,-9 19 0,-3-3 0</inkml:trace>
  <inkml:trace contextRef="#ctx0" brushRef="#br1" timeOffset="254215.8454">6985 4945 1000,'-3'4'124,"-1"2"52,-2 1 58,-3 2 49,3 2 44,-5 0 46,0 2 31,1 0 23,-2 5 15,0 3-56,6 3-55,0 1-47,4 2-69,4 1-108,9-3-323,-1-30-763,5 21 0,3-7 0,3-8 0</inkml:trace>
  <inkml:trace contextRef="#ctx0" brushRef="#br1" timeOffset="257071.6196">1502 5335 1118,'0'1'132,"0"0"33,0 0 35,0 0 36,0-1 19,0 0 28,0 0 30,0-1 24,0 1 20,0 0-66,0-1-34,0 1-21,0-2-28,0 0-32,0 1-14,0 0-24,0 1-26,0 0-27,0 0-17,3-3-21,-3 3-11,5-2-8,1 2-6,0 0-2,5 0-4,0 0-2,1 0-3,2 0 1,0-3 2,1 2 1,2 1-3,-2 0-1,0-2-3,1 2-1,0-1-3,0-2 0,0 2-2,-1 0 2,3 1-3,-3 0-2,2 0 5,4 0-3,-3 0 1,-1 0 2,1 0-2,-3 0-1,-2 0 1,-1 0-1,-1 0 2,0 0 0,-2 0-5,5 0 2,-2 0-1,3 0 0,1 0 4,0 0-1,-1 0-2,-2-2 3,2 2-4,-5 0-1,1 0 2,-5 0 0,0 0 0,-1 0 0,0 0-3,2 0 2,-3 0 3,4 0-4,-2 0 2,1 0 2,1 0-2,-4 0 0,1 0 0,-2 0-3,-2 0 0,-1 0-4,0 0-4,0 0-5,1 0-5,-1 0-6,0 0-17,0 0-68,-2 0-147,10-2-728,-16 2 0,0 0 0</inkml:trace>
  <inkml:trace contextRef="#ctx0" brushRef="#br1" timeOffset="258853.4506">2383 5388 1309,'0'2'65,"0"2"33,0-1 53,0 0 38,0-1 18,0-1 4,0-1 1,0-1 0,3 2 3,-3-2-43,2 1-16,1 0-27,-3 0-53,3 0-36,-3 0-18,0 0 0,3 0 1,-2 0 6,5 0 0,-5 0 2,5 0 1,1 1 8,1-1 12,2 0 17,5 0 13,0 0 3,3 0 3,3 0 2,2 0 4,2 0 1,2 0 7,2 0-5,0 0-6,-3-1-16,-3 1-11,-7-1-9,-3 1-4,-8 0-7,-2 0-7,0 0-3,-3 0-12,0 0-4,0 0-8,1 0-1,-1 0 1,2 0 2,-2 0-4,0 0 2,0 0 2,0 0 0,0 0 5,0 0 2,0 0 2,0 0 3,0 0-3,0 0-1,0 0 2,0 0-2,0 0-7,0 0-13,0 0-19,0 0-31,0 0-67,0 0-118,13-1-735,-18 1 0,0 0 0,-1-3 0</inkml:trace>
  <inkml:trace contextRef="#ctx0" brushRef="#br1" timeOffset="260686.967">18817 3953 783,'0'3'150,"0"-1"49,0 2 40,0-1 24,0-1 21,0-2 22,0 0 17,0 0 12,0 0 18,0 0-70,0 0-53,0 0-37,1 0-30,1 0-19,4-2-20,3 1-17,10-2-19,3-5-5,10 0-19,4-3-20,0 1-21,0-2-38,-7 5-57,-10 0-81,-8 0-206,-8-5-477,-8 9 0,-12 0 0,-5-1 0</inkml:trace>
  <inkml:trace contextRef="#ctx0" brushRef="#br1" timeOffset="260957.68">18708 3788 2687,'-3'-1'125,"3"1"54,0-3 4,3-2 8,9 0-1,15-2 3,6-2-29,16 0-89,7-1-259,0 1-576,2 0 0,-5 2 0,-3 0 0</inkml:trace>
  <inkml:trace contextRef="#ctx0" brushRef="#br1" timeOffset="263671.3786">22135 3482 867,'0'0'35,"-3"0"15,0 0 25,-1 0 40,2-1 10,-4 1 15,2 0 27,-2 0 35,-1 0 26,-1 0-18,0 0 9,-1-1-4,-3 1-19,1-3-36,-3 3 2,-1-1-2,-2 1-25,2 0-31,-3 0-25,4 1-6,-1 3-6,-1 0-5,0 2 10,-1 4 6,1 1 4,-1 1 0,0 4 5,-1-2 0,3 3 4,-1-1-2,1 2-3,2-2-3,1 1-15,4 2-6,-3-2-15,1 3-11,0 1-4,-2 1-3,1-2 11,0 1 0,1-3 2,3-1 1,-1 1-1,1-3 2,-1 4-2,2 0-2,2 2 1,0-2 0,-2 2-12,5-2-2,1 0-2,0 0-4,0 0 2,0-2-2,2 1 4,3-1 0,2-1 1,2-1 3,1 0-4,3-1 1,2 1-7,0-3 2,-3 3 3,4-1-2,0-2-2,0 1-2,-1 0-4,5-1-2,-1-1 0,2 2 0,1-4-1,0 2 2,2-1-8,-2-2 3,1 0-2,0-1-2,0 3 3,1-5-1,0 3 0,-1 0-1,3 0 2,2-2-3,1 3 2,2-3-2,2 0 3,0 0-1,1 0-1,-4-1 3,5 0-2,-4 0 2,1 0-2,0-1 5,0-1-2,2 1 2,-1-2-3,-1 0 4,1 1-1,-1 0-1,-2-3 1,4 0 4,-1 3 10,3-3-6,-1-3 9,1 3 0,0 0-1,-2 0 4,3 0 3,-4 0 0,-1-3 4,0 0-6,-5-2-8,-2-1 3,0-3-10,-2-1 1,0-1 2,-5-1-6,2-3-4,0 1 5,1-2-15,-2 1 7,1-1-2,-1 1-2,-1-1-3,-2 0-12,-3 0 4,-3-2-2,-1-1-2,-3-2-3,-3-3 12,0 2-11,-3-2 6,0 1 11,2 0-2,-2 2 10,0 0-9,0 2 1,0 0-3,-2 1-1,-2 2-8,-2-2 6,-5 1-15,-1 0-11,-1-3 9,-2 1-4,-2-1 8,5 0-5,-2 1 3,0 0 1,3 5-1,-3-3 3,-2 1 9,0 1 1,-3 3-6,0-4 1,-2 0 2,-4 1-6,-4-1 5,-2-1 3,-2 1 3,-6-3-4,0 3 6,-1 0-2,-2 1 6,-1 0 3,-3 0-3,-5-2 5,0 0 0,-7 0-7,1 1 3,1 1 2,2 4-4,7 3 1,4 0 3,7 2-11,11 4 4,2-1 4,5 1-12,3 2-3,3-2-9,1 2-4,0 0-5,0 0-6,-3 0-19,-1 0 1,-1 0-7,1 0-9,3 0 3,2 0-15,6 0-34,-2 0-71,5 0-119,9-4-714,-8 0 0,3 0 0,0-1 0</inkml:trace>
  <inkml:trace contextRef="#ctx0" brushRef="#br1" timeOffset="266318.9008">3243 5372 1306,'0'0'129,"0"0"33,1 0 44,-1 0 49,0 0 47,0-2 27,0 0 17,0 2 15,0-3 17,0-1-76,0 2-18,0 0-18,0-1-34,0 1-43,0 2-41,0 0-25,0-3-12,0 3-16,0 0-17,2-2-16,-1 0-16,2 1-14,2 0-11,2 0-5,3-1-3,1 0-3,0 1-7,4 0 2,-1 0-1,3-1 0,1 2-5,-1 2-3,2-4 0,0 2 0,2 2-3,-1 0-1,2 0 1,-3 2-3,2 0 1,0 1-3,-3-2 2,3 0 0,-3 0 0,1 0 0,0-1-3,1 2 0,-1-1 3,1-1-1,0 2-2,-1-1 1,3 0-3,-4-3-1,1 3-1,1-3-3,-5 1 0,2-1 2,-5 0-2,-1 0 4,-4 0 0,0 0 4,-4 0 5,0 1 2,-1 0 2,0 1 2,2-2 3,-2 0-3,1 0-1,-1 0 4,-1 0 1,-1 0-5,0 0-4,0 1-3,3-1-1,-3 0-5,0 0 0,0 0 2,0 0-3,0 2-3,0-2 0,0 0-2,0 0-16,0 0-15,0 1-20,0 1-54,0 0-77,0-1-168,0-10-519,-3 7 0,2 0 0,-4-2 0</inkml:trace>
  <inkml:trace contextRef="#ctx0" brushRef="#br1" timeOffset="269644.1981">13667 3855 1290,'-2'0'109,"1"0"25,-2 0 25,-1-2 33,3-1 20,-2 2 18,0-2 15,-1-1 12,0-1 7,-5 0-74,0-2-20,-7 2-23,-2 1-20,-7-1-31,-1 3-16,1-1-13,-4 3-12,0 0-8,-2 0 6,-2 0 1,0 0 0,-1 3-1,-1 0-4,1 5-2,-2-1 2,1 3 1,2-1 2,-3 3-1,1 1-3,2 0-7,1 1 6,-1-2 4,4 2 3,1 2 5,1-3-6,4 1-1,4-1-5,2 2-3,1-1-5,3 0-5,2 1-12,2 1-5,1 1-2,0 1-3,1 2-4,3 1-1,-3 1 4,3 2-1,1-2 2,0 0 1,0 2 1,3-1 3,0 3-2,0-3 0,0 4 2,0-2-1,3 0-2,1 0 2,2-2 1,3-1 3,4 1-2,1-1-2,2 0 3,4 1 1,-1-4 4,6 2 1,1-2 1,5-1-4,3 2-2,2-1 0,6 0 0,0 1-2,5 0-2,1-3-1,1-2-2,1-3-1,0-4-3,4-1-2,-1-7-1,4 0-4,0-8 3,-3-1-1,0-2-1,-3-5 3,-4-2-6,-3 0-1,-7-4 4,-4 0-3,-2-4 3,-2 1-1,-3-4-3,-2 2 2,-2-3-1,0-1-4,-1 0 4,-2-1 2,-2-1-4,0-1 3,-6-3-3,-6-1-2,-1-1 4,-5 0 4,-6-1 1,-8 2 2,-6 1 3,-9 6-1,-7 3 0,-6 6-22,2 4-54,-1 7-170,30-2-865,-22 6 0,9-2 0,12-4 0</inkml:trace>
  <inkml:trace contextRef="#ctx0" brushRef="#br1" timeOffset="271683.5359">16532 2563 1650,'0'5'72,"-2"1"42,2 0 47,-2 4 34,2-2 39,0-2 62,2-4 49,0-2 16,8 0 5,5-2-38,9-2-28,7-5-43,1-3-74,4-4-57,-1-3-96,-3 2-129,-10 0-142,-5 1-189,-11-7-419,-12 15 0,-8 2 0,-8 3 0</inkml:trace>
  <inkml:trace contextRef="#ctx0" brushRef="#br1" timeOffset="271950.6601">16429 2624 3596,'9'-1'23,"10"-2"-1,10-5-13,6-2-39,5-2-158,5-18-498,-8 11 0,-9-3 0,-12 0 0</inkml:trace>
  <inkml:trace contextRef="#ctx0" brushRef="#br1" timeOffset="274101.88">4258 5429 3210,'0'0'125,"0"0"47,0 0 33,0 0 21,0 0 16,0 0 8,0 0 2,0 0 4,0-2 1,0 2-68,0 0-55,3 0-44,0 0-33,3 0-22,3 0-14,2 0-5,3 0-1,2 0-3,5 0-3,-2 0 0,4 0-2,2 0-2,4 2 0,-2-2 1,5 0-3,1 2-1,0-1-2,-4 2-4,7-3 6,-4 0 0,1 0 0,-2 0 2,-2 2 0,-7-2-2,-7 0 3,-5 3 1,-2-3 7,-5 0 8,-2 0 2,2-3-2,0 3 1,-1 0-2,-2 0-11,0 0-21,0 0-53,0 0-141,6 0-294,-6 0-535,2 0 0,0 0 0,1 0 0</inkml:trace>
  <inkml:trace contextRef="#ctx0" brushRef="#br1" timeOffset="274912.3559">5230 5470 1006,'0'0'11,"2"0"38,-2 0 54,1 2 57,-1 0 45,6-1 33,2 1 23,0 0 23,0-1 24,5-1 13,-3 0 17,2 0-22,1 0-44,-1 0-52,2 0-42,0 0-30,4 0-20,4 0-19,4 2 1,12-1-4,4-1-17,10 1-14,4 1-8,-3 0-3,-3 1-4,-10 1 0,-12 0-7,-9-3-7,-10-1-17,-6 3-7,0-3 0,-3 0 2,-3 0 2,2 0 0,-1 0 2,0 0-20,0 0-53,-1 0-168,10 0-308,-5 0-437,-1 0 0,2 0 0,-3-3 0</inkml:trace>
  <inkml:trace contextRef="#ctx0" brushRef="#br1" timeOffset="276151.7776">7349 5789 1405,'0'0'102,"0"0"23,0 0 28,0 0 25,0-2 21,0 2 29,0-3 23,0 1 17,0 0 16,0-2-63,0 3 1,0-1-8,0 2-18,0-1-19,0 1-13,5 0-12,3-3-13,7 2-4,10 1 0,7-2 3,11-2-9,3 3-7,4-1-8,0 0-5,-6 0-9,-8 1-15,-10 1-14,-10 0-15,-8 0-28,-4 0-36,-2 0-33,-4 0-39,2 1-105,0 1-219,2-11-632,-2 10 0,0-2 0,2-1 0</inkml:trace>
  <inkml:trace contextRef="#ctx0" brushRef="#br1" timeOffset="276765.058">7939 5578 2764,'0'-1'176,"0"0"44,4-2 13,-1 1 10,1-3 7,8 1 12,1 2 14,6-2 17,5 1 10,-2 0-114,-1 2-60,0-2-41,-9 3-23,-1 4-24,-8 2-24,0 3-34,-9 4-57,-7 4-89,1 1-46,-7-1-15,5 0-8,1-6-12,7-2-8,3-5 12,3 3 29,3-5 36,6 0 67,1 2 94,2 0 54,5 1 26,-2 1 24,-4 1 39,-2 1 40,-5-1 20,-3 1 0,-1-1-4,-5 1-18,-6 0-22,-7-1-25,-6 1-44,-4-1-100,-2-1-144,5-4-233,0-2-470,5-1 0,8-4 0,5-3 0</inkml:trace>
  <inkml:trace contextRef="#ctx0" brushRef="#br1" timeOffset="277113.8065">8269 5528 3301,'7'0'88,"2"0"56,5 1 49,3 5 35,2 4 22,-2 5 9,-3 4 2,-2 6 5,-6-2 1,-3 2-65,-3 1-48,-10-3-151,-5 0-303,-11-34-763,-8 23 0,-7-4 0,-2-7 0</inkml:trace>
  <inkml:trace contextRef="#ctx0" brushRef="#br1" timeOffset="277598.7988">7753 5565 2139,'-8'5'214,"-5"2"81,-2 4 39,-6 5 16,3 2 8,4 7 4,7-1-1,2 1-5,10 0-28,11-4-332,10-11-1014,7 0 0,4-6 0,2-3 0</inkml:trace>
  <inkml:trace contextRef="#ctx0" brushRef="#br1" timeOffset="279372.973">1502 5910 1010,'0'2'77,"0"0"45,3 1 59,-3-1 42,0 1 33,0-1 28,0-1 29,3-1 38,-3 0 30,0 0-25,0 0-19,0 0-32,2 0-46,-2 0-41,2 0-29,2 0-26,2 0-24,1 0-37,1-1-28,3-1-14,3 1-15,-2-1-14,5 0-10,-3 2-4,2-1-1,1-1-2,-2 2-4,5-2 4,3 2-2,2-2-1,6 2-2,5 0 3,1-2-3,2-1 6,6 1-6,-2-1 2,-1 1-2,-3 0-5,-5-1-1,-8 2-2,-6 1 2,-10-1-8,-8 1 2,-2 0 2,0 0 7,0 0 5,0 0 7,0 0 2,0-2 0,0 2-2,0 0-10,-2 0-26,2 0-93,-2 0-160,2-2-259,-3 1-437,2 1 0,-1-1 0,2 0 0</inkml:trace>
  <inkml:trace contextRef="#ctx0" brushRef="#br1" timeOffset="280303.6922">2419 5994 1470,'0'1'74,"3"1"12,-3 2 22,0 0 47,0-2 34,0 0 26,0-1 20,0-1 16,0 0 14,1 0-49,-1 0-2,0 0-9,3 0-2,1 0-18,4 0-12,5 0-13,2 0-7,7 0-6,6 0-7,5 0-5,2 0-7,3-1-4,-7-1-18,-3 1-29,-7-1-21,-10 0-14,-8 1-16,1 1-13,-4 0-10,0 0-5,0 0-2,0 0 0,0 0-1,0 0 4,0 0 2,0 0 2,0 0 0,0 0 1,0 0-11,0 0-47,0 0-139,0 0-265,-4-1-509,4 0 0,-3-2 0,-1 0 0</inkml:trace>
  <inkml:trace contextRef="#ctx0" brushRef="#br1" timeOffset="282208.426">18295 6014 2377,'0'0'62,"1"0"21,2 0 34,0 0 46,1 0 46,-1 0 38,-1-2 34,1 2 21,-1-2 11,-1 1-43,-1-1-12,1 2-22,-1-1-34,0 1-46,0 0-45,0 0-38,2 0-29,-1 0-5,4 0 6,1 0 1,11-2 1,6-5-1,11-4 3,9-8 3,11-5 0,5-7-1,3 0-5,-6-1-18,-6 3-24,-12 1-11,-11 6-19,-14 7-74,-4 5-100,-7 7-111,-2 1-187,-7-4-475,-1 11 0,-3 0 0,1-2 0</inkml:trace>
  <inkml:trace contextRef="#ctx0" brushRef="#br1" timeOffset="283595.2367">22080 6369 3392,'0'0'90,"0"0"64,0 0 40,0 0 14,0 0 10,2 0 11,5 0 12,0 0 8,6-1 7,9 1-24,1-2-53,11 2-56,10 0-30,10 0 5,18 0 4,16 2 10,16-1-6,12 4 11,3 2 16,2 2 8,-11 1-5,-16-1-4,-25 0-11,-26-3-31,-20-2-24,-15-1-49,-9-2-72,-8 0-84,-9 1-190,0-2-335,-17 0-544,-6-2 0,-2-2 0,-3-9 0</inkml:trace>
  <inkml:trace contextRef="#ctx0" brushRef="#br1" timeOffset="286085.6451">3161 5983 1652,'0'1'66,"0"-1"26,0 0 29,0 1 22,0-2 20,3 1 8,-1-1 19,0-1 18,3 1 26,0 0-25,-4 0-8,0 0-23,1 1-30,-2 0-23,4-3-15,-3 2-7,5 1-10,-1-2-3,2 2-13,3 0-9,2 0-9,1 0 2,-1 0 2,1 0 0,-1 0-3,3 2 4,2-2-6,4 4-15,6-3-8,3 4-5,5 0 2,2 0-3,0-2 1,4 1 0,-2 0 2,-5-2-6,4 1-1,-2-1 0,-3 1-4,-4 0-5,2 1-4,-6-4-1,-3 0-4,-3 2 3,-5 0 0,-7-2 20,-3 0 13,-4 0 13,0 0 10,0 0 5,0 0 3,0 0 2,0 0 5,0 0 3,0 0-2,0 0-11,0 0-11,0 0-12,0 0-11,0 0-14,0 0 1,0 0-10,0 0-12,0 0-14,0 0-12,0 0-20,0 0-35,0 0-75,0 0-179,0 0-170,0-21-514,-2 18 0,0-2 0,-1-1 0</inkml:trace>
  <inkml:trace contextRef="#ctx0" brushRef="#br1" timeOffset="289939.3832">16452 5621 804,'0'0'128,"0"0"51,0 1 43,0 1 31,0-2 22,0 0 20,0 1 20,0-1 18,0 0 17,0 0-64,0 0-30,0 2-31,0-2-29,0 2-25,0 2-19,0-1-12,0 2-17,0-2 0,0 2 3,0-3-3,0 0 3,2-1-9,4-1-11,8 0-4,4-3-4,7-4-5,8-3-6,-2-5-19,2-2-26,-4-3-28,-7 3-44,-7 2-57,-8 4-112,-1 4-122,-6 2-143,-6-5-501,-5 8 0,-5 2 0,-6 0 0</inkml:trace>
  <inkml:trace contextRef="#ctx0" brushRef="#br1" timeOffset="290279.4776">16407 5544 2103,'0'1'185,"0"-1"17,4 1 11,9-3 14,6-3 7,9-6 3,8-2 2,3-5-25,-2 0-51,-2-1-308,2-4-231,-14 7-323,-8 3 0,-7 1 0,-4 5 0</inkml:trace>
  <inkml:trace contextRef="#ctx0" brushRef="#br1" timeOffset="292363.8911">16439 6236 871,'-1'3'121,"1"-2"41,0 2 39,0 0 26,0 0 19,0-2 18,0-1 19,0 0 26,0 0 27,0 0-56,0 0-24,0 0-33,0 0-34,0 0-25,0 0-20,0 0-17,0 0-18,0 0-21,0 1-11,1-1-12,4 1-1,4-1-2,6 0-2,6-1 8,4-2 0,4-2 2,-4-2-1,-3-1-8,-4 2-31,-8-1-87,-3 5-146,-4 0-188,-6-14-537,0 14 0,-1 0 0,-8 1 0</inkml:trace>
  <inkml:trace contextRef="#ctx0" brushRef="#br1" timeOffset="292671.3546">16489 6311 2174,'0'1'138,"1"-1"6,3 0 5,8 0 8,1-2 5,8-2 0,7-1-10,0-2-88,1-3-202,-6 1-494,-3 1 0,-6 1 0,-3 4 0</inkml:trace>
  <inkml:trace contextRef="#ctx0" brushRef="#br1" timeOffset="293357.6323">16482 6704 1310,'0'2'174,"0"-2"43,1 0 43,-1 1 39,0-2 45,0 1 43,0 0 26,0-2 20,2 2 15,2-2-114,3 0-42,8-3-37,4-1-41,7-2-39,6 1-46,-1-2-47,0 2-51,-5 2-82,-3 2-158,-7 2-290,-9 1-508,-7 0 0,-10 0 0,-5-2 0</inkml:trace>
  <inkml:trace contextRef="#ctx0" brushRef="#br1" timeOffset="293659.8201">16549 6772 3475,'14'-2'37,"6"-3"3,5-1-24,10-2-179,-10-13-518,-3 15 0,-7-2 0</inkml:trace>
  <inkml:trace contextRef="#ctx0" brushRef="#br1" timeOffset="295521.553">4243 6049 810,'0'0'90,"2"0"48,0 0 50,-1 0 44,-1 0 51,1-2 29,-1 2 19,0-1 21,0 0 11,0 0-38,0-2-37,0 3-44,0 0-47,0-2-31,0 0-37,0 2-19,0-2-7,0-1-12,0 3-3,0-2-4,0 2 2,0 0 3,0-1-4,0-2-12,0 3-18,0 0-7,0-1-16,0 1-9,2 0-4,1 0-4,1 0-5,0 0-7,7 0 2,-1 0 2,0 0 1,2 0 0,3-2 6,1 2-1,-1-2-2,3 2-4,0 0 0,0 0 3,4 0 1,-4 0-4,7 0 6,-1 0-4,-2 0-3,1 0 1,2 0-1,2 0 9,5 0 1,1 0 0,7 0-2,-4 0 6,-1 0-6,-5 0 2,-2 0 4,-11 0-1,-6 0 2,-4 0 1,-4 0 0,-3 0 6,1 0-2,-1 0-4,3-1-5,-3 1-22,0 0-75,0 0-166,4 0-258,-4 0-512,3 0 0,-3 0 0,2 0 0</inkml:trace>
  <inkml:trace contextRef="#ctx0" brushRef="#br1" timeOffset="296228.7641">5308 6067 1187,'0'0'173,"0"1"21,1 1 20,-1-1 18,0-4 17,0 3 18,0 0 20,2 0 17,3 0 25,2 0-124,5 0-20,6 0-19,6 0-13,2 0-11,5 0-11,-1 0-13,5 0-16,4 0-1,7 0-3,3 0-10,1-1-10,-1 1-3,-5 0-5,-10 0-4,-12 0-6,-4 0-3,-11 0 4,-4 0-11,-3 0-20,0 0-4,0 0-10,0 0-34,0 0-67,0 0-96,0 0-118,15-5-687,-12 5 0,4-1 0,1 0 0</inkml:trace>
  <inkml:trace contextRef="#ctx0" brushRef="#br1" timeOffset="296821.484">6254 6070 297,'0'-3'44,"4"2"30,0 0 41,6 0 26,1 1 22,3 0 31,5 0 51,3 0 50,6 0 25,4 0 5,7 0 19,6 0 5,5 0-30,2 0-24,-4 0-19,-2 1-27,-14 0-52,-8-1-46,-13 1-18,-3-1-9,-8 0-26,3 0-25,-3 0-6,0 0-6,0 0-33,0 0-92,0 1-107,4-1-257,-3 2-434,2-1 0,-1 0 0,0-1 0</inkml:trace>
  <inkml:trace contextRef="#ctx0" brushRef="#br1" timeOffset="297823.1941">8362 6307 3323,'0'3'80,"0"-3"27,0 0 49,0 0 40,4 0 26,2 0 15,0 0 4,5 0 6,4 0 8,-3 0-65,6 0 2,-3 0-18,7 0-46,3-3-37,6 3-22,3-1-11,14-1 8,3-2-6,6 2 0,3-1-10,-1 1-6,-5 0-6,-7 2-3,-6-1-5,-8 1-1,-11 0 8,-4-1-14,-4 1-1,-4 0 2,-3-2 1,-3 2 0,2-1-6,-4 1 0,-2-1-25,1 0-49,2 1-100,-1 0-209,5-9-834,-3 7 0,4-2 0,2-2 0</inkml:trace>
  <inkml:trace contextRef="#ctx0" brushRef="#br1" timeOffset="298295.0603">9309 6131 3494,'0'0'49,"0"0"37,0 0 45,0 1 31,0 2 16,0 4 14,0 6 8,0 1 9,0-1 9,0 2-21,3-5-11,2-2-30,6-1-42,6-3-30,5-2-22,6-2-29,2 0-23,2 0-15,-5-1-12,-2 1-11,-7 0-7,-6 0-11,-5 0-1,-4 0 8,0 4 17,-3 5 32,0 3 21,0 5 13,3 1 5,-1 1 1,0-3 4,2-3-14,-3-3-108,9-3-383,-10-4-605,-3-4 0,0-5 0,-2-6 0</inkml:trace>
  <inkml:trace contextRef="#ctx0" brushRef="#br1" timeOffset="298762.6229">9743 6109 2622,'3'6'123,"1"3"48,7 5 54,0 3 41,2 6 21,-2 0 6,3 2 6,-9 1 2,1-1-16,-9-2-155,-5-3-238,-14-12-870,-9 2 0,-2-5 0,-10-4 0</inkml:trace>
  <inkml:trace contextRef="#ctx0" brushRef="#br1" timeOffset="299221.3076">9105 6073 3738,'-5'0'46,"0"-1"62,0 1 42,-9 3 37,0 5 27,-1 7 16,-5 8 5,5 6 3,3 5 2,5-1-23,7-2-26,12-4-106,16-2-266,4-21-958,10 8 0,2-2 0,2-8 0</inkml:trace>
  <inkml:trace contextRef="#ctx0" brushRef="#br1" timeOffset="300816.5515">1574 6650 700,'3'-3'33,"-3"-2"-1,0-3-1,3 2-2,0 2 0,-2-1 2,2 1 1,-1 2 11,-2-2 20,0 4-12,0-1 1,0 1 4,0 0 2,0 0-3,0-2-3,0-1-6,0 2-9,0-1-35,-2-1-50,-1-2-42,2-1-28,-2 2-22,0 0-1,0 2 3,0 0 10,3 4 27,-5-2 41,4 0 50,-2-2 67,3 4 68,-3 0 66,6-1 42,-3 3 13,0-1 3,0-2-6,0-1-27,0 1-34,0-1-28,0 1-33,0-1-23,0 2-18,0-2-6,3 1 4,3 0 12,0-1 9,4 0 7,1 0 6,4 0 4,-1 0 0,5 0-14,1 0-16,-1 1-14,5-1-4,1 1 6,4-1 3,4 2 8,-2-4 4,9 2 6,-1 0-1,1 0 5,-4 0-8,-3-1-4,-6 1-8,-11 0-20,-6 0-6,-4 0-5,-5 0 1,-1 0 0,-1 0 5,1 0-6,1 0-10,-2 0-14,1 0-38,-3 0-94,3 0-229,-2-11-584,1 9 0,0-5 0</inkml:trace>
  <inkml:trace contextRef="#ctx0" brushRef="#br1" timeOffset="303051.0655">2434 6529 521,'0'0'67,"0"0"41,0-1 30,0 1 16,2 0 12,-1 0 16,0 0 17,2 0 30,-3 1 25,2-1-19,-2 0-15,0 0-32,0 0-17,2 0-6,-2 0-3,0 0-7,3 0-7,-3 0-18,3 0-13,-3 0-12,0 0-14,0 0-9,2 0-15,-2 0-13,0 0-13,0 0-8,2 0-4,2 0-3,-1 0-5,4 0 3,0 0 16,1 0 17,4 0 12,5 0 18,3 0 11,7 0 7,2 0-2,-1 0-3,2 0-4,-4-1-5,-4 1-18,-8 0-16,-7 0-11,-2-1-13,-2 1-9,-3 0-7,0 0-7,0 0-12,0 0-26,0 0-58,0 0-46,0 0-49,0 0-96,4 0-163,-2-12-408,-1 12 0,1-2 0,-1 0 0</inkml:trace>
  <inkml:trace contextRef="#ctx0" brushRef="#br1" timeOffset="304661.727">18353 8598 920,'0'0'115,"0"2"30,0-2 20,4 1 35,-4-1 33,0 0 26,0 0 35,0 0 52,0-1 45,0 1-47,0-2-20,0 0-20,0-1-13,0 1-27,2-1-33,-2 2-26,0 0-31,0 1-53,0 0-44,2 0-29,-2 0-2,6 0 5,2 0-2,10-1-2,10-4-4,13-4 3,8-4-3,12-7 0,4-6 1,2-1-8,-5 0-28,-9 2-34,-12 5-27,-14 3-67,-16 6-67,-11 7-69,-11 2-127,-6 2-159,-10-28-326,-4 36 0,-4 0 0</inkml:trace>
  <inkml:trace contextRef="#ctx0" brushRef="#br1" timeOffset="305014.7462">18593 8387 2472,'0'0'121,"4"-2"30,6-2 18,7-4 11,10-6 18,13-6 6,8-3 6,4-4 3,-1 0-13,-6 4-151,-9 0-89,-7 5-119,-7 0-160,-9 0-410,-9 10 0,-6 5 0,-7-3 0</inkml:trace>
  <inkml:trace contextRef="#ctx0" brushRef="#br1" timeOffset="306805.7528">22278 8352 2447,'4'0'67,"-1"0"21,1-1 22,0 1 14,-1 0 9,-3 0 4,5 0 13,-1 0 13,2 0 32,-2 0-25,5 0 9,0 0-11,0 0-15,5 0 1,3 0 1,3 0 3,2 2-3,6 0-9,7 2-24,5 0-20,14 0-15,8-2-2,15 3-6,9 0-8,12-2-3,9 5-4,1 3-6,2 1-4,-9 2-6,-15-3-10,-14 0-6,-21 0-8,-16-2-3,-17-4-4,-7-1 15,-11-3 25,0 0 6,0-2 11,0 1 8,0 0 0,0 0 2,0 0 7,0-1 0,0 1-1,0-3-26,0 3-28,0-1-1,0 1-7,0 0-18,0-1 1,0 1-21,0-3-36,0 2-39,-2 0-20,-4 1-40,0-1-100,-1 1-142,-1 0-267,-5 0-401,-2-1 0,3-1 0</inkml:trace>
  <inkml:trace contextRef="#ctx0" brushRef="#br1" timeOffset="309808.6422">3196 6649 1762,'0'0'81,"0"0"45,2 0 25,0-2 23,2 0 27,0-1 27,0-1 22,-1-1 19,0 0 12,0 1-46,-1-1-14,0 1-37,-2 1-20,4 0-18,-3 2-26,2-1-25,3 0-20,2 2-12,0 0-11,7 0-1,2 0-2,5 0-1,3 0 2,6 2 7,5 0 9,7-1 3,4 3-1,0-1-4,3 2-1,0-2-9,-7-1-6,-4 1-7,-7 1-8,-10-3-7,-4-1-13,-8 2-5,-3-1 1,-5-1 6,1 1 12,-3-1 5,-3 0 7,6 0 1,-3 0 2,0 0-2,0 0 2,0 0 0,0 0 0,0 0 4,0 0-27,0 0-5,0 0-4,0 0-1,0 0-1,0 0-10,0 0-9,0 0-14,0 0-33,0 0-73,0 2-107,2-1-174,2-2-174,-3 1-353,2 0 0,-3-2 0,2 1 0</inkml:trace>
  <inkml:trace contextRef="#ctx0" brushRef="#br1" timeOffset="311659.0955">4241 6664 1404,'0'4'208,"0"-1"39,0 4 32,0-5 53,0-2 34,0 0 18,0 0 9,0 0 12,0 0 6,0 0-146,0 0-53,0 0-31,0 0-16,0 0-41,0-2-28,6 2-14,5-3-7,11 2-6,6-2-6,12-1-5,7 1-3,-1 2-7,7-3-16,-3 4-10,-3-2-8,2 2-2,-5-2-5,-1 2-4,-3-1 0,-7 1 2,-4 0-3,-8 0-3,-8 0 4,-7 0-1,-6 0 2,0 0-2,0 0 1,0 0-8,0 0-26,0 0-70,0 0-143,2 0-162,45-5-643,-40 3 0,6 2 0,-1-2 0</inkml:trace>
  <inkml:trace contextRef="#ctx0" brushRef="#br1" timeOffset="312184.5685">5258 6689 1952,'0'3'101,"0"-3"22,0 4 27,0-2 29,0 0 16,0-1 14,3-1 10,-1 0 12,4 0 8,-2-1-57,9 1 5,2 0-4,7 0-17,6 0-21,9 0-3,12 0 0,9 0-11,9 0-10,4 0-6,-2 0-18,-7 0-30,-6 0-17,-16 0-12,-14 1-17,-9 0-24,-12-1-14,-2 1-2,-6 0-7,2-1-29,-6 0-49,4 3-91,1-2-162,11-2-564,-6 1 0,-2 0 0,5-1 0</inkml:trace>
  <inkml:trace contextRef="#ctx0" brushRef="#br1" timeOffset="312704.9822">6233 6739 1200,'0'4'109,"0"-1"29,2 0 40,3 2 28,3-3 26,4 1 22,7-3 23,6 0 15,1 0 19,5 0-71,6 0-21,0 2-13,5-2-29,0 1-24,2 0-23,-11 1-23,-1-2-20,-11 1-16,-6 0-19,-8 0-19,-1-1-20,-4 2-35,0-2-41,-2 0-45,3 1-65,2-1-134,10-4-495,-3 3 0,-1 1 0,5-3 0</inkml:trace>
  <inkml:trace contextRef="#ctx0" brushRef="#br1" timeOffset="313135.6482">7216 6790 2074,'3'2'128,"1"-1"46,6-1 49,9 3 45,6-3 39,13-4 33,6 2 34,16-1 12,9 2 3,8-2-82,3 2-49,-8 1-64,-12 0-109,-16 1-197,-16-1-253,-16-17-641,-9 16 0,-6-1 0</inkml:trace>
  <inkml:trace contextRef="#ctx0" brushRef="#br1" timeOffset="315023.225">16417 7585 823,'0'0'103,"0"0"23,0 0 29,2 0 32,-2 0 36,1 0 27,0 0 24,-1 0 21,3 0 26,-2 0-34,0 0-1,-1-1 2,1 1-14,-1-1-22,2 1-33,-2 0-24,0-1-24,3 1-18,-3 0-27,3 0-37,-3 0-29,1 2-21,1 2-15,-2 5-8,0-1 0,0 6-3,0-3 2,0 1-3,0-1 0,0-2 4,0-4 2,0-1 11,0-3 12,0-1 7,5 0-5,2 0 4,3-1 0,1-3 2,10-1-1,1-5-2,7-2 0,3-4-17,1 1-11,3-3-8,-2 1 0,-8 5 0,-8 0-5,-7 3-3,-5 6-8,-6 1-10,0 0-25,-2 2-62,-1 2-101,2 0-138,-2-2-197,0 3-384,-2-3 0,-2 0 0</inkml:trace>
  <inkml:trace contextRef="#ctx0" brushRef="#br1" timeOffset="315388.3933">16425 7513 1575,'0'4'128,"0"1"71,0 0 41,4-1 37,5-3 18,7-1 13,7-4 8,7 0 1,7-3 5,0-4-90,3-1-38,0-3-71,-4 0-77,-8 0-86,-4 3-75,-8 2-168,-1-4-179,-11 8-272,-8 2 0,-4 2 0,-3 3 0</inkml:trace>
  <inkml:trace contextRef="#ctx0" brushRef="#br1" timeOffset="316755.2634">15607 8092 1452,'0'0'148,"3"0"40,-3 0 32,2 0 25,0 0 19,-1 0 22,2 0 28,0 0 21,-2 0 16,2 0-93,-3 0-38,3 0-30,-1 0-19,-2 0-9,6 2 0,-3 0-7,5 0-16,2 1-12,5-1-12,2-2-7,5 0-5,1 0-9,5-4-14,-3 1-14,0-1-18,-8-2-22,-5-2-26,-5 3-63,-4 5-125,-2-2-106,-1 2-221,-4-16-478,-5 14 0,-1 1 0,-7-1 0</inkml:trace>
  <inkml:trace contextRef="#ctx0" brushRef="#br1" timeOffset="317115.4719">15561 7971 2328,'0'2'112,"0"2"55,0-2 84,0 0 53,3-2 21,9-1 9,5-2 10,9-5 6,6 0 2,3-7-74,2-1-40,-6 0-81,-1 0-129,-3 3-140,-12 3-148,-2 2-204,-9-10-482,-2 15 0,-4 0 0,-2 6 0</inkml:trace>
  <inkml:trace contextRef="#ctx0" brushRef="#br1" timeOffset="318146.2044">14940 8385 1760,'1'0'82,"-1"0"35,0 0 39,1 0 36,-2 0 29,2 0 28,-1 0 29,0 0 27,0 0 19,0 0-42,0 0-9,0 0-20,0 0-15,0 0-19,2 0-20,-2 1-17,6 0-21,2 2-14,7-3-12,6 0-8,8 0-8,3-3-13,1 1-20,-2-4-10,-5-2-6,-6 1-11,-7 0-24,-6 1-48,-4 4-42,-3 1-45,0 1-83,-4 0-133,0 1-236,-3-31-494,-7 26 0,1 1 0,0-5 0</inkml:trace>
  <inkml:trace contextRef="#ctx0" brushRef="#br1" timeOffset="318487.4784">14922 8273 1828,'-3'3'82,"3"-2"64,0 1 58,0 0 46,0-2 40,4 0 33,6-2 18,7-1 10,10-4 8,9-2-35,6-6-40,-1-1-65,1 1-63,-15 4-90,-7 2-137,-6 3-145,-4 0-225,-9 4-458,-1 1 0,-5 1 0</inkml:trace>
  <inkml:trace contextRef="#ctx0" brushRef="#br1" timeOffset="319386.5754">14753 8868 1934,'1'0'111,"-1"0"32,1 0 34,0 0 32,-1 0 34,1 0 35,3 0 36,-3 0 35,3 0 31,5-2-60,2 1-21,7 0-22,3-3-29,5-3-31,3 0-27,-1 0-39,-7 0-34,-2 0-43,-8 3-70,-4 2-87,-4 2-129,-3 0-186,28-2-670,-37 4 0,-4 1 0,-4 2 0</inkml:trace>
  <inkml:trace contextRef="#ctx0" brushRef="#br1" timeOffset="319733.4195">14812 8946 2731,'0'2'164,"0"1"79,3-2 41,3 1 24,3-4 14,12-2 5,8-1 0,6-5-1,2-1-29,-1 1-215,-1 1-323,-6-15-793,-8 15 0,-8-3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08T16:49:02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3305 2643 878,'-3'0'114,"2"0"21,1 0 40,-1-1 24,-1-1 22,2 0 15,0 1 16,0-1 10,-3 0 7,2 0-86,0-2-9,0 0-10,-1 1-34,-2-2-18,-2 2-19,1-2-16,0 4-14,-3-1-12,1 2-6,-1-2-8,1 2-12,-3 0-9,3 0-8,-1 0-5,-2 0-3,1 0-1,-5 2-3,0 1 2,2 2-1,-4 5 0,-1 1 0,2 3-2,1-2 0,-1 3-2,5 1-2,1-1-1,-1 0 1,4-2-2,-2 1 0,4 0 4,-2 0-3,5-1 2,-3 1 0,3 1 2,-2 0 4,0-1 0,1 5 1,-2 0 1,-1 0 0,2 5-1,-3 1 1,5-3 0,-3 1-2,2-3-3,2-3 0,0 0 3,-2-2 0,2-3 4,2-1 0,0-1 1,3-2 2,3 2 2,2-2 5,3 0 4,-2-2 3,3 3-1,0-4-1,-3 0-1,3 0-2,-3-1 2,3-1 0,1 1-5,-1-2 1,0-1 6,2-1-4,1 0-4,1 0 5,-1 0-4,5 0 1,1 0-1,0 0-4,1 0 3,1 0-1,-5-1-8,2 1 3,-2 0 3,-1-1-6,-1 1 2,-3 0-1,1 0 1,-2 0 0,-2 0 1,2 0 0,1 0 1,0 1-3,3 0 0,2 1 3,3 0 0,2 1 1,-3-3-1,1 3 0,0-1 0,-2 1 0,-4 1-2,2 0 2,2 0 0,-3-3-3,1 1-1,4 1 6,-1-3 0,3 1-4,1-1 2,5 0-3,-1 0 3,-1 0-1,2 0 1,-4 0 0,3 0 2,-5 0-5,-2 0-4,1 0 5,-2 0 0,-2 0-1,4 0 0,-4 0 0,2 0-1,3 0 0,-3 0-1,2 0-1,-2 0 2,-3 0 1,2 0-4,-7 0 3,3 0-4,-5 0-1,2 1 1,-3 1 2,0 0-3,-1 3 1,-1-1 1,1 0 0,3 1 1,-1 1 1,4 0-1,0-1 4,5 2 0,-2 2 0,5-4 3,1 0-2,0-1-1,4 0 2,0-1-1,-4-1-2,0 1 3,-3-2-2,-4 1-2,-4-1-9,-2-1 2,0 0 1,1 0 1,1 0 1,3 0-3,3 0 4,2-1-1,2 0-5,-1 0 6,0 0 4,-2-2 0,1 3 1,-6-2-3,-1 0-4,-4 1 3,-3 1 0,-2-1-1,1 1 0,-3 0-1,1 0 3,1 0-1,1 0-1,0 0 0,1 0 3,6 0 1,0 0-5,1 0 1,2 0 2,-3 0-1,5 0 0,-5 1-2,1 0 0,-1 1-1,0 0 0,0 1-1,-3-2 3,0 1 0,1-2 0,0 1 2,1-1-1,4 0 0,1 0 1,3 0 2,0 0-5,1 0 4,0 0-1,0 0-1,2-1 0,-3 0 1,-3 0-2,1-1 2,-2-2 2,-9 1 0,2-1 2,-2 1-3,0-1 1,2 1 0,0-1 0,1 0-4,3-2 4,0 2-4,5-1-2,2 0 1,1 0 1,-1 2 0,3-1-6,-4 2 1,0 1 3,-1-1 0,-3 1-2,-1 1 3,-6 0 0,1 0 3,-4 0-2,2 0 1,-2 0 5,2-2-1,1 2-2,-1 0 4,0-1 0,1 0 3,1 0-1,4-2-1,-3 2 0,3-4-2,1 1 1,2-2-1,-3 1 2,1 0 0,-1-2 1,0 0-5,-4 0 5,-1 0 1,-2-1 1,3 2 4,0-1 1,-2 1 4,4-3-3,3 0 2,1-3-1,-1 0 1,-1 1-4,1-1-1,-1-1-2,-1-1-2,-2 1-1,-2-1-2,4 1 1,1 0-3,-6-2 2,-1 3 1,0-2 3,-2 2 3,1 0 3,-3-1 0,1-1 2,0 1 1,-1-2-3,2 0 4,1 3-4,-2-3 0,0 3-3,2-1-3,-2-1-2,-1 3 0,-2-4 0,2 2-1,-3-1 0,0-2 4,0 2-2,0-3 0,0 2-2,0-1 0,-5 1-2,-1-1-3,-6 0-6,-5-1-7,-8 1-4,-3 0-6,-7 3 1,-2-1-2,-5 0 4,-2-1-2,-3 2 1,-2 0 0,2-3 1,1 2 7,2 3 1,1 3 3,0-1 0,0 6 0,0 1-2,-4-1 1,-3 2-4,-7 1 0,-3-1-3,-7 3-17,-4 1-3,-2 0-2,0 2-1,2 0 2,5-1 0,3-1 0,2 0 6,5 0 2,-4 0 7,3 0 18,-3-2 2,-3 1 3,-4 0 2,-4 3-1,-4 0 0,-4 5 0,0 0-2,0 2 3,2-1-2,-1 3-2,4 0-4,4 0-8,-1-4-6,11 2-18,6-3-22,17 0-106,9-5-112,19-2-116,11 2-218,13-4 0,17 0 0,24 0 0</inkml:trace>
  <inkml:trace contextRef="#ctx0" brushRef="#br0" timeOffset="840.2102">6677 2495 866,'-6'2'119,"2"2"61,-2-2 59,1 3 48,5-1 30,0-3 11,0 0 6,0-1 7,0 0 8,0 0-51,0 0-42,0 0-32,0 0-26,0 0-20,0 0-10,0-1-7,8-1-7,7-4-7,10-5-5,10-6-18,4-5-13,4-1-36,-4-1-56,-4 1-60,-9 4-95,-9 2-152,5-2-742,-19 10 0,-4 4 0</inkml:trace>
  <inkml:trace contextRef="#ctx0" brushRef="#br0" timeOffset="1238.7407">7047 2415 1427,'0'5'165,"0"0"71,0-1 28,2-1 2,4 0 2,7-9 7,9-3 10,8-5 4,8-3 6,2-4-94,-3-2-91,-3 1-105,-5 5-124,-3-3-202,-9-11-408,-6 19 0,-4 1 0,-7 4 0</inkml:trace>
  <inkml:trace contextRef="#ctx0" brushRef="#br0" timeOffset="2180.9357">7330 2920 450,'0'-1'-26,"0"0"-16,1 1-34,-1-1 0,0 3 0,0 1 0</inkml:trace>
  <inkml:trace contextRef="#ctx0" brushRef="#br0" timeOffset="10038.1836">7538 2196 592,'0'0'52,"0"0"21,0 0 12,2 0 9,0-4 2,6 1 2,0-1 1,5-2 2,-4-2 4,0 4-25,-2 0 5,-4 1 2,-3 3 16,3-2 15,-3 2 12,0 0 12,0 0 9,0 0 12,0 0 10,0 0 11,0 0-4,0 0-8,0 0-21,0 0-17,0 0-14,0 0-14,0 0-6,3 2-9,-3 1-12,0 0-13,0 2-9,2 3-10,-2-2-5,0 0 11,3-1 24,1-3 16,9 0 2,8-4-5,12-9 2,7-4-8,6-5-10,0-5-10,-6-1-20,-10 3-52,-6 4-100,-6 4-230,-7 1-114,-11 7-351,-6 2 0,-6 4 0,-6 5 0</inkml:trace>
  <inkml:trace contextRef="#ctx0" brushRef="#br0" timeOffset="10273.7439">7775 2314 2245,'-4'12'137,"2"2"97,2-2 33,9-3 8,15-13 2,17-14-2,11-7-24,13-6-64,0-5-115,-4-3-246,-3 0-635,-26 9 0,-15 6 0,-12 5 0</inkml:trace>
  <inkml:trace contextRef="#ctx0" brushRef="#br0" timeOffset="11482.2848">6879 3714 3594,'-1'0'26,"-2"0"13,3 1 34,-1 4 54,-2 5 37,2-1 27,1 6 23,0 1 9,0 1 7,4-3-26,2 1 5,7-4-8,5-5-30,7-3-69,7-6-94,4-5-160,1-2-166,-4-8-85,-3-4-73,-14-5-14,-7 0 13,-8 5 53,-1 5 79,0 9 74,-4 3 93,1 5 172,-4 0 224,0 3 104,2 3 107,1 4 28,2 4-6,2 4-58,0-1-81,0-1-72,0-3-121,6-1-170,8-7-373,-6-4-516,2-1 0,-1-6 0,0-5 0</inkml:trace>
  <inkml:trace contextRef="#ctx0" brushRef="#br0" timeOffset="11842.3844">7287 3593 5046,'0'-2'20,"0"2"2,0 2 8,0 3 9,0 7 6,0 5 5,0 4 0,0 2 0,4-4 4,3-1-6,7-10 6,4-4 4,10-6-8,5-7-12,0-10-7,-2 1-14,-5-4-15,-9-1-13,-9 0-27,-5 3-39,-6 1-35,-3 4-44,-3 5-51,-4 6-84,1 2-203,-1 3-369,4 3 0,4-3 0,7-1 0</inkml:trace>
  <inkml:trace contextRef="#ctx0" brushRef="#br0" timeOffset="12196.631">7602 3511 4022,'0'-1'122,"5"-2"5,5-1 2,11-4-1,8-2 2,8-4-3,3 0-13,-6-1-25,-5 5-23,-11 3-168,-7 3-26,-9 2 5,-2 4 16,-6 4 44,-1 5 15,-4 4 15,-1 9 22,0 6 33,4 4 37,3-1 52,4-1 17,1-7-67,2-2-205,6-14-791,0 0 0,2-3 0,-1-10 0</inkml:trace>
  <inkml:trace contextRef="#ctx0" brushRef="#br0" timeOffset="13208.7911">12509 2194 2049,'1'4'137,"-1"-2"11,1-1 13,6 1 40,1-7 19,8-4 25,6-1 15,2-5 8,6-1 3,-3 0-119,-1 2-33,-1 2-76,-7 5-157,5-2-278,-16 6-361,-1 1 0,-12 0 0,-9 1 0</inkml:trace>
  <inkml:trace contextRef="#ctx0" brushRef="#br0" timeOffset="13385.1785">12609 2240 3904,'15'0'101,"8"-4"6,12-3-9,9-1-109,13-1-353,-11-2-403,-4-3 0,-14-1 0</inkml:trace>
  <inkml:trace contextRef="#ctx0" brushRef="#br0" timeOffset="14720.3445">9399 3009 526,'0'0'29,"0"0"4,0-1 5,0 1 5,0 0 3,0-2 1,0 2 1,0-2-1,0 0-16,0 0-43,0-1-13,0 1-12,0 1-16,0-1-23,0 2-61,0 0 0,0 5 0</inkml:trace>
  <inkml:trace contextRef="#ctx0" brushRef="#br0" timeOffset="16476.9489">9449 2990 195,'0'-2'56,"0"1"11,0 0 9,0 0 14,0-1 22,0 2 20,0 2 13,0 0 7,0-2 2,0 1-40,0 1-21,0-2-12,0 0-9,0 0-11,0 0-21,0 0-20,1 0-20,1 0-39,2-2-56,3-3-210,-4 4 0,1-1 0,-4 1 0</inkml:trace>
  <inkml:trace contextRef="#ctx0" brushRef="#br0" timeOffset="19322.6642">9448 3042 788,'0'0'107,"0"1"20,0-1 13,0 2 20,0-3 24,0 2 29,0 0 24,0 0 18,0-1 19,0 3-57,0-3-11,0 0 1,0 1 3,0-2-5,0 1-18,1 0-27,2 0-16,1 0-15,3 0-16,1 0-15,5 0-19,1 0-20,1 0-18,0 0-12,3 0-5,-1 0-2,-2 0-5,2 0-2,-1 0 0,0 0-7,1 0 1,-1 0 1,5 0 3,-2 1 1,1 0 6,3 1 2,-4-2 1,1 0 0,-2 0 3,-3 0 5,5 0 0,-4 0 3,1 2-1,1-4-6,-1 2-2,2 0-5,-4 0-1,-1 0-1,0 2-4,0-2-2,-2 2-2,1-1 0,-2-1-1,0 0 4,4 0-3,2 0 6,-2 0 5,7 0 20,8 0 7,0 0-2,6 0 0,2 3 1,-5-1 0,-1 2-4,-5 1 1,-3 0-5,-3 0-3,-2-3-24,-1 2-2,-1-2-3,-3-1 1,1 1-2,2 0 5,2-2 0,5 1-2,0-1-1,1 1-2,1 2 4,-1-1-2,-2 0 1,-2 0-1,1 1-1,-3-2-1,2 0 0,0 0 3,0-1-1,4 0 1,1 0-1,4 0 0,0 0-1,-2 0 1,0 2-1,-3-2-3,-5 1 0,-3-1 0,-6 0-3,-7 1 2,0-1 8,-4 0 8,0 1 4,0-1-1,0 0 1,0 0 2,0 0-4,0 0-9,0 0-25,0 0-84,0 2-141,3 0-176,-6-6-633,-1 6 0,-5-3 0,0-1 0</inkml:trace>
  <inkml:trace contextRef="#ctx0" brushRef="#br0" timeOffset="21429.7862">9513 11428 693,'0'0'77,"1"0"20,-1 0 22,3 0 27,1 0 39,2 0 23,-5 0 23,5 0 25,-4 0 26,1 0-28,3 0-18,-5 0-14,5-2-14,-1 2-20,1 0-30,5 0-10,4 0-12,-1 0-21,7 0-22,-1 0-19,3 0-10,2 0-3,1 0-6,1 0-9,0 0-8,2 0-12,2 0-8,1 0-1,-2 0-2,5 0 2,-2 0 4,2 0-1,1 0 4,-1 0 3,1 0 0,2 0-1,-4 0 1,2 0-4,-4 2-2,1 0-1,-4 1-5,0 1-2,-1-2-6,-2-1-1,2 1-2,1-2 1,2 0-3,-1 0 3,2 2-2,3-4 0,-2 4 0,-4-2 0,2 0 1,-2 0-2,0 2 1,-4-2 0,3 1-2,-1-1 2,1 0-3,1 0 0,2 0 1,2 0 1,0 0-1,5 0 7,1 0 0,1 0-2,-4 2 3,0-2-3,-1 5 3,-5-5 1,2 0-2,-1 0 3,2 0 4,-1 0-2,4 0 5,0 0 3,1 0 2,4 0 0,1 0-3,-1 0 2,2 0-1,-4 0 0,-3 0-5,-10 0-4,-5 0 0,-10 0 3,-3 0 1,-4 0 7,1 0 1,-4 0-1,-1 0-2,0 0-10,0 0-22,0 0-71,0 0-164,30-7-736,-28 4 0,-2-3 0,0-9 0</inkml:trace>
  <inkml:trace contextRef="#ctx0" brushRef="#br0" timeOffset="25633.1379">11645 2553 1208,'0'-3'86,"0"0"28,0 3 25,0-3 25,0 0 19,0 1 23,0-3 12,0 0 15,0 0 4,0 3-53,0-2-24,0 1-24,0 2-20,0-1-22,-1-2-13,-1 2-21,-1-1-13,-1 1-12,0-2-5,-5 1-7,0 0-3,0-1-2,0 2-7,-1-1-2,4-1-5,-3 0-2,3-1 0,-1 2-2,0 2 0,2 1 3,-1 0-1,-2 0 0,0 0 1,-4 0-1,4 0 0,-2 0-1,1 0 1,-1 0 1,-4 0-1,0 0 2,2 0-3,-1 0 2,2 0-2,0 0 0,3 0 0,-1 0 1,0 0-1,-5 1 0,2 1-1,-1 0-3,-1-1 5,-2 3 0,1-2 0,-1 2 0,2-1 0,2-1 0,2 2-2,1-3 3,3 2 1,0-2-1,3 1-3,1-2-2,-1 4 2,-2-4-2,0 4 2,1 1-1,-2 0 0,3 2 0,-4-1 1,-2 2-1,2 0 1,-4 1 2,7 1-2,-5 1 0,6-2 0,1-2 1,-5 2-1,4-2 3,3-1-3,-4 4 2,1-1-2,-1-1 2,0 2-1,0 0 2,1 0-1,-3 1 0,2 2 1,0 1-4,-1-2 1,3 1-1,1 1 1,1 1-1,0-4 3,0 0-1,0 0 0,0-1 1,0-1 3,0 1-1,0-1 0,0 0 0,0 0 1,0 1-2,0 1-1,0 1-2,0 0 1,0 1 0,0 1-5,0 0 2,0 0 1,3-4 1,-2 1-1,2 3 3,2-4-1,-1 1 1,-1-1 0,3-3 0,2 1 2,-1-2 2,0 0 0,3 0 0,2-1 0,-2-1-2,0 1 2,2 0-3,1 0 2,-1-2-1,5 1-1,-3-1-2,2 3-2,-2-4 0,1 2-2,-1-1 0,3 0-1,-2 1 1,-2-2 2,4 1-2,3-1 0,-1 1 1,3 0 0,-1-1 0,0 1 1,2 0-1,-4-1 1,2 0 1,-5-2-2,1 2 0,-3-1 2,5-1-1,-1 3-1,0-2 2,3 1 0,4 1 2,-2-3-2,3 0-1,4 2 1,-1 0-2,3 0-2,-6-2-3,3 1-4,-2 2-2,-5-2-3,-1 0-2,-3 1 2,-4 0-2,2-2 0,-2 2 3,0-2 1,3 0 2,5 0 5,0 0 2,-1 0-1,1 0 1,3 0-7,-1 3-3,2-3-7,-1 2-3,-3 1 0,3-2-3,-4 1 1,4-1-2,-4 1 5,1 0-2,1-1 8,-3 1 4,-1 0 9,-2-2 2,-2 3 2,-1-3 4,0 2-2,1-1 1,-5 1 0,-2-2 5,3 2 2,-2-2 1,3 0 1,-1-2 0,3 4 0,-2-2-1,0 1 2,1-1-1,0 3 0,-1-2-1,1 1-3,-2 1-2,3 0-1,-3-2-2,2 1 0,0 1 1,-1-2 7,0 0 5,1 0 12,0 2 7,2-3 11,2 0 14,1 0 16,0 0 9,3 0 6,-2 0-2,1 0-3,-1 0 3,-3 0-9,0 0-7,-3 0-8,2 0-12,-4 0-14,0 0-8,-3 0-3,4 0-2,-4 0 1,2 0-9,-1 0-3,1 0 2,-3 0-4,2 0 2,-3 0-4,0 0-2,2 0 0,-4-2 0,3 1-3,-1 0-1,-3-1-1,2-1-3,1 0 2,-2 3-3,-2-3-1,0 0 6,2 1-7,-2 1 1,2-2-1,-2 0 1,4 1 0,-3-1 1,-1 3 0,0-3 0,5-2 0,-3 3-4,0-3 5,0 0-1,0 1 1,0-1 2,2 1-2,-3 1 0,1-1-2,3-1 2,0 2-2,-3-3 2,3 2 0,0-2 2,-3 3-6,2-2 4,-2-1 1,1 1-3,1-1 2,-2-2-1,2 1 3,-2 2-4,0-3 0,-3 0-2,1 5 6,-2-4-4,0 0-3,0-2 2,1-1 1,-1-1-1,0 1-1,0-1 0,0 0 3,0 0 1,0-1-1,3-2 1,-3 1 1,0 0 3,0-1-3,0 2 0,0-1 4,0 0-3,0-1-3,0 4-3,0-6 2,0 3 0,0 0 0,0-2-1,0 1 0,-4 0 1,2-2-5,-3 1 6,1 0-1,-2-1 0,2 0-2,-6 1-4,2 0 0,1 0-5,-8 1 1,-5-5-2,1 4-1,-6-1 2,-3 0-4,-6-1 2,-4 0 0,-4-1 4,-9-1 0,-6 2 1,-4 3-1,-5 1 4,-1 4 1,1 3-9,3 1-63,1 2-96,19 1-233,-7 3-376,4-2 0,10-2 0,6-1 0</inkml:trace>
  <inkml:trace contextRef="#ctx0" brushRef="#br0" timeOffset="32106.6092">11118 3809 2259,'0'0'152,"0"-3"34,-2 2 25,2-3 22,0 0 21,0 0 12,0-2 7,0 2 7,0 0-1,0 2-107,0 0-36,0 1-29,0 0-19,0 1-19,2 0-21,2-1-7,0 1-5,5 0-4,0-2 4,7 2 10,1 0 3,7 0 3,5 0-8,7 0-4,-3 0 0,-1 0-7,-8 0-9,-6 0-8,-6 0-8,-6 0-27,-4 0-19,-2 0-29,0 0-20,0 0-41,0 0-100,-2 0-152,21-6-532,-27 5 0,-1 0 0,-2-1 0</inkml:trace>
  <inkml:trace contextRef="#ctx0" brushRef="#br0" timeOffset="32550.4459">11005 3748 1330,'3'0'140,"-3"1"22,0-1 27,3 0 30,0-1 33,2 1 24,8 0 26,3-1 20,3 1 28,5-1-94,1 0-17,4 0-13,2-1-22,-2 1-28,-1 0-33,-6 1-37,-7 0-41,-4 0-54,-5 0-60,-2 1-64,-4 0-71,0 1-94,1-1-139,2-9-368,-3 8 0,0-2 0,-3 0 0</inkml:trace>
  <inkml:trace contextRef="#ctx0" brushRef="#br0" timeOffset="32872.8875">11011 3757 1888,'0'1'68,"0"1"54,3-1 54,1 1 48,8-1 34,6-1 20,10 0 13,1 0 2,7-1-13,-1 1-88,-2 0-141,3-2-875,-19 1 0,-7-1 0,-9-4 0</inkml:trace>
  <inkml:trace contextRef="#ctx0" brushRef="#br0" timeOffset="36538.7831">9392 3733 318,'0'-2'46,"0"2"12,0 0 11,2-1 12,-2 1 9,0 0 10,1 0 16,1 0 18,-2 0 17,0 0-14,1 1 2,-1-1 12,0 2 12,0 0 10,0 0 3,0-2 2,0 0-7,1 0-6,-1 0-2,0 0-9,0 0-8,0 0-16,1 0-19,-1 0-15,2 0-10,-1 0-10,1 0-7,-1 0-12,2 0-10,1 0-10,-1 0-7,4 0-8,-2-2-3,2 0-6,6 2 0,3-2 0,1 2 3,7-1 5,2 1 9,6-2 9,4-1 11,4 3 5,2 0 6,1-1 11,1 1 4,-2-3 1,-1 3-2,1 0-4,-1 0-9,4 0-6,-2 0-11,0 0-3,0-1-7,-1-1-10,-5 2-4,-4-2-5,-1 1 0,-7 0-5,-7 1-2,-7 0-8,-4 0-5,-4 0-11,-3 0-20,0 0-26,0 0-38,0 0-54,-3 0-153,3-3-535,-11 1 0,-6 1 0,-2-1 0</inkml:trace>
  <inkml:trace contextRef="#ctx0" brushRef="#br0" timeOffset="37124.0691">9502 3678 1959,'0'0'37,"4"1"20,3 0 30,3 0 27,6-1 20,6 3 14,8-3 7,-1 2 14,7-1 21,5 2-5,5-3 21,7 0 6,8 0-21,4 0-21,2 0-14,5 2-9,-4 0-8,-2-2-12,-2 2-20,-9 1-23,-6-3-27,-12 1-26,-9 1-10,-8-1-7,-10-1-7,-3-1-9,-6 1 3,-1 1 1,0-1-7,0 0-25,0 0-48,-3 0-70,-1 0-117,1-1-156,-5-6-370,-6 6 0,-3-1 0,-2 0 0</inkml:trace>
  <inkml:trace contextRef="#ctx0" brushRef="#br0" timeOffset="37703.6345">9697 3708 1622,'9'1'41,"6"4"45,7-3 47,7 3 52,10-2 31,7-2 19,11-1 12,9 0 14,8-1 5,1 1-5,2-3-30,-10 3-45,-10-1-49,-14-1-59,-13 0-42,-13 2-26,-9 0-17,-5 0-15,-3 0-6,-3 0-3,6 0 2,-3 0-1,0 0 3,0 0 4,0 0 7,0 0-6,0 0-9,0 0-17,0 0-41,0-1-95,0-3-122,3-7-361,-6 7 0,-1 0 0,0-1 0</inkml:trace>
  <inkml:trace contextRef="#ctx0" brushRef="#br0" timeOffset="39502.7839">13166 3711 1584,'0'0'108,"0"0"30,0 0 30,0 0 26,0 0 26,0 0 11,0 0 13,0-2 3,6 2 8,-1-1-66,3-1-15,4-1-17,1 2-20,4-2-13,0 3-17,3-2 0,8 1-5,4-1 8,9 1-2,2 1-4,10 0-14,3-1-8,2 1-5,-1 0-9,-3 0-8,-5 0-12,-8 0-6,-10 0-10,-9 0-6,-11 0-7,-4 0-3,-5 0-4,-1 0-6,-1 0-21,-1 0-23,1 0-39,-6 2-103,-1-1-180,21-4-583,-32 4 0,-3-2 0,-8-1 0</inkml:trace>
  <inkml:trace contextRef="#ctx0" brushRef="#br0" timeOffset="39826.4682">13130 3810 2549,'3'1'39,"-1"0"45,7 0 47,1 2 50,8-2 33,7-1 17,12 0 12,10-2 13,10-1 13,11-1-18,1-3-21,-2 2-78,-9-1-147,-16 3-197,-9-4-736,-22 5 0,-14-1 0,-11-3 0</inkml:trace>
  <inkml:trace contextRef="#ctx0" brushRef="#br0" timeOffset="40915.8784">11921 3652 1101,'0'0'47,"0"0"4,0 1 17,0 1 30,1 1 27,2-2 29,-1 3 19,4-2 9,4-2 18,1 0-22,2 0 17,6 0 19,2 0 1,7 0-14,9-2-8,4 2-16,5-4-13,6 3-4,2-3-14,-3 3-21,3 0-20,-10-1-22,-6 1-16,-8 1-18,-11-1-20,-6 1-10,-9 0-3,-2 0 8,-1 0 1,-2 0 2,1 0 0,1 0-19,-1 0-54,0 0-88,-1 0-154,1-6-547,-9 4 0,-3 0 0,-5-1 0</inkml:trace>
  <inkml:trace contextRef="#ctx0" brushRef="#br0" timeOffset="41253.8511">11998 3780 2864,'0'0'54,"7"3"41,3-2 42,10 2 31,10-3 19,10-3 14,9-1 9,9-2 13,10-1 7,1-3-27,-7 0-53,-10 3-94,-14 4-160,-18-1-128,-13 2-129,-7-8-455,-8 9 0,-8-1 0,-2-1 0</inkml:trace>
  <inkml:trace contextRef="#ctx0" brushRef="#br0" timeOffset="43237.5783">8958 4160 1522,'0'0'39,"3"0"9,-3 0 17,0 3 21,0-3 17,0 0 4,0 0 3,0 0 12,0 0 22,0 1-21,0 0 1,0 1-7,1-1-14,-1 0-13,2 1-5,-1 2 12,-1 1 14,3-2 11,1-1 12,2 0 20,-1 0 20,3-4 16,6 2 4,6-1-2,3-4-5,5-4-14,7-3-13,2-6-22,1-2-30,-2 1-35,-7 2-27,-10 4-20,-5 3-31,-8 5-51,-6 3-102,2 0-87,-2 2-165,-2-16-468,-4 13 0,-2 1 0,-5-3 0</inkml:trace>
  <inkml:trace contextRef="#ctx0" brushRef="#br0" timeOffset="43808.6522">8929 4050 798,'0'1'81,"0"2"19,0-1 25,0 0 40,3-1 22,-3 1 15,5-1 16,-2-1 18,3 0 20,2 1-37,-1-2 0,-3 1 7,4 0 10,5 0-16,1 0-3,4-2-3,7-2-11,0-6-13,8-1-18,2-3-21,1 0-32,-4-1-49,-2 2-75,-11 5-85,-9-1-145,-4 5-86,-5-1-116,-5-7-310,-3 9 0,-8 0 0,1-1 0</inkml:trace>
  <inkml:trace contextRef="#ctx0" brushRef="#br0" timeOffset="44147.8742">8968 3921 2220,'3'0'71,"-3"0"8,1-1 18,7-1 21,2-6 4,8 1 5,7-7 2,3-3-7,5 1-23,2 0-170,3-6-173,-8 7-329,-8 2 0,-3 2 0,-6 4 0</inkml:trace>
  <inkml:trace contextRef="#ctx0" brushRef="#br0" timeOffset="50528.6754">9502 4356 1730,'0'0'52,"0"0"7,0 0 11,0 0 9,0 0 23,0 0 26,0-1 5,0 1 3,0-2 4,0 1-35,0-1-1,0-1 7,0 1-4,0 1-5,1-2-22,1 2-23,0 0-5,2 0-1,2 0-3,4-1-9,-1-1-8,4 1-14,-1 0-8,4 0-3,0 2-4,-2-4-2,-1 4-1,1 0-1,-2-2-1,-1 2 2,0 0-1,-1 0-1,0 0 1,5 0 2,-3 0 0,6 0 2,2 0 2,-1 0-1,2 0 0,-1 0 0,-4 0 0,1 0 2,-3 0 0,-2 2-2,-1-2 2,-1 4-3,1-4-1,1 2 1,-2-1 0,1 1-1,1-1 2,1 1-2,-4-1-1,0 1 2,4-1-1,-5 1-1,3-1 2,0 1 0,-1-2 1,0 1 0,-2 0-2,-1 1 3,0-2-2,-2 2 1,2-1 1,-1 1 1,1-2 1,-2 3 2,2-3 8,-1 1 6,3 0 2,-1 1 6,0-2 4,0 1 0,1-1 0,-1 2 1,1 1-2,0 0-1,-1-1-5,2-2-6,1 2 0,-1-1-8,-3-1-1,2 3-2,1-3 2,-2 0-2,3 2 2,2-2 1,-2 0-2,2 0 2,-1 0-2,3 0 2,0 0-2,1 3 2,0-3-2,0 0 2,-1 1-5,-2 2 0,0-3-1,-3 1-2,1 1 1,0-2-2,0 0 5,2 1 5,3-1 0,4 0 6,-1 0 2,-1 0 0,0 0 0,2 0 0,-5 0 0,-3 0-1,2 0-3,0 0-7,-5 0-1,1 1-5,0 1 1,1-1-3,1 0 4,1 2 0,0-1-1,2 0 2,-1-1-1,1 0 1,-1-1 0,3 1 1,-2-1-1,0 1 4,-1 0-5,1-1 3,1 0 8,-1 2 2,4-2 4,-2 0 4,3 0-1,-1-2 1,-1 4-2,-3-1-2,2-1-1,-5 1-1,-1 0-9,-1-1-1,0 0-4,5 2-6,-3-2 3,4 0-1,3 1 1,-1-1-3,1 1 4,1-1-4,-1 3 4,2-3-4,0 1-1,0-1 2,-2 0 0,2 0-1,-3 0 0,0 0 1,-1 0-1,-1 0 0,0 0-3,-1 0 1,1 0 3,-1 0-1,2 0 0,-3 0-1,5 1-2,-3-1 3,2 0-3,0 1 3,4-1 2,-2 2-1,-2-2 1,0 1-1,-3-1 0,0 0 1,-1 1 1,6-1 0,-3 0 0,3 1 0,-3-1-1,2 0 0,-1 0-2,-4 0 3,2 1-2,-3-1 2,-2 2-1,0-2-1,-1 0 1,3 0 1,-3 0 0,4 0-2,3 0 3,1 0-4,-3 0 1,6 0-1,-3 0 2,-1 2 0,-2-1 0,-4-1-2,2 3 0,-4-3 3,1 0-1,-3 0 0,0 0 2,2 0-5,1 0 1,-1 0 1,3 0 1,1 0-3,-1 0 0,1 0 0,-1 0-2,2 0 1,0 0-1,-3 3 4,0-3-2,-3 0 2,2 0-5,-3 0 3,-2 0-1,1 0 2,1 0 0,-2 0 2,4 0-2,2 0-2,0 0 2,2 0-4,2 0 2,0 0 1,-1 0 2,1 0-1,2 0 0,-3 0-4,-4 0 2,-2 0 1,-3 0-1,-2 0 2,-3 0 3,0 0-1,0 0 1,0 0-4,5 0 4,-2 0 0,0 0 0,4 0-1,-1 0 2,-2 0-1,1 0-4,2 0 0,-1 0 2,-2 0 0,0 0-1,2 0-1,-2 0 2,3 0 1,-2 0-3,2-3 2,-3 3 1,4-3 0,-1 0-4,1 1 2,-3 1-1,6-2-1,-4 0-1,0 1-1,0-2 0,0-1 4,-2 2-4,1 0 2,-1-1 1,0 2-2,-2-2 2,1-1 2,1 2-1,1-1 1,-2-1 0,2 2-1,-1-2 5,1-1-3,-1 0 2,1 2 2,-2-1-1,-2-3 2,4 3-1,-4-3 2,0-1 0,1 2-3,4-1-1,-2-1-2,1-1 0,-3 1-1,2-1 0,1 1-2,-2-3 1,-1 3-5,1-4 0,-1 2 5,2-1-2,-2 1 1,3 0-2,-5 0 2,2 0-1,1-1 0,-3 3 0,-1-1 3,1 0-2,-1 1 1,0-1-2,0 2 4,0-3-2,1 1 0,-1-1 0,0 1 1,1-1-2,-1 1 1,3-1 0,-3 1 0,0 0 1,0 1-4,1 0-1,-1 3 1,0 0-3,0 1-1,0 0 3,0 0-2,0 3 0,0-3-2,0 2 4,0-1-3,-1 0 2,-2-1 0,1 2 2,-3 0 0,4-1 0,0 0 1,-1 2-3,1-1-3,-2 3-3,0-2 1,-1 2 3,0-4-2,1 4 1,-1-1-1,1 0 0,-3-2-1,2 3 4,-1-1 2,-1 0 1,2-2 1,-2 1-2,-2 0 2,4 0-4,-4 0 3,-1-1-1,1 2-2,-1 0-1,-1 0-1,-3-1-3,3 2-4,-5-1-1,4 0-1,-5 1 0,2 0-5,1 0 1,-1-1-1,0 1 0,3 0-4,-2 0 5,3 0-2,-1 0-4,-2 0 1,1 0-2,1 0 2,-3 0-6,3 0 0,-3 0-1,0 0-3,0 0 1,-1 0 2,-1 0 4,0 0-1,2 0 3,-1 0 1,-3 0 0,-2 0-29,-6 0-11,-6-1 4,2-1 0,-2-1 0,-2 0 2,5-2-1,0 1 1,0-2 2,1 3 3,5 0 33,0 1 14,1 1 1,0 0-1,0-1 2,-1 1-1,0 1 2,2 0-2,0-1 0,2 1-1,-3 0-4,4 0-2,-4 0-2,1 0 1,3 0 0,0 0 0,0 0-2,0 0 1,0 0-2,0 0-4,-3 0 5,3 0 1,-4 0 1,1 0-4,-1 0-5,-2 0-1,-1 0 0,-3 0 0,5 0 0,-5 0 3,0 0-1,-1 0-1,0 0 1,-4 0 2,1 0 5,3 0 2,0 0 1,-1 1 1,3 0 0,-2 3 0,-2-2 1,6 1 2,-6 0 1,1 0 1,4 0 0,-5 0-1,-1 0 1,2 0 0,-3-1 0,-2 2 2,-1-2-4,-1 0-3,-2-1 4,-6-1-2,2 0-1,-4 0 0,2 0 2,-1 0-1,1 0 3,0 0-1,0 0 5,1 0 1,-3 0 1,-1 0 0,1 0 3,-3 0 2,-1 0 0,1 0 1,-3 0 1,-1 0 4,1 0 2,-2 0 8,0 0 6,5 0 8,4 0 4,4 0 2,5 0 6,10-1 2,8-1 12,4 0 8,6 0 0,7-1-6,-1 2-25,3 0-86,3-1-123,1-1-156,0-20-338,-2 19 0,2 0 0,1 0 0</inkml:trace>
  <inkml:trace contextRef="#ctx0" brushRef="#br0" timeOffset="51886.6571">12882 4386 1182,'0'0'111,"0"0"16,0 0 33,0 0 24,0 0 18,0 0 28,0 0 12,0-1 6,0 1 1,0 0-80,0 0-13,0 0 2,0 0-10,0 0 14,1-3 8,7 3-11,6-1-2,11-2 1,11-2 4,10 2-6,4-5-26,0 2-58,-4 2-96,-9 2-163,-4-3-241,-10 3-422,-8-1 0,0 1 0,-1 0 0</inkml:trace>
  <inkml:trace contextRef="#ctx0" brushRef="#br0" timeOffset="55223.9263">14061 4394 1185,'0'0'89,"0"0"40,0 0 33,0 3 21,0-6 12,0 3 17,0 0 14,2 0 23,1 0 18,-3 0-42,2 0-14,-1 0-21,-1 0-28,0 0-15,0 0-11,0 0-17,0 0-13,0 0-21,0 0-17,0 3-18,0-1-10,0 0-18,0 2-2,0 2-3,0 1 4,0-2 3,1 3 4,-1-1 4,3-1 2,0 2-1,1 0 0,0 0 1,0 1-1,2-4 0,1 4-3,1-2-1,-1 1-4,1-1-4,-2 1-5,1-2-1,1 1-1,-2-2 5,2 0 0,0-4-1,1 0-2,2 3-1,-3-4 0,0 4 1,-2-4 1,6 2 1,-3-2-1,1 0-5,-2 0-5,3 0 0,-1 0 0,-2 0 0,-1 0 0,0 0-2,1 0 0,-1 0 3,1 0-4,-1 0 1,3 0 1,-6-2-3,4-2 3,-1 3-2,-1-4-3,-2 2 2,2-2 1,-1 2-7,1-2 8,-2 0-2,1 0 0,-2-1 3,3 0-5,-1 0 1,1 0 2,-3-1 0,2 2 2,-2 0-1,0 1-3,-3-3-1,4 3-1,-3 0 0,2-2 2,1 1 0,-1-1-2,1 0-2,-2 2-1,0-1 0,-2 0 3,2 2 0,-2-2-1,0 0-1,4 0 1,-4 1-1,0 2-2,0-1 1,0 1-2,0-1 5,0 2-4,0-1 2,2 1 2,-2-2 0,0 2 0,2 1 0,-2 0 0,0 0 0,0-3-6,0 3-5,0 0 2,0 0-3,0 0 1,0 0-4,0 0 1,0 0 0,0 0 2,0 0 0,0 0-2,0 0-20,0 0-78,0 0-116,10-2-261,-9 2-358,-1 0 0,2-4 0,-4-2 0</inkml:trace>
  <inkml:trace contextRef="#ctx0" brushRef="#br0" timeOffset="58783.9233">15138 4293 702,'0'0'75,"0"0"16,0 0 13,0 0 24,3 0 22,-3 0 15,1 0 16,1 0 17,0 0 15,0 0-48,-2 0-15,0 0-14,3 0-12,-3 0-20,1 0-21,-1 0-12,0 0-13,0 0-10,0 0-8,1 0-1,-1 0 0,2 0 3,-2 0 7,0 1 6,0 0 1,0 0 4,2 2 6,-2-1-4,0 1-2,0 0-4,0 0-2,0 1-3,0-1-8,0 2-7,0-1-2,0-1-2,0 2-11,0-3 0,0 1-2,0 2 3,0-2 1,0 2 1,0-2 2,2 1-1,-2-1 2,0 3 1,1-4 6,2 4 1,-3-4 4,0 2 3,0 0 0,0 0 2,0 0-2,0-1 0,0 1-2,0-1 0,0 1-3,0-2-3,2 1 1,-1-1-4,-1-2 0,1 4-4,-1-2 1,2 2 2,-1-2-3,-1 0-3,1 1-2,1-3 4,-2 3-2,3 0-3,-2-3 0,0 3 2,1-3-2,-2 0-3,0 3 4,0-2-1,0 1-2,4-1-2,-4 2-4,1-1-4,-1-1-2,3 1-3,0 2 0,1-2 3,-4 0-3,3 0 1,-1 1 1,0 0-2,1-2 2,-1 1 2,0 0 1,-1-2 1,2 2 0,0-1-3,1 1 0,-3 0-1,1 0-1,0-1 1,1 2 1,0-2-2,0 2-1,0-2-1,0 2 0,-2-1-1,3 1 1,-1 0 1,-1-1 0,3 1 0,-1-1-3,0 0 1,-2 0-1,0-1 0,2 1 0,0-1 0,-1 2 1,3-3-2,-3 3 0,0-2 0,2 0 0,-2-1 0,1 1 2,0-1 1,-1 0 0,1 0 0,0 0 0,0 0 1,2 0 0,-1 0 1,1 0-1,-1 0 1,1 0-4,-2 0 1,0 0-1,0 0 2,1 0 0,-3 0 0,1-1 0,3 1-1,-5-1 1,3-1 0,0 0 0,1 1 0,-1-2-1,0 1 0,3-2 1,-2 2-2,1-2 0,-2 2 0,3-1 1,-1 0 0,1 0 1,1 0 0,-1-1 0,-2 0 1,2 0-1,-3 1-1,0-1 4,-2 2 0,4-1 1,-4-1 1,5 1 3,-4 1 5,2-3 0,1 2-1,-1-1 2,1 0 3,0 0 2,-2 1 0,0 0 0,2-1 0,-4-1-2,1 0-4,0 2-1,0-4 1,-2 2 2,2 0-3,-1 1-7,0-1 3,1 1-4,-1-2-1,-1 2-1,1-1 2,-2 0-1,3-1 0,0 0-5,-3 2 1,3-1 1,-1 1 1,1-1 0,0 1-4,-3-1 2,0-1-2,3 3 2,-2-3-1,1 2 1,-2 1-2,2-2 1,1 1-1,-3-1 0,0 0 8,2 1-1,-2-1 1,0 2-2,1-1 1,-1 1 0,0 1 1,0-1-1,0 2-2,0 1-3,0 0-4,0 0-1,0 0 1,-1 0-4,-5 0-10,2 0-36,-5 4-46,1-2-128,5 6-185,2-11-576,1 10 0,4-4 0</inkml:trace>
  <inkml:trace contextRef="#ctx0" brushRef="#br0" timeOffset="69369.8665">8832 4667 956,'3'0'28,"4"-1"1,-1 1 4,0-1 26,2 1 22,1 0 30,-5 0 28,4 0 21,-5 0 17,2 0-23,-2 0 2,-1 0 0,-1 0 2,0 0 7,-1 0 30,0 0 2,0 0-4,0 0 7,0 0-4,0 0 4,0 0 1,0 0-2,0 0-6,0 0-35,0 0-57,0 0-30,0 0-26,0 0-29,0 4-11,0-2-10,0 5-1,0-2-3,0 0 2,2-1 5,-1-1 10,6-2 3,10-1 3,12-6 0,10-4 2,15-7-1,-1-6-6,-1-2-30,-6 3-43,-16 3-71,-11 5-161,-7 0-98,-8 7-382,-6 2 0,-3 5 0</inkml:trace>
  <inkml:trace contextRef="#ctx0" brushRef="#br0" timeOffset="69666.9886">8854 4930 2768,'4'-4'64,"11"-3"16,3-4 8,9-4 5,8 3-3,-5-5-59,2 5-157,22-6-491,-33 9 0,-9 6 0,1-3 0</inkml:trace>
  <inkml:trace contextRef="#ctx0" brushRef="#br0" timeOffset="70292.3059">8873 5196 3117,'0'0'37,"0"-1"26,0-2 37,6-3 42,5-3 49,12-5 39,13-7 30,15-8 13,10-2 4,-2-1-29,-3 1-14,-9 7-67,-11 6-136,-11 8-171,-3 4-324,-8 3-489,-5 6 0,-4 0 0,-10 4 0</inkml:trace>
  <inkml:trace contextRef="#ctx0" brushRef="#br0" timeOffset="71455.2646">9019 5747 946,'0'0'83,"0"0"20,0 0 13,0 0 29,0 0 26,0 0 7,0 1 4,0-1 2,0 0 3,0 0-55,0 1-7,0-1-7,0 0-6,0 2-24,0-2-24,0 1-8,0 1 2,0-2 3,0 0 5,0 3 1,3-1 25,8-2 11,3 0 6,11-1 19,8-6 7,9-4 3,-1-2-2,1-7-5,-3 0-8,-10 4-26,-10 5-103,-10 2-112,-6 6-90,-3-2-101,0 1-108,-6-11-258,-8 15 0,-3 1 0,-4 3 0</inkml:trace>
  <inkml:trace contextRef="#ctx0" brushRef="#br0" timeOffset="71750.8761">9100 5645 1940,'0'0'90,"0"0"43,0 2 32,2-2 7,7 0 10,7-5 12,14-4 6,7-5 4,10-2-2,-2-5-87,-3 1-104,-3 4-208,-9-6-485,-7 11 0,-8 4 0,-4 0 0</inkml:trace>
  <inkml:trace contextRef="#ctx0" brushRef="#br0" timeOffset="76344.887">12775 6414 2291,'4'-2'134,"0"1"35,2 1 44,-2-3 44,-3-2 29,4 2 12,-3-1 8,1-1 12,0 2 8,-2 0-86,0 2-36,-1-2-30,2 3-40,-2-2-41,3 2-28,2 0-10,5 0-5,7 0-12,5-1-5,9-2-9,7 3-2,5-1-6,6 0-3,2 0-13,-4-1-48,-8 2-122,-8 0-158,-6-1-218,-13 1-387,-9 0 0,-3 0 0,0 0 0</inkml:trace>
  <inkml:trace contextRef="#ctx0" brushRef="#br0" timeOffset="76723.158">13456 6310 1741,'0'0'56,"0"0"17,0 0 30,0 0 30,0 0 45,0 1 42,0 2 40,0 3 55,0 5 34,0 6-19,-4 4-8,2 0-14,1 4-26,-2-3-28,-1 3-77,1-2-186,6-2-366,-10-2-568,3-3 0,-7-3 0,-1-5 0</inkml:trace>
  <inkml:trace contextRef="#ctx0" brushRef="#br0" timeOffset="77261.689">12843 6990 2910,'0'0'83,"3"0"35,5 0 52,6-2 34,8 2 12,10-3 5,7 1-4,2-1-104,2 2-177,-4-7-773,-11 6 0,-3 0 0,-4 2 0</inkml:trace>
  <inkml:trace contextRef="#ctx0" brushRef="#br0" timeOffset="77710.2796">13382 6932 2303,'0'-3'52,"2"1"3,2-2 5,4 1 22,2 0 36,4 1 26,5 1 24,3-1 25,-1 2 18,4 0-42,-7 0 6,-5 2 3,-1 3 3,-9 2-9,-2 3-29,-4 4-21,-6 0-23,-1 6-20,-8 2-19,-1 1-8,-1-1-3,6 0-1,3-3 0,6-7-1,5-1 15,0-3 18,5-5 8,12 0-3,8-3-30,9 0-139,18 0-307,3 0-589,5-2 0,-7 2 0,0-3 0</inkml:trace>
  <inkml:trace contextRef="#ctx0" brushRef="#br0" timeOffset="78354.5031">12664 7576 3164,'0'0'82,"0"0"8,4 0 21,2-3 46,7 2 21,10-1 1,6-1 0,11-2-48,0 2-106,7-1-368,-2 1-447,-8-2 0,1 1 0,-4 1 0</inkml:trace>
  <inkml:trace contextRef="#ctx0" brushRef="#br0" timeOffset="78828.4942">13275 7488 2477,'0'-4'125,"0"-2"1,0 1 0,6-1 2,5 3 9,6 1 15,8 0 17,4 0 8,4 2 3,-5 0-122,-7 2-16,-9 1 0,-5 3-4,-7 1-8,-8 4-31,-6-2-45,-4 6-65,-1-1-60,-4 1-46,4-1-10,8-3 11,5-2 20,3 2 60,6-1 54,6 3 60,-1 0 57,6-1 78,0 4 89,3-1 81,-2-2 23,-5-1 8,-4 1-16,0-3-51,-12 1-59,-10-4-127,-7 3-206,-17-4-751,-7-3 0,-7-1 0,-3-3 0</inkml:trace>
  <inkml:trace contextRef="#ctx0" brushRef="#br0" timeOffset="88916.284">12581 8237 1754,'0'0'216,"0"0"34,0 0 50,0 0 38,0 0 40,0 0 28,3 0 18,6-1 8,5 0 2,3 0-174,6-1-56,8 0-119,2 1-274,2-9-869,-1 7 0,1 0 0,-2-3 0</inkml:trace>
  <inkml:trace contextRef="#ctx0" brushRef="#br0" timeOffset="88926.2471">13235 8070 3530,'0'0'20,"0"0"18,0 0 39,0 1 38,0 4 24,0 1 16,0 4 11,0-3 10,0 3 4,3-1-12,7-2 4,6-1-17,10-4-39,7 0-39,7-2-26,-4-2-18,-6 1-15,-10 1-16,-6 0-10,-10-1-4,-4 3-4,0 5 4,-6 4 7,-3 7 2,-1 8-3,-5 5-62,2 3-248,1-17-672,6 8 0,2-7 0,4-10 0</inkml:trace>
  <inkml:trace contextRef="#ctx0" brushRef="#br0" timeOffset="88940.2079">12611 8759 3818,'3'0'94,"1"0"34,6-2 19,5 1 7,5-1 2,5-1-1,5 3-66,2-1-185,-3-7-833,1 6 0,-2 1 0</inkml:trace>
  <inkml:trace contextRef="#ctx0" brushRef="#br0" timeOffset="88954.1709">13323 8637 3409,'-5'-1'7,"-3"1"1,-2 0 4,0 1 7,1 3 5,5 2 3,0 3 20,4 2 40,4 0 61,3 0 40,1 0 36,6 1 26,3 1 15,3-1 30,2 2 6,-3 5-2,-3-2-9,-2-2-44,-7 1-50,-3-2-79,-2 0-88,-4-3-107,-2 0-160,0-2-268,-7-8-627,-6 0 0,2-9 0,0-8 0</inkml:trace>
  <inkml:trace contextRef="#ctx0" brushRef="#br0" timeOffset="88962.149">13442 8661 3772,'8'-9'106,"6"0"-1,6-1-24,3 1-90,4 2-164,-1-5-603,-4 8 0,3-1 0,-7 1 0</inkml:trace>
  <inkml:trace contextRef="#ctx0" brushRef="#br0" timeOffset="88970.1278">12599 9480 1699,'1'0'167,"-1"0"27,0 0 24,1-1 25,-2 0 30,2 0 19,-1-1 8,0 0 15,2 1 19,6-1-121,6-1-23,6-1-22,9 0-23,4 1-78,4 1-145,5-1-340,-6 1-446,-4 0 0,-7 1 0,1-7 0</inkml:trace>
  <inkml:trace contextRef="#ctx0" brushRef="#br0" timeOffset="88982.1033">13410 9203 1568,'0'0'144,"0"1"17,0-1 21,0 0 18,-2-1 20,-1 2 19,-9 2 19,1 3 23,-8 3 33,-3 4-89,-2 3 4,-3 3-4,1 5-6,-1 4-11,3 4-11,2 4-15,4 2-14,4-2-22,7-1-29,3-5-23,4-6-29,6-5-9,9-7-10,3-5-5,8-5-12,6-5-13,1-4-14,-2-5-16,-9-1-9,-7-4-10,-6-1-3,-7 1-2,-4 3-6,-10 2 0,-4 4 3,-2 2-1,-7 3-52,0 3-116,12 1-298,-3 5-433,5-4 0,8-1 0</inkml:trace>
  <inkml:trace contextRef="#ctx0" brushRef="#br0" timeOffset="102373.6238">11373 6108 244,'0'-2'14,"0"0"2,0 0 3,0-2 6,0 3 9,0-2 6,0 3 9,0-2 9,0 2 11,0 0 0,0 0 4,0 0 8,0 0 1,0 0-3,0 0-7,0 0-6,0 0-8,0 0-8,0 0-14,0 0-12,0 0-22,0 0-37,0 0-35,1-3-54,-1-3-82,0 6 0,0 0 0,0 0 0</inkml:trace>
  <inkml:trace contextRef="#ctx0" brushRef="#br0" timeOffset="105162.674">12753 6280 1059,'2'0'127,"4"0"45,-3 0 37,1 0 37,0-1 42,-1 1 26,-3 0 27,0-1 15,1 1 10,-1-1-75,0 1-21,0 0-38,0 0-26,0 0-25,0 0-30,2 0-12,2 0-11,5 0-10,7-2-9,10-3-11,12-2-27,3-6-32,9-3-61,-4-1-109,-6 1-147,-8 0-209,-17 2-431,-8 5 0,-14 1 0,-8 4 0</inkml:trace>
  <inkml:trace contextRef="#ctx0" brushRef="#br0" timeOffset="106615.1713">12484 6799 1348,'1'2'29,"-1"2"22,1-1 28,-1 2 35,3 1 28,-3 0 27,2 1 27,2 0 12,2 0 19,0-1 5,1 0 7,0-2 12,3 1-4,0-2-24,-1-1-14,1 1-8,-1 1-19,0-2-7,-2 1-13,1-1-21,-1 2-10,-4-3-22,3 1-14,-1-2 2,3 2-7,5-5-18,5-1-3,7-5-3,4-5-6,6-5-4,1-6-6,-2-4-8,2-1-14,-5 1-15,-5 2-16,-5 4-14,-4 6-36,-5 5-86,-5 5-77,-3 5-92,-4 2-129,0-8-489,-4 9 0,0 1 0</inkml:trace>
  <inkml:trace contextRef="#ctx0" brushRef="#br0" timeOffset="108216.838">12489 7441 333,'0'0'34,"2"0"25,-2 3 35,2 0 25,4 1 23,-4 0 21,0 1 22,3-1 16,-3 0 12,2-2-10,-1 0-6,0-2-18,-2 0-28,4 0-7,-3 0-3,2 0-8,-1 0-7,1 0-7,-1 0 1,-3 0-2,4 0-2,0 0 4,2 0 8,-2 0 4,3 0-4,2 0 4,3-2-1,7-1-5,2-4 0,13-5 1,8-4 7,7-7-4,7-4-8,3 0-19,-3 0-15,-10 1-15,-5 5-20,-15 4-18,-10 7-69,-10 2-68,-3 6-70,-6 1-159,-5-3-576,-2 5 0,-8 2 0,-5-1 0</inkml:trace>
  <inkml:trace contextRef="#ctx0" brushRef="#br0" timeOffset="110055.843">12603 8109 1794,'4'1'75,"-4"0"11,2 1 25,3 0 35,-5-2 28,4 0 14,-4 0 10,2 0 9,-1 0 13,-1 0-50,1 0 4,-1 0 9,2 0 3,-2 0 4,0 3-21,0-1-6,0 2 0,1-1 1,2 0 5,6-2-6,14-6-12,7-6-11,19-10-21,6-5-35,6-10-7,-4-2-6,-8 3-15,-12 1-27,-12 9-32,-15 4-50,-6 7-111,-1 7-98,-8 4-161,7-3-560,-14 6 0,-9 3 0</inkml:trace>
  <inkml:trace contextRef="#ctx0" brushRef="#br0" timeOffset="111843.9023">12603 8607 744,'0'0'50,"0"0"12,0 0 15,0 0 17,0 0 15,0 0 13,0 1 22,0 0 31,0 0 34,0 2 3,0-1 13,0-2 4,0 0-7,0 0-8,0 2-13,0-2-6,0 2-3,0 0-13,0 1-16,4 3-27,-4 1-26,4 1-6,-1-2 2,3 0 14,6-5 4,3 0 0,9-4-15,9-6-19,6-5-17,4-2-8,0-7-9,-6-1-36,-4 3-61,-6 3-73,-12 4-118,-5 3-96,-3 5-163,-10 2-278,-7 4 0,-5 0 0,-4 4 0</inkml:trace>
  <inkml:trace contextRef="#ctx0" brushRef="#br0" timeOffset="113186.9161">12599 9346 1800,'0'3'30,"0"-2"14,0 3 20,0-1 25,0 0 40,0 0 38,2-2 16,0-1 27,13 0 22,-1-3 14,9-5 30,7 0 5,4-6-13,-2-1-23,0 1-51,-3 1-77,-4 5-104,-7 3-211,-7-17-680,-5 18 0,-6-2 0</inkml:trace>
  <inkml:trace contextRef="#ctx0" brushRef="#br0" timeOffset="113390.3897">12732 9420 3736,'14'-1'13,"6"0"-29,5-3-110,17-7-595,-17 4 0,0-6 0,-1-4 0</inkml:trace>
  <inkml:trace contextRef="#ctx0" brushRef="#br0" timeOffset="117214.1289">14295 6441 897,'1'0'101,"2"3"41,0-2 38,1-1 26,-1 2 33,1-2 24,-1 0 17,-1-2 14,1 2 22,0-1-53,-3 1-16,3-3-29,-3 3-28,0 0-21,0-1-31,0-2-20,4 3-10,-4 0-15,2-2-17,-2 0-10,2 1-20,1 0-8,1-1-10,0 2-5,2-1-1,-2-1-4,4 2 4,2 0 10,2 0-3,4 0-3,-1 0 2,0 0-1,-2 0-1,5 2-2,-2-2 2,1 1-1,0-1-10,-2 0-6,2 0-1,-5 0-1,1 0-4,0 0-1,-1 2 3,0-2 0,5 0-2,-5 1 2,2 0-2,-2 1-6,1-2 0,-3 2-3,1-2 5,0 3 0,0-2-2,3-1-3,1 0 2,-5 0-2,1 0 2,-1 0-1,-1 0 2,0 0-2,-1 0 0,-1 0 1,4 0-1,-3 0 1,6 0-2,3 0 3,-5 0-3,2 0 1,1 3 0,-2-3 2,-1 0 0,1 1 1,-3 1-2,2-2 4,-1 0-4,2 0 2,-2 0 3,1 0 2,-2 0-3,1 0-1,0 0 2,-4 1-1,4 0 0,-3-1 1,2 0-1,0 0 1,1 0-4,1 0-1,-1 2 3,2-1-1,-1 0-1,1 0 1,1 1-2,-3-2 3,2 0-1,-3 0 0,-1 0 2,-1 0 2,2 0-2,-3 0 2,2 0-2,0 0 1,3 0 0,-2 0-2,4 0 2,-2 0 0,8 0-2,-4 0 0,1 0 1,0 0 0,-5 0 0,-2 0 0,0 0-2,-2 0 1,-5 0-4,1 0 0,0 0 5,-4 0 0,0 0 0,3 0 2,-3 0-1,0 0 0,1 0 3,-1 0-1,3 0 3,-2 0-1,-1 0-4,0 0 0,0 0 3,3 0 1,-3 0 2,0 0 0,0 0 0,0 0 2,0 0 0,0 0 0,0 0 3,0 0 0,0-2-7,0 1 0,0 1-2,0-2 0,0-1-1,0 2 1,0-5 4,-3 2-2,1-2-7,-1-2 3,-4-1 2,0-2 3,0 1 0,-2-1 2,0 2 6,1-1 6,-2-1 2,2 2 8,2 2 4,-1-1 0,3 3 2,1 2-3,3-1-2,-1 3-1,1 0-7,-2-1-8,2 1-6,0 1-9,0 0-5,0 0-7,0 0-8,0 0-5,0 0-3,0 0-3,0 0-3,0 0 0,2 0 1,-1 3 4,5-1 3,1 2 6,2 2 6,1-1 0,3 2-5,-5 3 2,4-1-3,-2 2-5,0-1-4,-2-3-3,-3 4-2,1-3 1,-3-1 1,1 0 4,-4 0 9,3-1 1,-2-2 2,-1-2 7,0 2 7,0 2 12,0-4 9,0 5 13,0-1 11,-2 1 16,-1 1 11,-6 3 6,-2 1 8,-4 1-1,2-1-2,-3 3-30,1-5-105,4 2-252,-3-20-704,0 12 0,0-6 0,3-1 0</inkml:trace>
  <inkml:trace contextRef="#ctx0" brushRef="#br0" timeOffset="120135.4305">15805 6361 1662,'0'0'80,"0"0"48,0 0 36,3 0 30,-3 0 25,0 0 13,-3 0 8,2 0 12,-4-1 29,-1 1-26,2 0-8,-6 0-15,2 1-16,-5 3-19,1 4-13,-5 1-7,6 5-3,1 2-10,6 0-20,4-3-24,4-2-13,7-2-26,7-3-19,4-4-13,9-2-19,1-4-14,-2-3-11,-3-3-10,-6-1-17,-10-5-12,-5 0-14,-6-1-5,-7 1-1,-5-1 6,-7 4 9,-2 2 7,-1 2 10,-2 3 7,5 2 5,5 3-31,6 0-102,5 1-131,6 0-222,-1 0-419,1 0 0,5 0 0,5 0 0</inkml:trace>
  <inkml:trace contextRef="#ctx0" brushRef="#br0" timeOffset="120591.3984">16077 6360 2461,'0'0'47,"0"0"29,0 1 30,0 2 29,-3 2 26,-1 1 31,-3 4 22,2 2 22,1 2 23,2-4-13,2 1 26,6-6-17,6-1-27,3-1-27,9-3-25,4-3-31,2-1-22,-5 0-21,-7-3-29,-4-3-25,-10 2-38,-4-3-11,-7-1-4,-8 2-1,-4 0-2,-4-1 0,-2 2-1,2 3 0,6 0-4,7 5-43,6 0-110,3 1-117,4 0-129,4-15-546,1 13 0,9-2 0</inkml:trace>
  <inkml:trace contextRef="#ctx0" brushRef="#br0" timeOffset="121039.8029">16364 6343 2015,'3'0'35,"0"1"5,-3 3 23,0 1 32,0 5 33,0-1 18,0 3 25,0 0 27,0 0 25,0-4 20,0 1 44,5-3 16,5-2-16,6-4-29,7 0-28,2 0-14,0-2-22,-5-2-26,-6-1-20,-3-1-52,-9-1-37,-2-4-20,-2 4-7,-6-4-1,-7 1-6,-3 1-3,-3 0-5,3 4-4,5 3-37,1 0-103,9 1-148,2 1-186,1-16-518,3 14 0,5-2 0</inkml:trace>
  <inkml:trace contextRef="#ctx0" brushRef="#br0" timeOffset="121475.9362">16739 6359 2533,'0'2'48,"0"3"26,0 2 38,0 1 30,-3 2 33,3 1 33,-2 1 30,2-2 26,0-1 29,3-1 8,3-2-14,6-4-18,8 0-34,6-1-25,5-2-30,-2-2-30,-4-1-23,-10-3-4,-4-1-22,-10-3-22,-6-1-15,-10 0-14,-5-1-18,-5 2-24,-6 4-23,3 1-81,7 4-189,22-1-896,-6 3 0,5 0 0,2-4 0</inkml:trace>
  <inkml:trace contextRef="#ctx0" brushRef="#br0" timeOffset="122850.2859">14532 6911 2541,'0'0'138,"0"0"43,0 0 43,0-3 32,0 3 30,0 0 23,0 0 14,0-3 9,3 3 4,0-1-96,3-1-34,2 2-42,7 0-35,1-1-31,8 1-30,8 0-22,5 3-13,8-2-7,2 2-4,8 3-7,8-3-1,1 1-5,1 0-2,-2-2-8,-7 0-5,-10 0-3,-13-1-3,-8-1 0,-13 2 4,-3-2 0,-6 0 3,-2-3 2,-1 0 3,1-3 5,-2-1 1,1-1-4,-4-2-9,-3-1-26,0 2-23,-7 1-15,-1-1-14,4 2-2,1 3-10,3 1-6,4 0-2,2 2 2,1 1 22,1 0 33,5 2 34,6 3 30,5 4 26,1 4 14,3 4 23,-2 3 12,-8 3 9,-4-1 8,-8 2-7,-13-4-25,-12 3-131,3-4-458,-36 2-519,-16-8 0,-17-6 0,-3-7 0</inkml:trace>
  <inkml:trace contextRef="#ctx0" brushRef="#br0" timeOffset="125255.6356">15818 6888 1768,'0'3'64,"-3"-1"33,0 3 44,-4-1 23,6 2 36,-5 0 25,1 3 24,1 0 29,2 2 20,-1 1-13,3-3-16,0 0-15,3 1-20,0-3-12,7-2-30,5-1-25,6-3-18,1 0-28,0-3-18,2-3-21,-8-1-12,-6-3-16,-3-3-22,-7 0-13,-7-3-4,-5-2-1,-6 2-6,-5 0 0,-2 6-3,3 0-28,4 4-78,10 4-132,3 1-183,5-9-586,6 9 0,4-2 0,5-1 0</inkml:trace>
  <inkml:trace contextRef="#ctx0" brushRef="#br0" timeOffset="125817.0807">16209 6907 1736,'0'0'26,"-3"0"28,-1 0 32,-2 1 33,-3 5 33,-3 0 28,1 5 12,0 0 18,3 2 23,2-1 8,4-2 46,-1-2 7,8-1-14,7-3-26,4-1-29,7-3-24,5 1-13,2-5-15,-3 0-18,-6-3-31,-7-1-54,-7-2-33,-4-2-24,-13-1-5,-4 0-7,-7 1-7,-2 3-28,-5 5-45,6 1-99,10 2-99,6 1-140,7-28-492,12 24 0,10-1 0,6 2 0</inkml:trace>
  <inkml:trace contextRef="#ctx0" brushRef="#br0" timeOffset="126242.5485">16550 6902 2380,'-4'3'42,"0"0"30,0 3 26,-2 0 24,2 5 22,-3 0 12,5 0 16,0 0 19,2 2 42,2-5 18,4 1-7,5-3-24,6-2-22,1-4-19,1 1-19,-1-4-8,-3 0-16,-6-3-14,-4-3-40,-6-4-34,-10 0-17,-6-2-9,-5 1-4,-3 2-15,0 3-46,3 5-104,11 2-137,9 0-166,7 2-460,6 0 0,8-2 0,6 1 0</inkml:trace>
  <inkml:trace contextRef="#ctx0" brushRef="#br0" timeOffset="126716.6801">16893 6813 1790,'1'0'164,"0"0"45,1 1 46,-1-1 37,-1-1 12,0 1 1,0 0 7,0 0 32,3 1 29,-3 3-91,-3 4-31,3 3-35,-3 7-36,2 2-26,-2 5 6,-1-2 11,3 2-5,1 0-31,-2-1-32,2-4-17,2 0-40,-2-1-39,0-4-50,0-3-169,1-3-280,-2-4-619,-1-3 0,-3 0 0,-4-9 0</inkml:trace>
  <inkml:trace contextRef="#ctx0" brushRef="#br0" timeOffset="128434.5111">14492 7543 2376,'0'0'144,"1"0"29,-1 0 30,0 0 35,0 0 19,0 0 17,2 0 7,0 0 8,3 0 10,0 0-101,2 0-24,4 0-19,-1 0-19,5 0-26,2 0-18,3 1-13,5 2-6,5 0-7,1 1-10,3 0-9,2 0-8,1-4-12,2 3-10,-1 0-10,-2-1 0,0-2-6,-3 2 1,-1-2-1,-4 0 0,-6 0 0,-3 0-2,-3 0 3,-3 0-3,-1 0 0,1 0 2,-1 0 0,0 0-2,-5 0-5,0 0-3,-3 0-3,0 0 0,-4 0-6,0 0-4,0 0-5,0 0-17,-3-2-25,0 0-9,-6-4-8,-5 2 0,-4-5-1,-2-2-3,-3 0 5,4-1 6,5 1 4,2 3 14,6 1 24,0 2-1,6 3 10,0 2 1,0 0 6,6 1 6,0 1 7,7 4 8,7 2 13,3 5 12,4 4 27,-5 3 29,-9 0 14,-4 2 5,-5 0 3,-10-2-3,-6 1-51,-13-1-165,1-6-925,-24 2 0,-8-6 0</inkml:trace>
  <inkml:trace contextRef="#ctx0" brushRef="#br0" timeOffset="131892.4282">15904 7503 1562,'1'0'118,"-1"0"48,0 0 40,0 0 32,3 0 35,-3 0 27,0 0 21,0 0 11,0 0 4,0 0-66,0 0-48,-3 0-38,-1 0-21,-5 5-20,-4 0-27,-2 4-23,1 5-18,3-1-7,5 0-2,3 2 2,3-3-1,0-2-4,6-1-15,5-2-12,3-3-5,8-4-8,3 2-5,1-2-13,-4-4-8,-1 1-9,-7-2-16,-3-1-20,-7-3-12,-2-1-7,-8-2-1,-5-2 1,-7-1 7,1 0 16,-2 0 4,2 5 8,5 1-5,6 3-103,5 1-152,26-2-630,-21 5 0,6 1 0,1-2 0</inkml:trace>
  <inkml:trace contextRef="#ctx0" brushRef="#br0" timeOffset="132804.7198">16291 7468 1104,'0'0'58,"-2"0"26,-2 0 19,0 1 42,0 0 25,-5 3 42,0 1 29,0 5 14,0 0 17,0 2-28,1 2 11,5 1-10,3 0-11,0-2-33,3 1-18,1-3-32,3-1-26,7-5-7,4 0-19,3-4-14,1-1-28,0-1-24,-4-3-23,-4 2-13,-11-4-12,0-4-13,-6-2-4,-8-2-11,-3 2-14,-4-3-42,-1 5-95,-1 2-189,3 1-383,4 2 0,7 3 0</inkml:trace>
  <inkml:trace contextRef="#ctx0" brushRef="#br0" timeOffset="137333.9614">16600 7451 1122,'0'1'116,"0"1"41,0 0 35,0 0 34,0 1 30,0-2 21,0 0 21,0-1 22,0 0 26,0 0-64,0 0-19,0 0-33,0 0-35,0 0-35,0 0-30,0 0-21,0 0-21,0 1-19,0 2-23,0 0-20,0 2-6,0-1-1,0 4 11,0-1 4,0 3 3,0 3 3,0 3 2,-2 1 0,1 2 2,-2 0-3,2 1-3,-3-2-5,3 1-12,-1-3-3,2-3-2,0-1-1,0-5 1,0-2-6,0-1 2,0-3 2,0-1 0,0 1-6,0-1-18,0 0-41,0 0-108,0 0-181,0-16-642,0 13 0,-3-2 0,3-3 0</inkml:trace>
  <inkml:trace contextRef="#ctx0" brushRef="#br0" timeOffset="141164.8759">20690 5415 4023,'0'-7'124,"0"-1"20,0-1 16,0 3 15,0 2 7,0 2 4,0-2-2,0 4 0,0 0 4,0 0-104,-4 4-3,-2 5-8,-4 2-13,-2 7-13,-3 2-4,2 6 1,4-1 0,3-1 5,6-3 11,4-5 6,9-8-1,6-3-9,7-2-37,8-6-23,-1-5-19,-4-5-20,-10-3-22,-8-3-31,-5-5-44,-10 0-30,-7 1-32,-2 4-10,-3 0 12,-5 7-44,2 8-94,11 1-161,2-23-322,6 26 0,12 0 0</inkml:trace>
  <inkml:trace contextRef="#ctx0" brushRef="#br0" timeOffset="141674.5567">21245 5441 2039,'0'4'117,"-2"2"53,0 3 52,-3 4 30,1 2 26,-2 0 18,1 1 32,4 0 20,1-1 16,6-3-31,7-4-68,7-4-48,6-1-52,7-6-29,-2-2-20,-8-2-14,-2-5-25,-11-2-19,-8-2-19,-3 0-14,-8 0-16,-8 2-11,-4 1-13,-4 5-32,0 4-70,3 4-130,11 0-165,12 2-159,2 0-338,9-2 0,10-1 0</inkml:trace>
  <inkml:trace contextRef="#ctx0" brushRef="#br0" timeOffset="142188.3786">21766 5349 2760,'0'0'111,"0"0"19,2 0 35,-2 0 17,2 0 12,-2 0 6,0 0 6,3 0 8,-3 0 12,0 0-84,0 0-17,1 0-4,-1 0 4,0 4-1,0 8 11,0 4 7,0 12-2,-4 7 3,0 3-9,-2 0-13,0-1 9,0-3-33,3-9-58,3-4-67,3-5-203,11-7-938,-8-5 0,-4-4 0,5-4 0</inkml:trace>
  <inkml:trace contextRef="#ctx0" brushRef="#br0" timeOffset="142572.0413">22167 5517 2902,'0'8'120,"-3"0"18,3 3 32,0 1 42,0-3 18,3-3 16,4 0 9,14-2 6,5-3 1,7-1-83,6-4-29,-4-3-7,-7-2-17,-12-3-35,-8-3-29,-13-1-26,-14-3-29,-13 3-51,-15 1-120,-3 2-272,-13 5-553,-2 4 0,7 1 0,13-1 0</inkml:trace>
  <inkml:trace contextRef="#ctx0" brushRef="#br0" timeOffset="143571.662">20759 5773 3240,'0'0'29,"0"0"5,0 0 30,-1-1 53,-3 4 37,-2 4 29,-4 7 12,-3 7 7,-1 10 16,-3 5-12,5 4 8,0 0-1,7 0-28,-3-3-49,3-3-37,3-6-30,-1-2-9,1-7-4,0-5-16,-1-2-16,3-5 5,-3-6-4,2 1-5,-2-5-3,-1-6 0,-3-6-1,0-3-5,0-6-3,3-2-1,-3-1-5,3 6-8,1 6-2,3 3-6,-3 7-9,3 2-4,-4 2-1,0 3-5,0 1-3,0 3-8,1 3-9,1-2-11,1 2 4,2-1 13,2-3 18,3-2 7,9 0 7,3-3 2,7 0-28,3 0-114,-3-3-205,-3-31-602,-5 25 0,-9 1 0,-6-3 0</inkml:trace>
  <inkml:trace contextRef="#ctx0" brushRef="#br0" timeOffset="144149.6025">20498 6465 3204,'0'-1'49,"0"1"4,-5-1 16,-2 0 34,-4 3 55,-4 3 36,-3 4 27,-3 4 8,7 4 17,0 0-36,7-1 14,3 1 7,11-5-6,5-5-33,12-3-51,5-6-31,6-4-26,-2-5 3,-5-2-18,-9-4-23,-9-3-35,-6-1-31,-8 2-36,-7-2-65,-7 5-99,-2 4-162,4-3-689,-5 9 0,11 1 0,6-2 0</inkml:trace>
  <inkml:trace contextRef="#ctx0" brushRef="#br0" timeOffset="145106.9637">20762 6127 2758,'0'0'144,"0"0"35,0 0 7,1 0 2,3-1 6,4 0 9,4-4 14,4-2 15,4-3 16,3-1-101,2-5-24,2-1-32,2-1-4,3 0-2,1-3-2,6 0-6,-3 2-13,-1-3-12,-3-1-15,-2 1-11,-5-1-3,-7 3-6,-1 2-1,-7 1-1,-2 4 0,-1 1-3,-5 5-2,0 2-7,-2 3-9,0-1-29,0 3-24,0 0-7,0 0-9,-3 0-24,-4 0-26,-2 0-35,-5 0-21,0 0-20,-6 0-14,4 0 16,-2 0 18,5-2 6,1-1 12,6 0 29,3-1 29,5 1 34,-2 1 19,4-1 27,6 2 24,5 1 17,6 0 2,1 0 7,0 0 8,-4 1-2,-5 3 4,-1 3 23,-6 3 34,-4 4 40,-2 2 28,-6 7 10,-4 4 7,-7 6-4,-5 3-53,1 1-92,2-2-176,1-20-716,5 8 0,4-6 0,3-4 0</inkml:trace>
  <inkml:trace contextRef="#ctx0" brushRef="#br0" timeOffset="145835.9623">21053 6394 1866,'0'0'50,"0"0"40,-5 2 39,-1 2 48,-2 2 35,-9 6 26,3 3 31,1 0 35,3 2 23,6 0-11,2-3 2,6-4-25,6-5-32,8-3-45,3 0-33,11-5-23,-1-3-28,-3 0-32,-7-4-22,-11-5-25,-6-2-18,-8-1-20,-13-3-20,-6 2-20,-2 0-61,-7 7-110,3 6-195,6-19-632,13 19 0,10 0 0,23-1 0</inkml:trace>
  <inkml:trace contextRef="#ctx0" brushRef="#br0" timeOffset="146789.8379">21321 6197 2082,'0'0'149,"0"0"53,0 0 18,0 0 5,3 0 11,2 0 21,4-4 20,3 1 11,6-3 14,2-3-72,3-1-56,1-5-48,3 1-15,4-3 1,2-3-11,0-3-21,5-1-20,-2-3-8,-4-1-10,-3 2-9,-6 2-7,-5 2-3,-8 2-4,-3 4-1,-5 4 6,0 3-6,0 1-8,-4 3-15,0 2-13,-2 0-18,-2 0-26,-3 3-28,-3 0-52,1-2-19,0 1-16,0-1 4,1-1 6,6-3 14,-2-1 8,4-1 20,2-1 30,0 2 29,2 2 52,1-1 20,3 3 20,-2 0 12,6 2 10,-1 0 11,1 2 21,-4 3 20,1 5 20,-3 5 19,-4 7 11,4 9 0,-8 6-5,-2 3-16,-1 2-46,1-1-119,0-1-198,3-13-740,0 3 0,-3-1 0,-6-5 0</inkml:trace>
  <inkml:trace contextRef="#ctx0" brushRef="#br0" timeOffset="147229.6746">21596 6359 3425,'2'-2'153,"-2"-1"13,1 2 2,0 0 6,-1-2 35,0 6 23,0 0 17,-3 7 11,-1 6 8,-3 5-100,0 8-45,-4 1-13,5 0-1,1-3-6,5-4-34,-3-6-40,3-4-71,0-1-168,12-7-369,-13-1-457,1-8 0,3-2 0,1-11 0</inkml:trace>
  <inkml:trace contextRef="#ctx0" brushRef="#br0" timeOffset="147954.5602">21715 6435 2497,'0'0'141,"3"0"34,2 0 40,1 0 24,0-4 19,7-1 26,-1-3 12,1-2 8,5-5 6,-1 1-98,2-6-32,3-3-29,2-3-38,5-4-24,0-4-21,3-4-25,3-2-12,2-1-10,3 1-5,-2 5-9,-3 4-1,-4 5-1,-3 4-1,-3 5 5,-5 2 3,-5 3 3,0 3 0,-7 1 2,-2 4 0,-2 1 3,-1-1-5,-3 1-13,0 1-20,0-1-26,2-2-31,-6 1-29,-1-1-32,-8-4-13,1 0-14,-6 0-5,3 0 2,5 2 11,3-2 39,3 2 31,1 4 29,6-1 24,1 3 32,7 1 14,-1 1 19,5 3 13,-1 6 10,1 5 18,-5 8 3,-5 10 6,-10 3 6,-9 4-13,-9 6-65,-4-4-99,-3-1-203,-2-18-609,7 5 0,3-8 0</inkml:trace>
  <inkml:trace contextRef="#ctx0" brushRef="#br0" timeOffset="148772.6559">22139 6373 2880,'6'-4'123,"-6"1"50,1-3 33,1 1 13,0 3-2,-4 1 16,2 1 31,-2 2 24,-6 9 15,-5 5-67,-4 11-38,-2 9-47,-3 7-35,7-2-25,4-2-62,5-2-302,6-38-817,0 17 0,0-11 0,3-8 0</inkml:trace>
  <inkml:trace contextRef="#ctx0" brushRef="#br0" timeOffset="150239.7842">16986 7418 1583,'0'0'63,"0"0"42,0 0 48,0 0 35,0 0 30,0 0 29,0 0 32,0 0 27,0 0 18,0 0-25,0 0-12,0 0-34,0 0-36,0 0-21,-2 0-14,1 0-15,-2 1-17,-1 3-15,0 3-11,1 3-6,0 3-2,-2 4 0,3 6-11,-2-1-11,0 7-15,-3 1-13,-1 3-17,1-2-10,1-1-5,2-4-12,1-6-26,3-4-21,0-4-31,-3-3-59,3 0-177,39-7-872,-39-4 0,0-4 0,-4-9 0</inkml:trace>
  <inkml:trace contextRef="#ctx0" brushRef="#br0" timeOffset="151655.7601">14352 8129 2126,'0'2'126,"1"-2"36,2 1 44,0-1 44,-1 0 24,5 0 15,3-1 15,4 1 11,2 0 11,2 0-78,5 0-34,-2 0-31,9 0-44,-2 2-41,8 0-18,4 0-17,6 1-14,4 1-10,0-3-12,4 2-9,-4 0-9,-6-3-8,-7 3-4,-6-3-3,-9 0-6,-7 0 5,-7 0-4,-3 0 0,-2-3 3,-3 0 5,3-3 0,-3-1 6,0-4-1,-3 1-15,0-2-21,-2 2-25,-2-4-9,-3 4-9,0-3-7,-1 3-6,0 1 0,1 2-7,5 2 4,-1 3 6,1 1 18,4 0 23,1 1 26,0 1 22,7 2 12,1 3 13,9 2 6,4 6 9,7 4 12,0 1 21,1 5 17,-7 0 9,-5 0-5,-9 3-2,-7-2-4,-6 3-4,-9-3-16,-12 1-77,-13 1-182,11-8-859,-29 0 0,6-7 0</inkml:trace>
  <inkml:trace contextRef="#ctx0" brushRef="#br0" timeOffset="154075.8523">24007 4453 2811,'0'-1'15,"0"0"3,0-1 2,0 1 47,-4 1 36,-3 3 25,-1 2 40,-6 2 18,-1 7 19,2 0-4,1 2 5,5 1 18,1-3 11,5-3-34,5-4-23,6-3-22,11-2-36,5-4-14,4-2-19,4-6-8,-9 0-9,-10-3-28,-8-4-25,-4-2-22,-9 2-14,-9-2-8,-7 3-5,-3 2-16,0 7-59,1 2-132,13 2-125,15 2-147,9 2-347,12-1 0,12-1 0,9 1 0</inkml:trace>
  <inkml:trace contextRef="#ctx0" brushRef="#br0" timeOffset="154436.093">24493 4474 2254,'-13'6'90,"-1"1"28,-1 6 27,3 0 22,7 2 6,4-2 8,7 0 17,9-2 12,2-4 8,9-1-48,4-3-20,1-5-20,-4-3-7,-8-2 4,-5 0-4,-9-7-18,-5 0-35,-11-3-28,-3 0-29,-8 1-46,-3 4-60,1 3-98,9 4-179,11-3-454,7 7 0,11-1 0</inkml:trace>
  <inkml:trace contextRef="#ctx0" brushRef="#br0" timeOffset="154902.5833">24988 4393 2403,'1'0'146,"-1"0"47,0 0 38,3 0 20,-3 0 7,0 0 0,0 0-1,0 0-7,0 0-9,0 0-99,0 4-8,0 3-23,0 7-21,-3 6-7,-2 5-2,2 6 2,-3 1 1,2-2 10,0-3 2,3-4-55,1-5-175,11-6-326,-5-6-526,-1-5 0,-1-7 0,6-8 0</inkml:trace>
  <inkml:trace contextRef="#ctx0" brushRef="#br0" timeOffset="155771.2352">25516 4421 3299,'2'2'44,"-2"-1"99,1 1 66,0 4 31,-1 6 20,2 4 14,-4 10 4,-2 6 4,-3 6-1,-1 0-35,4-1-19,-2-1-134,5-4-241,19-3-997,-15-5 0,4-8 0,-3-6 0</inkml:trace>
  <inkml:trace contextRef="#ctx0" brushRef="#br0" timeOffset="156867.6758">23992 4783 3304,'0'0'114,"0"-3"28,0 1 10,0-1 1,0 2 2,0-1 33,0 6 24,0 5 20,-4 7 10,-4 11-68,-9 9-34,-4 8-25,-1 1-9,2-1-1,8-4-2,4-6-33,4-11-21,2-6-19,2-6-3,0-5-6,0-3-1,0-3-5,0-5-6,-2-4-6,-3-5-7,-2-3-10,-2-6-12,-4 2-6,2 0-5,-6 3-2,8 4-2,4 5 1,0 3-3,2 5 2,6-1 7,-3 2 8,0 0 12,0 2 8,0-1 1,5 3 6,4-1 1,9 2 8,4-3 7,10-1 6,3-1-25,-1 2-115,8-2-216,-3-12-683,-7 10 0,-8-1 0</inkml:trace>
  <inkml:trace contextRef="#ctx0" brushRef="#br0" timeOffset="157443.7898">23823 5431 3146,'-2'-2'140,"0"-2"30,-4 0 3,-2 2 8,-1 2 35,-7 1 38,-3 6 23,-2 3 8,-3 6 6,5 6-96,3 0-37,8 0-25,7-3 3,8-7 11,12-2-25,11-8-38,5-2-30,7-6-16,-5-9-20,-6-1-15,-12-6-23,-11-4-53,-8-2-79,-8 2-94,-4 0-137,-3 1-183,-9 6-390,0 4 0,8 5 0,13-2 0</inkml:trace>
  <inkml:trace contextRef="#ctx0" brushRef="#br0" timeOffset="158388.3244">24046 5207 2034,'0'0'114,"0"-2"18,3 0 24,4-3 23,1-3 16,4-3 15,3-5 17,3-3 22,1 1 41,3-5-80,0 0-2,2 1-10,2-1-20,2 0-20,2-1-14,4 1-13,2 0-14,0-2-23,0 2-38,4-2-15,-5 2-14,-2 2-8,-5-1-1,-6 6-2,-4 1 3,-8 2-1,-8 3-8,0 6-11,-2 1-14,0 1-10,0 1 2,-2 1-1,-4-2-16,0 2-13,-5 0-15,0-3-13,-3 2-39,0-1-14,-1-2 9,-2-1 2,0-1 0,4 1 1,6 2 8,1 2 6,4 0 1,2-1 12,1 2 42,6 0 26,5 0 6,5 0 3,2 0 0,5 2 2,-5 0 7,-6 1 16,-3 4 29,-5 5 30,-5 1 36,-3 6 24,-5 6 4,-3 4 6,-4 4-32,-10 7-106,0 2-204,0-15-650,3 13 0,1-1 0,10-1 0</inkml:trace>
  <inkml:trace contextRef="#ctx0" brushRef="#br0" timeOffset="158879.997">24337 5441 3102,'-5'0'50,"-5"3"34,0 0 46,-5 3 27,0 4 19,3 6 11,3-1 7,5 0 10,4-3 28,11-1-5,9-5-30,11-4-32,10-3-42,6-6-25,-3-4-20,-6-4-4,-9-1-7,-14-6-13,-9-2-38,-12-5-21,-11-1-14,-10 3-21,-8 4-65,-7 8-161,15 5-770,-7 7 0,12 3 0</inkml:trace>
  <inkml:trace contextRef="#ctx0" brushRef="#br0" timeOffset="159816.8474">24540 5192 2080,'0'1'132,"0"-1"20,0 0 13,0 2 4,3-4 4,2-1 12,1-2 7,1 0 20,2-5 17,1-1-78,2-2-19,0 1-8,7-4-11,-5-1-1,5 2 1,-1-1-8,2 0-5,5-1-16,-3 3-15,3-2-10,0 1-22,0 0-11,-6 2 2,2-1-5,0 1-1,-2 0-5,-2-1 1,-3 2 1,-6-1 2,0 1 3,-5 4-2,-1 1-18,-2 4-24,-2 0-3,-2 0-10,-5 0-11,-1 0-2,-4 0-10,-3 1-17,-2 1-15,5 0-5,-1-1 14,-1 0 18,4 1 2,5-1 6,2 0 11,4 1-4,1 1-4,0-1-3,3 1 10,4-3 5,7 3 3,0-5 4,5 4 2,-2-4 1,-3 4 5,-5-1 3,0 2 16,-8 3 45,2 3 24,-6 8 13,2 4 11,-8 8 7,-1 4-11,-7 8-78,-3 1-139,8 0-211,-1-2-442,5-3 0,7-5 0,2-4 0</inkml:trace>
  <inkml:trace contextRef="#ctx0" brushRef="#br0" timeOffset="160294.4761">24823 5359 2689,'0'-1'107,"0"0"31,0-1 33,0 0 21,0 1 9,3-2 6,-3 3 10,1 0 7,-1 0 11,1 0-41,-1 0-7,0 4-17,0 6-14,-1 6-8,-3 7 2,-3 6-2,1 2-4,0 1-3,-1-2-8,1-4-23,4-4-42,0-5-47,2-4-101,0-6-245,0-30-824,0 19 0,0-5 0,0-2 0</inkml:trace>
  <inkml:trace contextRef="#ctx0" brushRef="#br0" timeOffset="161083.9602">24977 5437 1670,'6'0'126,"0"0"42,3-2 32,3-4 34,-1-3 12,2-2 34,2-4 28,0 0 16,6-4 13,3-3-74,1-1-25,6-4-29,4-1-25,3 0-27,4-1-9,1 3-31,2-2-26,-2 5-13,-4-1-10,-3 4-12,-7 1-7,-10 5-10,-5 0-2,-7 5-9,-4 2-16,-1 2-48,-2 3-27,-5 0-79,-2 1-35,-5 1-57,-1-2-84,-5-1-50,2-3-24,-4-1-15,6-2 5,3 0 44,3 0 22,4 2 76,4 1 35,0 2 56,4 0 91,3 3 74,1 0 56,6 1 46,0 0 35,-2 1 22,2 2 38,-8 2 42,-1 6 41,-2 5 42,-6 4 3,-6 7-21,-7 7-32,-6 3-68,-3 5-121,3 0-217,4-18-699,5 12 0,6-11 0,5-3 0</inkml:trace>
  <inkml:trace contextRef="#ctx0" brushRef="#br0" timeOffset="161560.2456">25336 5506 2108,'-7'7'184,"-4"5"55,-2 2 37,-2 7 19,0-4 15,8 1 14,3-1 29,8-5 22,7-5 11,10-3-130,11-3-47,8-6-51,4-5-38,-3-2-18,-7-4-12,-11-6-27,-14-3-53,-9-1-82,-14-3-95,-13 0-104,-6 2-266,-19 7-425,-9 4 0,-12 5 0,0 2 0</inkml:trace>
  <inkml:trace contextRef="#ctx0" brushRef="#br0" timeOffset="163371.6201">15974 8127 3304,'-1'-3'89,"-4"-1"17,-1 1 32,-4 1 30,0 1 30,-3 2 17,-4 4 24,0 5 10,-1 4 11,-1 4-66,2 4-21,5 1-13,6-3-29,5-1-27,9-5-27,7-2-18,9-5-25,7-5-16,3-2-18,-2-5-5,-4-6-6,-6-3-6,-11-2-10,-8-3-24,-6-1-19,-3 1-16,-10 0-29,-2 6-22,-3 3-58,-1 7-125,15-2-229,-1 5-317,5 0 0,11-1 0,6-1 0</inkml:trace>
  <inkml:trace contextRef="#ctx0" brushRef="#br0" timeOffset="164152.9502">16438 8098 2015,'0'0'148,"0"0"39,0 0 40,0 0 40,0 0 29,0-1 10,0 1 3,-2 0 7,-2-1 19,-4 1-80,-6 2-26,-1 3-28,-2 5-30,3 3-33,2 6-24,5-2-3,4 1-2,3-1 11,7-4-12,7-3-21,5-4-8,9-4-11,6-2-15,1-4-24,-3-4-23,-3-2-10,-12-2-19,-6-5-45,-7 1-43,-12 0-75,-6 2-90,-6 2-100,-2 2-143,-9-7-425,6 11 0,5 4 0,12-2 0</inkml:trace>
  <inkml:trace contextRef="#ctx0" brushRef="#br0" timeOffset="164822.3649">16793 8014 1843,'0'0'184,"1"0"48,-1 0 61,0 0 39,0 0 25,0 0 9,0 0 4,0 0 20,-1 0 20,-1 2-120,-3 4-32,-1 5-23,-6 7-57,-1 6-25,1 5-10,2 2-4,2-3-2,5 0-19,-1-5-18,4-3-14,0-4-32,0-6-77,0 0-39,0-3-135,7-3-399,-5-4-562,-2-4 0,3-4 0</inkml:trace>
  <inkml:trace contextRef="#ctx0" brushRef="#br0" timeOffset="165288.8394">17042 8120 2554,'0'5'123,"-1"2"46,-3 2 31,0 4 33,-1 1 31,0 2 11,-1-2 13,5 1 11,1-2 16,4-4-46,4-3-60,11-5-42,7 0-30,8-4-29,5-4-28,-1-5-8,-9-2-5,-8-3-10,-7-3-16,-10-2-15,-8 1-10,-10 0-17,-10 4-25,-12 3-79,-4 7-228,-12-6-767,-4 12 0,-4 1 0,2 1 0</inkml:trace>
  <inkml:trace contextRef="#ctx0" brushRef="#br0" timeOffset="166654.3885">14648 8594 1680,'0'0'94,"0"0"45,0 0 54,0 0 49,0 0 52,0-1 35,0-1 28,0-1 19,0 0 11,0 0-49,0 1-24,0 1-43,0-1-51,2 1-47,-2-1-47,7 2-35,0-1-26,5 1-19,9 0-9,0 1-10,8 1-6,2 1-3,6-2-4,6 2 0,4-3-5,2 1 0,2-2-1,-3 1-1,-5 0-1,-6 0-1,-11 0-3,-5-1 0,-6-2 4,-8 0-2,-2 0 0,-3-1 1,-2 0-4,0 2 0,0-2-3,0 1-1,0 1-5,0-3-13,-3-1-17,-1 1-13,-7-2-14,-2-3-6,-6-1 2,-2-3-3,-1 3 3,-2-2-1,2 1 3,7 5 8,1 1 3,10 3 7,1 3 8,3 0 6,0 3 4,7-1 7,11 6 2,3 1 2,11 5 5,4 5 6,0 2 12,-4 2 7,-7 1 7,-9-3 11,-7 1 8,-8-2 11,-6-1 3,-12-1-3,-7 0-29,-9-1-93,-9 2-164,-1-12-743,2 4 0,8-6 0</inkml:trace>
  <inkml:trace contextRef="#ctx0" brushRef="#br0" timeOffset="168257.9185">21206 7697 2518,'1'-1'142,"-1"1"19,0 0 30,1-1 44,-2-1 32,2 0 21,-1-1 18,0 1 14,0-1 7,-1 3-116,0-2-13,-4 1-18,-1-1-29,-4 1-44,-4 1-32,-3 1-24,-3 2-14,-1 7-11,-2 3-6,3 5-2,2 2-4,4 4 0,3-1 1,9-1 3,2 1 3,2-2 8,9-5-4,4-2 1,12-3-3,2-6-2,11-2-7,0-5-3,-5-4-6,-6-4-2,-10-2-8,-6-4-9,-8-5-6,-7-2-9,-5-1-6,-11 0-8,0 2-7,-7 8-30,0 6-82,4 5-116,8 3-125,12 2-130,5-1-350,9 1 0,5 1 0,8 0 0</inkml:trace>
  <inkml:trace contextRef="#ctx0" brushRef="#br0" timeOffset="168844.105">21712 7708 2821,'0'0'104,"0"0"20,0 0 15,0 0 47,0 0 54,3 4 35,-3 6 22,0 2 15,0 9 12,-3 7-74,3 2-20,-4 3-16,1-2-12,2 0-48,-1-4-51,2-3-46,-1-6-49,2-2-138,-1-4-277,0-34-693,0 22 0,0-5 0,2-2 0</inkml:trace>
  <inkml:trace contextRef="#ctx0" brushRef="#br0" timeOffset="169332.4868">22167 7849 3092,'-4'0'52,"-2"0"26,-5 6 44,-1 2 30,-5 3 24,6 4 10,1 1 22,6-1 14,1 1 16,6-2 3,7-2-36,11-3-23,4-3-42,6-4-26,7-1-21,-4-2-9,-7-4-18,-5-2-17,-9-1-17,-8-3-18,-6-6-10,-8 0-10,-3-1-5,-7 1-23,-1 2-43,-1 6-89,6 3-105,8 5-145,18-4-537,-7 4 0,7 0 0,6-3 0</inkml:trace>
  <inkml:trace contextRef="#ctx0" brushRef="#br0" timeOffset="169689.4698">22666 7864 3527,'0'1'12,"0"4"27,-3 1 31,-1 3 17,2 2 23,-1 0 17,3-1 22,-3 1 33,10-3 25,8-1 12,6-4-7,8-3-16,8 0-28,1-6-4,-3-3-17,-9-2-8,-4-4-19,-12-1-39,-6-4-38,-12 0-30,-20 2-33,-11 1-71,-18 6-168,-2 4-869,-23 7 0,-18 6 0,1 5 0</inkml:trace>
  <inkml:trace contextRef="#ctx0" brushRef="#br0" timeOffset="170585.369">21203 8038 2097,'0'0'157,"0"0"39,0 0 56,0 0 41,0 0 14,0 0 5,0 0 20,0 0 23,-2 2 15,0 5-105,-4 2-25,-2 10-30,0 5-58,-2 9-38,2 3-15,-2 3-4,6 0-21,-2-2-22,3-5-14,1-5-10,2-8-12,0-5-9,0-4 2,-2-5-2,1-5 0,0 0-6,-2-3 0,-3-6-2,-2-8-3,-2-5-3,-1-5-3,-1-2 1,-1 3-4,2 3-6,1 7 0,1 8 1,-1 5 2,0 3-8,5 3-6,-2 3-9,4 6-17,0 3-15,10 4-11,4 2-2,9 0-4,6-3 2,10-5 1,-1-8 4,2-1-15,1-4-72,-5-5-101,-1-3-148,-11-33-441,-6 30 0,-7-2 0,-5 2 0</inkml:trace>
  <inkml:trace contextRef="#ctx0" brushRef="#br0" timeOffset="171098.2977">21037 8663 3642,'0'-2'196,"0"-2"32,0 0 12,-5 1 8,-4 0 8,-5 1 9,-3 2 18,-3 2 21,-1 4 14,0 5-133,1 3-62,8 5-27,5 2-10,2-2-5,10-5 0,8-2-6,11-4-20,8-7-22,10-3-24,1-8-15,-4-3-5,-10-1-15,-11-6-42,-11 0-12,-9 0-33,-10-1-38,-3 2-56,-10 7-100,4 5-187,-3-4-574,2 11 0,12 2 0,8-2 0</inkml:trace>
  <inkml:trace contextRef="#ctx0" brushRef="#br0" timeOffset="171913.5274">21249 8647 2365,'1'0'90,"-1"2"39,0 0 47,3-1 39,0-1 20,2 0 14,4-1 18,3-3 21,2-1 11,3-5-50,2-1-19,2-5-37,4-2-44,-2-2-38,6-3-18,-1-4-14,1 0-20,0-2-19,1 2-13,-8 1-8,3 4-11,-2 3-2,-3 1-1,-2 2-2,-2 2 1,-6-1 2,2 4-1,-6 1 0,-2 3-5,-2 3-19,-1 1-10,-1 3-8,0 0-11,0-3-1,-5 3-17,-3 0-24,-4 0-49,-3 0-43,-5 0-18,-1-1 9,1-4 9,-1 2 10,9-4 10,0-1 4,7 2 25,5 0 28,0 2 50,3 2 43,2 0 26,5 1 10,1 2 3,7-2-1,3 2 0,0 3 4,-3 2 4,-6 3 21,1 4 37,-8 3 37,-4 4 19,0 3 5,-3 1 4,-9 4-7,4 1-75,-5 1-172,24-7-826,-27 5 0,5-7 0,2-2 0</inkml:trace>
  <inkml:trace contextRef="#ctx0" brushRef="#br0" timeOffset="172366.6644">21589 8654 3134,'0'-3'124,"0"1"40,2 0 12,-2-2 8,2 3 8,-2 1 28,0 1 30,0 3 16,0 3 17,-2 5-61,0 5-47,2 4-32,-3 1-9,0 1-7,0 0-6,3-5-32,0-2-51,0-2-69,0-2-198,18-8-371,-20-1-436,-1-5 0,1-4 0,2-7 0</inkml:trace>
  <inkml:trace contextRef="#ctx0" brushRef="#br0" timeOffset="173254.6274">21735 8700 2038,'0'0'170,"2"0"40,-2 0 32,4 0 18,0-2 19,5 0 17,-3-1 21,4-2 20,1 0 10,2-1-111,-1-3-30,4 0-32,3-1-26,4-4-13,2 0-18,2-4-15,5-2-19,1-4-22,4-1-11,1-3-18,1-2-11,0 1-6,-3-2-5,-2 2-4,-3 3 0,-7 3-2,-6 4-2,-2 2 2,-6 2 0,0 4 2,-4 4 0,-1-2-3,-4 6-12,-1 2-13,0 0-12,0 1-7,0-1-1,0-2 0,0 2-3,-1 0-9,-2 0-8,-4-1-14,-2 2-18,-3-1-13,-4 0-10,-2-2 0,1-1-2,0 1-1,2-2 2,0 0 7,2 0 7,1 0 15,5 1 31,-2 1 25,5 2 18,4-2 12,0 3 8,0 0 3,0 0 6,2 0 4,9 4 1,0-1 3,7 3 5,4 4 15,2 3 20,-3 2 13,-3 1 10,-9 4 11,-3 2 4,-4-3 4,-4 4 1,-7 1-6,-3-3-60,-2 5-139,-5-3-268,-5-1-581,2-1 0,4-5 0,3-3 0</inkml:trace>
  <inkml:trace contextRef="#ctx0" brushRef="#br0" timeOffset="174544.4057">22259 8670 3024,'-2'0'73,"2"0"29,-4 0 24,2 1 37,-3 1 41,1-1 30,-2 5 19,2-1 11,-1 3 14,-1 1-37,3 3-10,-2 2-18,-1 4-22,2 3-30,0 2-41,-3 2-23,4 2-36,2-5-35,-2-2-96,3-2-302,0-35-752,1 18 0,2-6 0</inkml:trace>
  <inkml:trace contextRef="#ctx0" brushRef="#br0" timeOffset="175528.6592">22440 8583 1920,'6'-1'67,"1"-2"24,2-4 35,4 0 22,2-5 20,-2-3 14,3 0 21,1-2 14,6-2 20,0-2-37,2-4-21,2-2-23,5-2-30,0-2-21,3 2-13,-2-1-7,-1 4-13,-4 5-12,-6 2-12,-4 4 5,-5 4 5,-8 5 3,0 0-7,-5 3-10,0 0-13,0 0-15,0 3-17,0 0-22,-1-2-26,-3 1-40,-3 0-44,-3-3-34,-2-1-12,-4-2-5,-3-1 5,2 1 5,-2-1 13,5 0 21,4 1 29,5 2 56,2 1 45,3 2 30,1-1 16,5 1 21,-2-1 9,5 1 17,4 1 18,3 1 20,-1 0 17,2 2-1,-5 7 30,-2 4 16,-2 6 8,-5 10-3,-3 3-3,-3 3-36,-5 5-136,-2 2-246,-1-27-716,-3 22 0,6-6 0,1-8 0</inkml:trace>
  <inkml:trace contextRef="#ctx0" brushRef="#br0" timeOffset="176122.9961">22711 8700 2344,'0'-2'124,"0"1"30,2 0 18,-2 0 42,0 1 65,0 0 30,-2 6 26,0 6 11,-6 8 9,-2 7-87,-2 7-33,-8 7-34,2 0-41,0-3-136,6-1-334,2-48-732,3 27 0,2-12 0</inkml:trace>
  <inkml:trace contextRef="#ctx0" brushRef="#br0" timeOffset="178172.7973">15892 8653 1181,'0'-1'2,"1"-1"-7,-1-1-7,5 1 4,-3-1 13,2 1 32,2 0 30,1 1 22,-4 0 33,-3 1 22,3 0 25,-3-3 19,0 2 10,0-1-1,0 0-11,0 0-29,0 0-29,0 0-17,0 1-27,0 1-28,0 0-18,0-2-13,0 2-2,0 0-3,0 0-1,0 0 2,0 0 1,0 0-6,0 0-6,0 0 0,0 0-1,0 0 2,-3 0-2,3 0 0,-1 0-1,0 0-4,1 0 1,-2 0 6,2 0 11,-1 0 14,-2 0 16,3 0 11,0 0 9,0 0 8,-1 0 11,-2 0 13,3 0 6,-4 0 7,0 0 2,-1 0 2,2 0-2,-2 0-2,4 0 3,-2 0 6,3 0 1,0 0-5,0 0-1,0 0-9,0 0-11,-3 0-12,3 0-14,0 0-7,0 0-10,0 0-14,-1 0-9,-3 0-8,-5 0-7,1 0-6,-5 0-3,1 0-3,-6 0 0,2 0 5,-1 3 4,-1 4 4,3 5 1,0 3 3,6 2-2,3 2 2,6 1 17,10-4 6,10-2-4,7-5-4,12-3-15,7-3-8,-3-4-7,-3-4-12,-8-3 0,-10-1-2,-11-2-21,-8-3-11,-7-2 7,-11 0-7,-9 0 11,-8-1 1,-3 3 0,-1 5-26,3 6-77,11 1-157,10 2-220,6-2-511,14 2 0,9-3 0</inkml:trace>
  <inkml:trace contextRef="#ctx0" brushRef="#br0" timeOffset="178598.262">16216 8565 2896,'0'0'58,"0"0"54,0 2 70,0 1 42,0 3 46,0 3 24,-1 4 17,-4 4 11,-3 6 15,1 4-16,-1 0-15,-1 2-49,6-4-60,1-4-46,2-4-44,0-3-44,0-4-56,0-3-52,0-2-176,8-3-335,-5-2-562,-2-4 0,5-4 0,1-6 0</inkml:trace>
  <inkml:trace contextRef="#ctx0" brushRef="#br0" timeOffset="179003.7425">16468 8586 2765,'0'0'116,"0"0"53,1 0 62,1 0 43,-2 0 36,3 5 20,-3 2 15,1 7 32,-5 4 27,-2 8-77,-2 1-7,-3 4-46,1-1-56,3-4-47,4-4-30,1-5-25,2-6-26,0-2-85,0-3-80,0-4-131,0 0-309,0-24-722,0 18 0,0-4 0,3-1 0</inkml:trace>
  <inkml:trace contextRef="#ctx0" brushRef="#br0" timeOffset="179355.6873">16897 8603 4113,'0'0'111,"0"0"50,-2 2 28,0 5 29,-3 3 32,-1 9 36,-4 6 14,-3 6 7,5 5-1,1 1-55,3-2-102,0-4-124,4-3-237,5-23-1078,-2 8 0,-2-8 0,-1-6 0</inkml:trace>
  <inkml:trace contextRef="#ctx0" brushRef="#br0" timeOffset="180655.923">14564 9283 2124,'0'0'146,"0"3"33,0-3 28,0 2 42,0-2 27,0 0 21,0 0 17,0 0 12,0 0 11,0 0-90,0 0-38,3 0-28,-1 0-19,4 0-33,5 0-26,5 0-15,6 0-16,2 0-8,4 0-9,8 0-5,2 0-12,6 0-2,2 0-12,4 0-5,0 0-2,-2 0-4,-2 0-3,-7 0-2,-10 0 0,-8-1-1,-6 0-2,-5-2 0,-3-1 5,-5 1-6,-2-4 0,2 0-5,-4 1-7,2-4-12,-6 0-14,-7-2-13,-4-2-4,-2-1-3,-7-1-3,3 1 6,4 2-4,1 2 2,8 3-5,8 5 8,1 0 16,2 3 17,7 3 16,6 3 12,7 4 7,10 7 5,7 7 14,1 6 12,-3 2 17,-7-1 8,-9 2-1,-12-5-5,-8-2-14,-10-2-27,-12-3-60,-6-1-195,16-11-906,-30-2 0,4-3 0,7-9 0</inkml:trace>
  <inkml:trace contextRef="#ctx0" brushRef="#br0" timeOffset="181953.5526">20055 2788 873,'0'11'64,"-2"1"32,2 4 35,0 1 39,0-5 34,0-1 32,0-1 32,0 1 17,-4 0 18,0 3-23,-4 2-10,-5 5 5,1 0-2,-3 9-21,2 2-22,2 1-23,4-2-29,3 0-14,4-5-23,-3-4-97,6-3-211,2-16-788,5-1 0,-3-4 0,5-9 0</inkml:trace>
  <inkml:trace contextRef="#ctx0" brushRef="#br0" timeOffset="182440.2843">20450 2947 1915,'-10'15'105,"-1"5"26,7 5 31,-3 1 51,14-7 35,8-7 18,10-1 10,3-8 7,9-1 2,-1-6-63,-2-1-24,-9-7-6,-5-1-10,-6-6-44,-8-4-37,-10-2-20,-12 0-12,-4 0-8,-5 2-3,-6 5-43,5 7-87,5 5-172,13 2-107,6-3-555,8 5 0,16 0 0,3-1 0</inkml:trace>
  <inkml:trace contextRef="#ctx0" brushRef="#br0" timeOffset="182758.6401">21096 2747 2792,'3'0'98,"3"0"61,-2 1 51,0 5 49,-3 6 18,3 9 13,-5 6 0,-2 12 2,2 5 2,-3-2-58,4-2-39,0-6-73,0-8-92,0-6-160,4-4-234,-3-41-650,5 24 0,1-6 0</inkml:trace>
  <inkml:trace contextRef="#ctx0" brushRef="#br0" timeOffset="183074.2535">21547 2766 3306,'3'-4'120,"1"0"4,-4 0 22,3 2 60,-1 2 23,-2 9 19,-5 8 5,2 9 5,-5 16 2,-1 11-74,1 1-47,6 1-35,2-4-166,26-6-441,-17-7-499,-2-5 0,-5-10 0,-5-2 0</inkml:trace>
  <inkml:trace contextRef="#ctx0" brushRef="#br0" timeOffset="184052.5936">19984 3370 2624,'6'-4'129,"0"-3"24,-3 0 15,3 1 3,-4 1-4,-2 4 20,0 1 31,0 4 29,-4 7 22,-3 6-88,-7 8-27,-1 9-24,2 5-16,0-1 2,2 1 6,7-7-20,1-4-27,3-8-28,0-5-17,0-5 0,0-7-9,0-1-18,0-5-29,-3-2-48,-5-5-24,-1-5-22,-6-3-8,-1-2-10,-1 0-4,0 4-12,1 9 1,3 3 20,2 4 27,4 4 41,3 3 32,2 3 33,2 2 25,3 2 46,7-5 32,4 0 14,10-7 3,9-2-24,7 0-100,2-2-188,-3-16-692,-2 7 0,-11-4 0,-5 2 0</inkml:trace>
  <inkml:trace contextRef="#ctx0" brushRef="#br0" timeOffset="184443.5409">19847 3849 4194,'0'-3'39,"0"3"57,0 0 45,-3 6 25,0 7 11,-2 13 10,-1 5 3,-4 11 2,1 2 0,6-3-46,-1-7-33,4-4-214,24-10-451,-18-11-484,-2-9 0,5-16 0</inkml:trace>
  <inkml:trace contextRef="#ctx0" brushRef="#br0" timeOffset="185286.1267">20103 3764 3189,'0'0'90,"0"0"25,0-1 29,0-2 23,0 0 32,3-5 21,-1 0 12,0-2 15,4-1 6,5 0-64,-2-3-18,7-2-22,3-4-29,3-1-23,9-5-30,1 0-19,7-4-12,3 1-12,4-4-8,-3 2-4,-4 0-2,-7 3-2,-11 4 2,-3 3-1,-11 5-1,-2 3-1,-3 4-7,2 2-29,-4 3-21,-4 4-11,1-1-11,-7 1-2,1 0-11,-5-2-15,-3 1-15,3 0-13,-2-3 2,-1 2 27,4-1 18,2 1 8,3 0 15,4 0 3,4 0 4,0-1 10,4-1 19,4 1 16,8-1 7,2 1 11,4-1 12,2 4 12,-1 0 1,-2 2 19,-3 2 19,-6 7 13,-2 4 3,-6 6 2,-5 5-18,-12 6-101,-2 5-229,-7-18-708,1 12 0,-1-5 0,-2-4 0</inkml:trace>
  <inkml:trace contextRef="#ctx0" brushRef="#br0" timeOffset="187460.2225">20471 3821 1934,'0'0'86,"0"0"39,0 0 27,0 0 15,0 0 13,0 0 12,0 0 19,0 0 20,0 0 26,0 0-29,0 0-27,0-1-29,0 1-24,0 0-15,0 0-10,-2 0 7,1 0 1,-3 0-6,0 1-12,-2 3-6,0 7 2,0 2 3,-4 9 3,3 6 4,-1 3-1,-2 3-17,3-1-19,3-3-14,1-3-11,3-6-18,0-5-24,0-3-57,0-5-143,26-4-985,-26-4 0,-2-6 0,-1-9 0</inkml:trace>
  <inkml:trace contextRef="#ctx0" brushRef="#br0" timeOffset="189152.4805">20618 3657 2214,'0'0'68,"0"0"16,1 0 23,1 0 40,-1 0 29,2 0 15,2 0 18,1-2 17,-5 0 22,5 2-38,-4-3 17,3 0-6,0-1-18,2-2-36,1-3-22,5 0-15,2-4-13,3-2-11,1-2-15,4-4-20,-2-3-18,3-2-10,0 0-4,1-1-2,0-2-3,1 1-4,-1 2-2,-2-1-7,-1 4-9,0 2-5,-4 3-3,1 1-1,-1 2-2,-1 0-3,0 1-3,-2 2 5,-1 3-6,-3-1 0,-1 0 2,-2 2 1,-1 3-1,-3 0-1,-3 2-2,1 2 1,-1 0-3,-1 1-6,-1 0 2,2-1-4,-1 1-6,-1 0-7,-3 0-8,-3 0-6,-4 0-13,-2 0-17,-1 0-15,-1 0-4,0 0-1,1 0-2,1 0 7,2 0 0,-1-1 9,5 1 10,3-2 13,2 1 25,1 1 12,2 0 3,0 0 3,4-4 6,2 2-2,4 2 8,1-3-1,3 1 4,-3 1 4,3 1 0,-2 0 10,-1 0 10,-1 1 23,0 4 16,-5 4 21,-2 5 18,-1 10 2,-6 3-4,-4 8-9,-4 6-65,1 1-129,7-3-293,-1-1-528,3-7 0,6-4 0,4-2 0</inkml:trace>
  <inkml:trace contextRef="#ctx0" brushRef="#br0" timeOffset="189736.4682">21071 3832 2474,'0'-1'98,"0"-1"4,-1 1 2,-6 0 7,-3-1 15,-3 4 16,-4 3 20,-1 2 27,1 3 19,2 5-72,2 3 0,8-1 12,2-2 18,6 0 15,5-6-6,9-2-3,10-3-19,6-4-22,7-4-17,-3-5-10,-2-3-17,-10-4-13,-7-1-22,-12-3-40,-8 1-30,-11 0-31,-9 1-24,-12-1-25,-4 6-39,-1 7-98,6 1-211,11-3-454,9 7 0,12-2 0,16-4 0</inkml:trace>
  <inkml:trace contextRef="#ctx0" brushRef="#br0" timeOffset="190710.1363">21189 3605 926,'0'2'109,"0"3"36,0-2 24,0 1 26,2-4 21,2 0 19,0 0 20,0 0 10,4-4 12,-1 1-49,3-3-36,3-6-19,2-1-16,0-3-16,4-2-18,3-2-15,3-4-20,-1 1-3,3-3 7,-1 3-9,-1 0-4,-2 3-16,-2 4-9,-4 0-7,-2 4-3,-4 2-3,0 1 3,-5 0-2,-1 3-23,-3 3-16,-1-2-19,2 2-38,-6-1-30,1-1-17,-6 1-14,-1-3-7,-5 0-8,0-2-5,-3 1-1,5 0 10,1 1 15,5 1 27,4 3 10,0 0 11,4 3 15,4-1 8,1 2 7,5 2 6,4 1 13,-1 4 10,2 6 12,-3 2 46,-6 6 48,-2 3 22,-6 4 15,-3 2 3,-5 4-6,-6 4-38,-2 4-102,0-5-208,1-30-541,2 21 0,5-7 0,8-6 0</inkml:trace>
  <inkml:trace contextRef="#ctx0" brushRef="#br0" timeOffset="191139.6606">21554 3724 2288,'0'0'85,"0"0"15,0 0 41,0 0 37,0 1 42,0 2 53,-3 4 40,1 4 37,-1 9 16,-6 7-67,-2 5-4,3 7-14,-3 2-41,3 1-55,6-4-97,-1-2-307,6-30-877,-1 12 0,-2-7 0,-2-8 0</inkml:trace>
  <inkml:trace contextRef="#ctx0" brushRef="#br0" timeOffset="192759.909">15793 9211 2026,'0'0'134,"0"-1"42,0 1 44,-2 0 60,2-3 40,0 3 36,0-3 22,-1 2 16,2-1 12,-1 1-76,0 0-47,0 0-41,0 1-45,0 0-59,0 0-41,-1-1-31,-2 3-18,0 3-1,-5 4-4,0 7-8,-3 8-3,0 6 8,-4 6-5,2 0 2,4-1 3,4-5-32,2-4-24,3-9-42,3-5-78,-3-4-239,0-24-789,0 12 0,0-4 0,0-6 0</inkml:trace>
  <inkml:trace contextRef="#ctx0" brushRef="#br0" timeOffset="193197.5085">16005 9225 2773,'0'0'125,"0"0"72,0 3 38,0-1 47,0 4 22,0 4 20,0 6 16,0 3 4,-1 8 18,-1 2-79,-2 3-39,0-3-78,1 0-37,-1-5-57,4-3-50,-2-5-87,2-1-240,0-10-861,0-1 0,0-4 0,0-9 0</inkml:trace>
  <inkml:trace contextRef="#ctx0" brushRef="#br0" timeOffset="193675.9123">16288 9366 2985,'0'0'34,"0"0"23,-3 5 31,1-1 32,-4 8 36,-4 0 22,1 3 15,3 3 21,4-1 18,0-3-9,9-2 11,4-2-14,8-6-30,6-2-28,7-6-35,-1-6-21,-3 0-12,-5-3-21,-12-3-17,-8-3-20,-6 1-20,-8 0-7,-10-1-1,0 3-10,-9 4-25,2 7-51,4 2-107,9 4-105,7-1-105,33-4-571,-19 4 0,7-1 0,8-1 0</inkml:trace>
  <inkml:trace contextRef="#ctx0" brushRef="#br0" timeOffset="194035.8259">16657 9288 2137,'4'-1'162,"-3"0"38,2-2 31,0 1 38,0 2 53,-6 0 29,0 5 21,-2 6 17,-5 8 11,-5 10-103,-6 11-53,0 8-36,1 2-38,4-1-74,12-6-258,1-30-975,10 7 0,11-14 0,15-15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A288-C913-478A-974E-1B9D0BF1B851}" type="datetimeFigureOut">
              <a:rPr lang="en-GB" smtClean="0"/>
              <a:t>08/12/2023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DAADD-AC7F-4C72-887C-261BBD234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8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75358"/>
            <a:ext cx="8568531" cy="12250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238500"/>
            <a:ext cx="7056438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0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8865"/>
            <a:ext cx="9072563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31" y="1333500"/>
            <a:ext cx="9072563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DAF45-A1ED-443F-B7DC-99AC896968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672420"/>
            <a:ext cx="8568531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422261"/>
            <a:ext cx="8568531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E8333-71C2-4DC6-B430-940BC8F3F7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5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425654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2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PPT value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08193" y="5500688"/>
            <a:ext cx="6552406" cy="120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1" descr="PPT inside"/>
          <p:cNvPicPr>
            <a:picLocks noChangeAspect="1" noChangeArrowheads="1"/>
          </p:cNvPicPr>
          <p:nvPr/>
        </p:nvPicPr>
        <p:blipFill>
          <a:blip r:embed="rId7" cstate="print"/>
          <a:srcRect t="19157" b="25415"/>
          <a:stretch>
            <a:fillRect/>
          </a:stretch>
        </p:blipFill>
        <p:spPr bwMode="auto">
          <a:xfrm>
            <a:off x="0" y="0"/>
            <a:ext cx="10082376" cy="57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25771" y="102045"/>
            <a:ext cx="1370106" cy="360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21" name="Text Box 9"/>
          <p:cNvSpPr txBox="1">
            <a:spLocks noChangeArrowheads="1"/>
          </p:cNvSpPr>
          <p:nvPr/>
        </p:nvSpPr>
        <p:spPr bwMode="auto">
          <a:xfrm rot="-5400000">
            <a:off x="-2372018" y="2964511"/>
            <a:ext cx="5150062" cy="369332"/>
          </a:xfrm>
          <a:prstGeom prst="rect">
            <a:avLst/>
          </a:prstGeom>
          <a:solidFill>
            <a:srgbClr val="00428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GMR Institute of Technology</a:t>
            </a:r>
            <a:r>
              <a:rPr lang="en-US" sz="1800" b="0" dirty="0">
                <a:solidFill>
                  <a:schemeClr val="bg1"/>
                </a:solidFill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401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2149" y="127000"/>
            <a:ext cx="5116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System Design using Verilog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19" y="3492503"/>
            <a:ext cx="1869116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924791"/>
            <a:ext cx="6858000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Contents of the lecture</a:t>
            </a:r>
          </a:p>
          <a:p>
            <a:pPr marL="457200" indent="-457200" algn="just">
              <a:spcBef>
                <a:spcPct val="50000"/>
              </a:spcBef>
              <a:buFontTx/>
              <a:buAutoNum type="arabicParenBoth"/>
            </a:pPr>
            <a:r>
              <a:rPr lang="en-US" b="1" dirty="0" smtClean="0">
                <a:solidFill>
                  <a:srgbClr val="000000"/>
                </a:solidFill>
              </a:rPr>
              <a:t>Truth Table of 4 Bit Gray to Binary Code converter</a:t>
            </a:r>
          </a:p>
          <a:p>
            <a:pPr marL="457200" indent="-457200" algn="just">
              <a:spcBef>
                <a:spcPct val="50000"/>
              </a:spcBef>
              <a:buFontTx/>
              <a:buAutoNum type="arabicParenBoth"/>
            </a:pPr>
            <a:r>
              <a:rPr lang="en-US" b="1" dirty="0" smtClean="0">
                <a:solidFill>
                  <a:srgbClr val="000000"/>
                </a:solidFill>
              </a:rPr>
              <a:t>Structure Model </a:t>
            </a:r>
            <a:r>
              <a:rPr lang="en-US" b="1" dirty="0">
                <a:solidFill>
                  <a:srgbClr val="000000"/>
                </a:solidFill>
              </a:rPr>
              <a:t>of </a:t>
            </a:r>
            <a:r>
              <a:rPr lang="en-IN" b="1" dirty="0">
                <a:solidFill>
                  <a:srgbClr val="000000"/>
                </a:solidFill>
              </a:rPr>
              <a:t>4 Bit </a:t>
            </a:r>
            <a:r>
              <a:rPr lang="en-IN" b="1" dirty="0" err="1">
                <a:solidFill>
                  <a:srgbClr val="000000"/>
                </a:solidFill>
              </a:rPr>
              <a:t>Gray</a:t>
            </a:r>
            <a:r>
              <a:rPr lang="en-IN" b="1" dirty="0">
                <a:solidFill>
                  <a:srgbClr val="000000"/>
                </a:solidFill>
              </a:rPr>
              <a:t> to Binary </a:t>
            </a:r>
            <a:r>
              <a:rPr lang="en-US" b="1" dirty="0" smtClean="0">
                <a:solidFill>
                  <a:srgbClr val="000000"/>
                </a:solidFill>
              </a:rPr>
              <a:t>Code converter</a:t>
            </a:r>
          </a:p>
          <a:p>
            <a:pPr marL="457200" indent="-457200" algn="just">
              <a:spcBef>
                <a:spcPct val="50000"/>
              </a:spcBef>
              <a:buFontTx/>
              <a:buAutoNum type="arabicParenBoth"/>
            </a:pPr>
            <a:r>
              <a:rPr lang="en-US" b="1" dirty="0" smtClean="0">
                <a:solidFill>
                  <a:srgbClr val="000000"/>
                </a:solidFill>
              </a:rPr>
              <a:t>Behavior Model </a:t>
            </a:r>
            <a:r>
              <a:rPr lang="en-US" b="1" dirty="0">
                <a:solidFill>
                  <a:srgbClr val="000000"/>
                </a:solidFill>
              </a:rPr>
              <a:t>of </a:t>
            </a:r>
            <a:r>
              <a:rPr lang="en-IN" b="1" dirty="0">
                <a:solidFill>
                  <a:srgbClr val="000000"/>
                </a:solidFill>
              </a:rPr>
              <a:t>4 Bit </a:t>
            </a:r>
            <a:r>
              <a:rPr lang="en-IN" b="1" dirty="0" err="1">
                <a:solidFill>
                  <a:srgbClr val="000000"/>
                </a:solidFill>
              </a:rPr>
              <a:t>Gray</a:t>
            </a:r>
            <a:r>
              <a:rPr lang="en-IN" b="1" dirty="0">
                <a:solidFill>
                  <a:srgbClr val="000000"/>
                </a:solidFill>
              </a:rPr>
              <a:t> to Binary </a:t>
            </a:r>
            <a:r>
              <a:rPr lang="en-US" b="1" dirty="0" smtClean="0">
                <a:solidFill>
                  <a:srgbClr val="000000"/>
                </a:solidFill>
              </a:rPr>
              <a:t>Code </a:t>
            </a:r>
            <a:r>
              <a:rPr lang="en-US" b="1" dirty="0">
                <a:solidFill>
                  <a:srgbClr val="000000"/>
                </a:solidFill>
              </a:rPr>
              <a:t>converter</a:t>
            </a:r>
          </a:p>
          <a:p>
            <a:pPr marL="457200" indent="-457200" algn="just">
              <a:spcBef>
                <a:spcPct val="50000"/>
              </a:spcBef>
              <a:buFontTx/>
              <a:buAutoNum type="arabicParenBoth"/>
            </a:pPr>
            <a:r>
              <a:rPr lang="en-US" b="1" dirty="0" smtClean="0">
                <a:solidFill>
                  <a:srgbClr val="000000"/>
                </a:solidFill>
              </a:rPr>
              <a:t>Dataflow Model </a:t>
            </a:r>
            <a:r>
              <a:rPr lang="en-US" b="1" dirty="0">
                <a:solidFill>
                  <a:srgbClr val="000000"/>
                </a:solidFill>
              </a:rPr>
              <a:t>of </a:t>
            </a:r>
            <a:r>
              <a:rPr lang="en-IN" b="1" dirty="0">
                <a:solidFill>
                  <a:srgbClr val="000000"/>
                </a:solidFill>
              </a:rPr>
              <a:t>4 Bit </a:t>
            </a:r>
            <a:r>
              <a:rPr lang="en-IN" b="1" dirty="0" err="1">
                <a:solidFill>
                  <a:srgbClr val="000000"/>
                </a:solidFill>
              </a:rPr>
              <a:t>Gray</a:t>
            </a:r>
            <a:r>
              <a:rPr lang="en-IN" b="1" dirty="0">
                <a:solidFill>
                  <a:srgbClr val="000000"/>
                </a:solidFill>
              </a:rPr>
              <a:t> to Binary </a:t>
            </a:r>
            <a:r>
              <a:rPr lang="en-US" b="1" dirty="0" smtClean="0">
                <a:solidFill>
                  <a:srgbClr val="000000"/>
                </a:solidFill>
              </a:rPr>
              <a:t>Code converter</a:t>
            </a:r>
          </a:p>
          <a:p>
            <a:pPr marL="457200" indent="-457200" algn="just">
              <a:spcBef>
                <a:spcPct val="50000"/>
              </a:spcBef>
              <a:buFontTx/>
              <a:buAutoNum type="arabicParenBoth"/>
            </a:pPr>
            <a:r>
              <a:rPr lang="en-US" b="1" dirty="0" smtClean="0">
                <a:solidFill>
                  <a:srgbClr val="000000"/>
                </a:solidFill>
              </a:rPr>
              <a:t>Test Bench</a:t>
            </a:r>
          </a:p>
        </p:txBody>
      </p:sp>
    </p:spTree>
    <p:extLst>
      <p:ext uri="{BB962C8B-B14F-4D97-AF65-F5344CB8AC3E}">
        <p14:creationId xmlns:p14="http://schemas.microsoft.com/office/powerpoint/2010/main" val="375915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173156" y="120316"/>
            <a:ext cx="5669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IN" b="1" dirty="0">
                <a:solidFill>
                  <a:schemeClr val="bg1"/>
                </a:solidFill>
              </a:rPr>
              <a:t>Truth Table of 4 Bit </a:t>
            </a:r>
            <a:r>
              <a:rPr lang="en-IN" b="1" dirty="0" err="1">
                <a:solidFill>
                  <a:schemeClr val="bg1"/>
                </a:solidFill>
              </a:rPr>
              <a:t>Gray</a:t>
            </a:r>
            <a:r>
              <a:rPr lang="en-IN" b="1" dirty="0">
                <a:solidFill>
                  <a:schemeClr val="bg1"/>
                </a:solidFill>
              </a:rPr>
              <a:t> to Binary Code converter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12" y="647700"/>
            <a:ext cx="528637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170520" y="634320"/>
              <a:ext cx="6699240" cy="4709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8280" y="624240"/>
                <a:ext cx="6717600" cy="47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127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173156" y="120316"/>
            <a:ext cx="5669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IN" b="1" dirty="0">
                <a:solidFill>
                  <a:schemeClr val="bg1"/>
                </a:solidFill>
              </a:rPr>
              <a:t>Truth Table of 4 Bit </a:t>
            </a:r>
            <a:r>
              <a:rPr lang="en-IN" b="1" dirty="0" err="1">
                <a:solidFill>
                  <a:schemeClr val="bg1"/>
                </a:solidFill>
              </a:rPr>
              <a:t>Gray</a:t>
            </a:r>
            <a:r>
              <a:rPr lang="en-IN" b="1" dirty="0">
                <a:solidFill>
                  <a:schemeClr val="bg1"/>
                </a:solidFill>
              </a:rPr>
              <a:t> to Binary Code converter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13" y="571500"/>
            <a:ext cx="380289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773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849725"/>
            <a:ext cx="2906712" cy="954107"/>
          </a:xfrm>
          <a:prstGeom prst="rect">
            <a:avLst/>
          </a:prstGeom>
          <a:solidFill>
            <a:schemeClr val="accent3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</a:rPr>
              <a:t>b[3]=g[3];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b[2]=g[3</a:t>
            </a:r>
            <a:r>
              <a:rPr lang="en-IN" sz="1400" dirty="0" smtClean="0">
                <a:solidFill>
                  <a:srgbClr val="000000"/>
                </a:solidFill>
              </a:rPr>
              <a:t>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g[2</a:t>
            </a:r>
            <a:r>
              <a:rPr lang="en-IN" sz="1400" dirty="0">
                <a:solidFill>
                  <a:srgbClr val="000000"/>
                </a:solidFill>
              </a:rPr>
              <a:t>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b[1]=g[3</a:t>
            </a:r>
            <a:r>
              <a:rPr lang="en-IN" sz="1400" dirty="0" smtClean="0">
                <a:solidFill>
                  <a:srgbClr val="000000"/>
                </a:solidFill>
              </a:rPr>
              <a:t>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g[2]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g[1</a:t>
            </a:r>
            <a:r>
              <a:rPr lang="en-IN" sz="1400" dirty="0">
                <a:solidFill>
                  <a:srgbClr val="000000"/>
                </a:solidFill>
              </a:rPr>
              <a:t>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b[0]=g[3</a:t>
            </a:r>
            <a:r>
              <a:rPr lang="en-IN" sz="1400" dirty="0" smtClean="0">
                <a:solidFill>
                  <a:srgbClr val="000000"/>
                </a:solidFill>
              </a:rPr>
              <a:t>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g[2]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g[1]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g[0</a:t>
            </a:r>
            <a:r>
              <a:rPr lang="en-IN" sz="1400" dirty="0">
                <a:solidFill>
                  <a:srgbClr val="000000"/>
                </a:solidFill>
              </a:rPr>
              <a:t>];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20459" y="76200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b="1" dirty="0" smtClean="0">
                <a:solidFill>
                  <a:srgbClr val="FFFFFF"/>
                </a:solidFill>
              </a:rPr>
              <a:t>Circuit Diagram</a:t>
            </a:r>
            <a:endParaRPr lang="en-US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806400" y="708840"/>
              <a:ext cx="5176800" cy="35251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4880" y="702360"/>
                <a:ext cx="5197320" cy="354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838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6650" y="647700"/>
            <a:ext cx="2678111" cy="2893100"/>
          </a:xfrm>
          <a:prstGeom prst="rect">
            <a:avLst/>
          </a:prstGeom>
          <a:solidFill>
            <a:schemeClr val="accent3"/>
          </a:solid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400" b="1" u="sng" dirty="0" smtClean="0">
                <a:solidFill>
                  <a:srgbClr val="FF0000"/>
                </a:solidFill>
              </a:rPr>
              <a:t>Behaviour Model</a:t>
            </a:r>
          </a:p>
          <a:p>
            <a:r>
              <a:rPr lang="en-IN" sz="1400" dirty="0">
                <a:solidFill>
                  <a:srgbClr val="000000"/>
                </a:solidFill>
              </a:rPr>
              <a:t>module </a:t>
            </a:r>
            <a:r>
              <a:rPr lang="en-IN" sz="1400" dirty="0" err="1">
                <a:solidFill>
                  <a:srgbClr val="000000"/>
                </a:solidFill>
              </a:rPr>
              <a:t>gray_to_binary</a:t>
            </a:r>
            <a:r>
              <a:rPr lang="en-IN" sz="1400" dirty="0">
                <a:solidFill>
                  <a:srgbClr val="000000"/>
                </a:solidFill>
              </a:rPr>
              <a:t>(</a:t>
            </a:r>
            <a:r>
              <a:rPr lang="en-IN" sz="1400" dirty="0" err="1">
                <a:solidFill>
                  <a:srgbClr val="000000"/>
                </a:solidFill>
              </a:rPr>
              <a:t>g,b</a:t>
            </a:r>
            <a:r>
              <a:rPr lang="en-IN" sz="1400" dirty="0">
                <a:solidFill>
                  <a:srgbClr val="000000"/>
                </a:solidFill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input [3:0]g;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output [3:0]b;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reg</a:t>
            </a:r>
            <a:r>
              <a:rPr lang="en-IN" sz="1400" dirty="0">
                <a:solidFill>
                  <a:srgbClr val="000000"/>
                </a:solidFill>
              </a:rPr>
              <a:t> [3:0]b;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always@(g)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begin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b[3]=g[3];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b[2]=g[3]^g[2];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b[1]=g[3]^g[2]^g[1];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b[0]=g[3]^g[2]^g[1]^g[0</a:t>
            </a:r>
            <a:r>
              <a:rPr lang="en-IN" sz="1400" dirty="0" smtClean="0">
                <a:solidFill>
                  <a:srgbClr val="000000"/>
                </a:solidFill>
              </a:rPr>
              <a:t>];</a:t>
            </a:r>
            <a:endParaRPr lang="en-IN" sz="1400" dirty="0">
              <a:solidFill>
                <a:srgbClr val="000000"/>
              </a:solidFill>
            </a:endParaRPr>
          </a:p>
          <a:p>
            <a:r>
              <a:rPr lang="en-IN" sz="1400" dirty="0">
                <a:solidFill>
                  <a:srgbClr val="000000"/>
                </a:solidFill>
              </a:rPr>
              <a:t>end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endmodule</a:t>
            </a:r>
            <a:endParaRPr lang="en-IN" sz="1400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6651" y="3540800"/>
            <a:ext cx="2678111" cy="2031325"/>
          </a:xfrm>
          <a:prstGeom prst="rect">
            <a:avLst/>
          </a:prstGeom>
          <a:solidFill>
            <a:schemeClr val="accent3"/>
          </a:solid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400" b="1" u="sng" dirty="0" smtClean="0">
                <a:solidFill>
                  <a:srgbClr val="FF0000"/>
                </a:solidFill>
              </a:rPr>
              <a:t>Dataflow Model</a:t>
            </a:r>
          </a:p>
          <a:p>
            <a:r>
              <a:rPr lang="en-IN" sz="1400" dirty="0">
                <a:solidFill>
                  <a:srgbClr val="000000"/>
                </a:solidFill>
              </a:rPr>
              <a:t>module </a:t>
            </a:r>
            <a:r>
              <a:rPr lang="en-IN" sz="1400" dirty="0" err="1">
                <a:solidFill>
                  <a:srgbClr val="000000"/>
                </a:solidFill>
              </a:rPr>
              <a:t>gray_to_binary</a:t>
            </a:r>
            <a:r>
              <a:rPr lang="en-IN" sz="1400" dirty="0">
                <a:solidFill>
                  <a:srgbClr val="000000"/>
                </a:solidFill>
              </a:rPr>
              <a:t>(</a:t>
            </a:r>
            <a:r>
              <a:rPr lang="en-IN" sz="1400" dirty="0" err="1">
                <a:solidFill>
                  <a:srgbClr val="000000"/>
                </a:solidFill>
              </a:rPr>
              <a:t>g,b</a:t>
            </a:r>
            <a:r>
              <a:rPr lang="en-IN" sz="1400" dirty="0">
                <a:solidFill>
                  <a:srgbClr val="000000"/>
                </a:solidFill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input [3:0]g;</a:t>
            </a:r>
          </a:p>
          <a:p>
            <a:r>
              <a:rPr lang="en-IN" sz="1400" dirty="0" smtClean="0">
                <a:solidFill>
                  <a:srgbClr val="000000"/>
                </a:solidFill>
              </a:rPr>
              <a:t>output </a:t>
            </a:r>
            <a:r>
              <a:rPr lang="en-IN" sz="1400" dirty="0">
                <a:solidFill>
                  <a:srgbClr val="000000"/>
                </a:solidFill>
              </a:rPr>
              <a:t>[3:0]b;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assign b[3]=g[3];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assign b[2]=g[3]^g[2];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assign b[1]=g[3]^g[2]^g[1];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assign b[0]=g[3]^g[2]^g[1]^g[0];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endmodule</a:t>
            </a:r>
            <a:endParaRPr lang="en-IN" sz="1400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11512" y="647700"/>
            <a:ext cx="2906712" cy="954107"/>
          </a:xfrm>
          <a:prstGeom prst="rect">
            <a:avLst/>
          </a:prstGeom>
          <a:solidFill>
            <a:schemeClr val="accent3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</a:rPr>
              <a:t>b[3]=g[3];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b[2]=g[3</a:t>
            </a:r>
            <a:r>
              <a:rPr lang="en-IN" sz="1400" dirty="0" smtClean="0">
                <a:solidFill>
                  <a:srgbClr val="000000"/>
                </a:solidFill>
              </a:rPr>
              <a:t>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g[2</a:t>
            </a:r>
            <a:r>
              <a:rPr lang="en-IN" sz="1400" dirty="0">
                <a:solidFill>
                  <a:srgbClr val="000000"/>
                </a:solidFill>
              </a:rPr>
              <a:t>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b[1]=g[3</a:t>
            </a:r>
            <a:r>
              <a:rPr lang="en-IN" sz="1400" dirty="0" smtClean="0">
                <a:solidFill>
                  <a:srgbClr val="000000"/>
                </a:solidFill>
              </a:rPr>
              <a:t>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g[2]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g[1</a:t>
            </a:r>
            <a:r>
              <a:rPr lang="en-IN" sz="1400" dirty="0">
                <a:solidFill>
                  <a:srgbClr val="000000"/>
                </a:solidFill>
              </a:rPr>
              <a:t>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b[0]=g[3</a:t>
            </a:r>
            <a:r>
              <a:rPr lang="en-IN" sz="1400" dirty="0" smtClean="0">
                <a:solidFill>
                  <a:srgbClr val="000000"/>
                </a:solidFill>
              </a:rPr>
              <a:t>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g[2]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g[1] </a:t>
            </a:r>
            <a:r>
              <a:rPr lang="en-IN" sz="1400" dirty="0" err="1" smtClean="0">
                <a:solidFill>
                  <a:srgbClr val="000000"/>
                </a:solidFill>
              </a:rPr>
              <a:t>xor</a:t>
            </a:r>
            <a:r>
              <a:rPr lang="en-IN" sz="1400" dirty="0" smtClean="0">
                <a:solidFill>
                  <a:srgbClr val="000000"/>
                </a:solidFill>
              </a:rPr>
              <a:t> g[0</a:t>
            </a:r>
            <a:r>
              <a:rPr lang="en-IN" sz="1400" dirty="0">
                <a:solidFill>
                  <a:srgbClr val="000000"/>
                </a:solidFill>
              </a:rPr>
              <a:t>];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437040" y="904680"/>
              <a:ext cx="5259960" cy="44298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840" y="898200"/>
                <a:ext cx="5279400" cy="444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43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9656" y="613064"/>
            <a:ext cx="2667000" cy="2031325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400" b="1" u="sng" dirty="0" smtClean="0">
                <a:solidFill>
                  <a:srgbClr val="FF0000"/>
                </a:solidFill>
              </a:rPr>
              <a:t>Structure Model</a:t>
            </a:r>
          </a:p>
          <a:p>
            <a:r>
              <a:rPr lang="en-IN" sz="1400" dirty="0">
                <a:solidFill>
                  <a:srgbClr val="000000"/>
                </a:solidFill>
              </a:rPr>
              <a:t>module </a:t>
            </a:r>
            <a:r>
              <a:rPr lang="en-IN" sz="1400" dirty="0" err="1">
                <a:solidFill>
                  <a:srgbClr val="000000"/>
                </a:solidFill>
              </a:rPr>
              <a:t>gray_to_binary</a:t>
            </a:r>
            <a:r>
              <a:rPr lang="en-IN" sz="1400" dirty="0">
                <a:solidFill>
                  <a:srgbClr val="000000"/>
                </a:solidFill>
              </a:rPr>
              <a:t>(</a:t>
            </a:r>
            <a:r>
              <a:rPr lang="en-IN" sz="1400" dirty="0" err="1">
                <a:solidFill>
                  <a:srgbClr val="000000"/>
                </a:solidFill>
              </a:rPr>
              <a:t>g,b</a:t>
            </a:r>
            <a:r>
              <a:rPr lang="en-IN" sz="1400" dirty="0">
                <a:solidFill>
                  <a:srgbClr val="000000"/>
                </a:solidFill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input [3:0]g;</a:t>
            </a:r>
          </a:p>
          <a:p>
            <a:r>
              <a:rPr lang="en-IN" sz="1400" dirty="0" smtClean="0">
                <a:solidFill>
                  <a:srgbClr val="000000"/>
                </a:solidFill>
              </a:rPr>
              <a:t>output </a:t>
            </a:r>
            <a:r>
              <a:rPr lang="en-IN" sz="1400" dirty="0">
                <a:solidFill>
                  <a:srgbClr val="000000"/>
                </a:solidFill>
              </a:rPr>
              <a:t>[3:0]b;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buf</a:t>
            </a:r>
            <a:r>
              <a:rPr lang="en-IN" sz="1400" dirty="0">
                <a:solidFill>
                  <a:srgbClr val="000000"/>
                </a:solidFill>
              </a:rPr>
              <a:t> b1 (b[3],g[3]);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xor</a:t>
            </a:r>
            <a:r>
              <a:rPr lang="en-IN" sz="1400" dirty="0">
                <a:solidFill>
                  <a:srgbClr val="000000"/>
                </a:solidFill>
              </a:rPr>
              <a:t> x1 (b[2],g[3],g[2]);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xor</a:t>
            </a:r>
            <a:r>
              <a:rPr lang="en-IN" sz="1400" dirty="0">
                <a:solidFill>
                  <a:srgbClr val="000000"/>
                </a:solidFill>
              </a:rPr>
              <a:t> x2 (b[1</a:t>
            </a:r>
            <a:r>
              <a:rPr lang="en-IN" sz="1400" dirty="0" smtClean="0">
                <a:solidFill>
                  <a:srgbClr val="000000"/>
                </a:solidFill>
              </a:rPr>
              <a:t>],g[3],g[2</a:t>
            </a:r>
            <a:r>
              <a:rPr lang="en-IN" sz="1400" dirty="0">
                <a:solidFill>
                  <a:srgbClr val="000000"/>
                </a:solidFill>
              </a:rPr>
              <a:t>],g[1]);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xor</a:t>
            </a:r>
            <a:r>
              <a:rPr lang="en-IN" sz="1400" dirty="0">
                <a:solidFill>
                  <a:srgbClr val="000000"/>
                </a:solidFill>
              </a:rPr>
              <a:t> x3 (b[0</a:t>
            </a:r>
            <a:r>
              <a:rPr lang="en-IN" sz="1400" dirty="0" smtClean="0">
                <a:solidFill>
                  <a:srgbClr val="000000"/>
                </a:solidFill>
              </a:rPr>
              <a:t>],g[3],g[2],g[1</a:t>
            </a:r>
            <a:r>
              <a:rPr lang="en-IN" sz="1400" dirty="0">
                <a:solidFill>
                  <a:srgbClr val="000000"/>
                </a:solidFill>
              </a:rPr>
              <a:t>],g[0]);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endmodule</a:t>
            </a:r>
            <a:endParaRPr lang="en-IN" sz="1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540720" y="648000"/>
              <a:ext cx="8010360" cy="27414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560" y="638640"/>
                <a:ext cx="8034480" cy="276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571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6650" y="647700"/>
            <a:ext cx="2678111" cy="2893100"/>
          </a:xfrm>
          <a:prstGeom prst="rect">
            <a:avLst/>
          </a:prstGeom>
          <a:solidFill>
            <a:schemeClr val="accent3"/>
          </a:solid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400" b="1" u="sng" dirty="0" smtClean="0">
                <a:solidFill>
                  <a:srgbClr val="FF0000"/>
                </a:solidFill>
              </a:rPr>
              <a:t>Behaviour Model</a:t>
            </a:r>
          </a:p>
          <a:p>
            <a:r>
              <a:rPr lang="en-IN" sz="1400" dirty="0">
                <a:solidFill>
                  <a:srgbClr val="000000"/>
                </a:solidFill>
              </a:rPr>
              <a:t>module </a:t>
            </a:r>
            <a:r>
              <a:rPr lang="en-IN" sz="1400" dirty="0" err="1">
                <a:solidFill>
                  <a:srgbClr val="000000"/>
                </a:solidFill>
              </a:rPr>
              <a:t>gray_to_binary</a:t>
            </a:r>
            <a:r>
              <a:rPr lang="en-IN" sz="1400" dirty="0">
                <a:solidFill>
                  <a:srgbClr val="000000"/>
                </a:solidFill>
              </a:rPr>
              <a:t>(</a:t>
            </a:r>
            <a:r>
              <a:rPr lang="en-IN" sz="1400" dirty="0" err="1">
                <a:solidFill>
                  <a:srgbClr val="000000"/>
                </a:solidFill>
              </a:rPr>
              <a:t>g,b</a:t>
            </a:r>
            <a:r>
              <a:rPr lang="en-IN" sz="1400" dirty="0">
                <a:solidFill>
                  <a:srgbClr val="000000"/>
                </a:solidFill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input [3:0]g;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output [3:0]b;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reg</a:t>
            </a:r>
            <a:r>
              <a:rPr lang="en-IN" sz="1400" dirty="0">
                <a:solidFill>
                  <a:srgbClr val="000000"/>
                </a:solidFill>
              </a:rPr>
              <a:t> [3:0]b;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always@(g)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begin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b[3]=g[3];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b[2]=g[3]^g[2];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b[1]=g[3]^g[2]^g[1];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b[0]=g[3]^g[2]^g[1]^g[0</a:t>
            </a:r>
            <a:r>
              <a:rPr lang="en-IN" sz="1400" dirty="0" smtClean="0">
                <a:solidFill>
                  <a:srgbClr val="000000"/>
                </a:solidFill>
              </a:rPr>
              <a:t>];</a:t>
            </a:r>
            <a:endParaRPr lang="en-IN" sz="1400" dirty="0">
              <a:solidFill>
                <a:srgbClr val="000000"/>
              </a:solidFill>
            </a:endParaRPr>
          </a:p>
          <a:p>
            <a:r>
              <a:rPr lang="en-IN" sz="1400" dirty="0">
                <a:solidFill>
                  <a:srgbClr val="000000"/>
                </a:solidFill>
              </a:rPr>
              <a:t>end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endmodule</a:t>
            </a:r>
            <a:endParaRPr lang="en-IN" sz="1400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7712" y="647700"/>
            <a:ext cx="3200400" cy="35394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rgbClr val="FF0000"/>
                </a:solidFill>
              </a:rPr>
              <a:t>Test Bench</a:t>
            </a:r>
          </a:p>
          <a:p>
            <a:r>
              <a:rPr lang="en-IN" sz="1400" dirty="0">
                <a:solidFill>
                  <a:srgbClr val="000000"/>
                </a:solidFill>
              </a:rPr>
              <a:t>module </a:t>
            </a:r>
            <a:r>
              <a:rPr lang="en-IN" sz="1400" dirty="0" err="1">
                <a:solidFill>
                  <a:srgbClr val="000000"/>
                </a:solidFill>
              </a:rPr>
              <a:t>testbench</a:t>
            </a:r>
            <a:r>
              <a:rPr lang="en-IN" sz="1400" dirty="0">
                <a:solidFill>
                  <a:srgbClr val="000000"/>
                </a:solidFill>
              </a:rPr>
              <a:t>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reg</a:t>
            </a:r>
            <a:r>
              <a:rPr lang="en-IN" sz="1400" dirty="0">
                <a:solidFill>
                  <a:srgbClr val="000000"/>
                </a:solidFill>
              </a:rPr>
              <a:t> [3:0]g; wire [3:0]b;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gray_to_binary</a:t>
            </a:r>
            <a:r>
              <a:rPr lang="en-IN" sz="1400" dirty="0">
                <a:solidFill>
                  <a:srgbClr val="000000"/>
                </a:solidFill>
              </a:rPr>
              <a:t> </a:t>
            </a:r>
            <a:r>
              <a:rPr lang="en-IN" sz="1400" dirty="0" err="1">
                <a:solidFill>
                  <a:srgbClr val="000000"/>
                </a:solidFill>
              </a:rPr>
              <a:t>uut</a:t>
            </a:r>
            <a:r>
              <a:rPr lang="en-IN" sz="1400" dirty="0">
                <a:solidFill>
                  <a:srgbClr val="000000"/>
                </a:solidFill>
              </a:rPr>
              <a:t> (.g(g),.b(b));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initial </a:t>
            </a:r>
          </a:p>
          <a:p>
            <a:r>
              <a:rPr lang="en-IN" sz="1400" dirty="0">
                <a:solidFill>
                  <a:srgbClr val="000000"/>
                </a:solidFill>
              </a:rPr>
              <a:t>begin</a:t>
            </a:r>
          </a:p>
          <a:p>
            <a:r>
              <a:rPr lang="en-IN" sz="1400" dirty="0">
                <a:solidFill>
                  <a:srgbClr val="000000"/>
                </a:solidFill>
              </a:rPr>
              <a:t>$monitor($</a:t>
            </a:r>
            <a:r>
              <a:rPr lang="en-IN" sz="1400" dirty="0" err="1">
                <a:solidFill>
                  <a:srgbClr val="000000"/>
                </a:solidFill>
              </a:rPr>
              <a:t>time,"g</a:t>
            </a:r>
            <a:r>
              <a:rPr lang="en-IN" sz="1400" dirty="0">
                <a:solidFill>
                  <a:srgbClr val="000000"/>
                </a:solidFill>
              </a:rPr>
              <a:t>=%</a:t>
            </a:r>
            <a:r>
              <a:rPr lang="en-IN" sz="1400" dirty="0" err="1">
                <a:solidFill>
                  <a:srgbClr val="000000"/>
                </a:solidFill>
              </a:rPr>
              <a:t>b,b</a:t>
            </a:r>
            <a:r>
              <a:rPr lang="en-IN" sz="1400" dirty="0">
                <a:solidFill>
                  <a:srgbClr val="000000"/>
                </a:solidFill>
              </a:rPr>
              <a:t>=%b", </a:t>
            </a:r>
            <a:r>
              <a:rPr lang="en-IN" sz="1400" dirty="0" err="1">
                <a:solidFill>
                  <a:srgbClr val="000000"/>
                </a:solidFill>
              </a:rPr>
              <a:t>g,b</a:t>
            </a:r>
            <a:r>
              <a:rPr lang="en-IN" sz="1400" dirty="0">
                <a:solidFill>
                  <a:srgbClr val="000000"/>
                </a:solidFill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#5 g=4'b0000;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#5 g=4'b0001;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#5 g=4'b0010;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#5 g=4'b0011;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#5 g=4'b0100;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#5 g=4'b1011;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#5 $finish;</a:t>
            </a:r>
          </a:p>
          <a:p>
            <a:r>
              <a:rPr lang="en-IN" sz="1400" dirty="0">
                <a:solidFill>
                  <a:srgbClr val="000000"/>
                </a:solidFill>
              </a:rPr>
              <a:t>end</a:t>
            </a:r>
          </a:p>
          <a:p>
            <a:r>
              <a:rPr lang="en-IN" sz="1400" dirty="0" err="1">
                <a:solidFill>
                  <a:srgbClr val="000000"/>
                </a:solidFill>
              </a:rPr>
              <a:t>endmodule</a:t>
            </a:r>
            <a:endParaRPr lang="en-IN" sz="140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46856" y="120316"/>
            <a:ext cx="1321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IN" b="1" dirty="0" err="1" smtClean="0">
                <a:solidFill>
                  <a:schemeClr val="bg1"/>
                </a:solidFill>
              </a:rPr>
              <a:t>Testbench</a:t>
            </a:r>
            <a:endParaRPr lang="en-IN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074600" y="726120"/>
              <a:ext cx="8127360" cy="33976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5600" y="720000"/>
                <a:ext cx="8148600" cy="341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632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5472" y="120316"/>
            <a:ext cx="1364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IN" b="1" dirty="0" smtClean="0">
                <a:solidFill>
                  <a:schemeClr val="bg1"/>
                </a:solidFill>
              </a:rPr>
              <a:t>Simulation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63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S Template">
  <a:themeElements>
    <a:clrScheme name="MIS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IS Templat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IS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4114</TotalTime>
  <Words>419</Words>
  <Application>Microsoft Office PowerPoint</Application>
  <PresentationFormat>Custom</PresentationFormat>
  <Paragraphs>87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MIS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Reward</dc:title>
  <dc:creator>Admin</dc:creator>
  <cp:lastModifiedBy>mylaptop</cp:lastModifiedBy>
  <cp:revision>439</cp:revision>
  <dcterms:created xsi:type="dcterms:W3CDTF">2017-10-27T12:24:27Z</dcterms:created>
  <dcterms:modified xsi:type="dcterms:W3CDTF">2023-12-08T16:56:10Z</dcterms:modified>
</cp:coreProperties>
</file>